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notesSlides/notesSlide22.xml" ContentType="application/vnd.openxmlformats-officedocument.presentationml.notesSlide+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256" r:id="rId2"/>
    <p:sldId id="360" r:id="rId3"/>
    <p:sldId id="469" r:id="rId4"/>
    <p:sldId id="475" r:id="rId5"/>
    <p:sldId id="476" r:id="rId6"/>
    <p:sldId id="477" r:id="rId7"/>
    <p:sldId id="478" r:id="rId8"/>
    <p:sldId id="479" r:id="rId9"/>
    <p:sldId id="480" r:id="rId10"/>
    <p:sldId id="482" r:id="rId11"/>
    <p:sldId id="483" r:id="rId12"/>
    <p:sldId id="498" r:id="rId13"/>
    <p:sldId id="499" r:id="rId14"/>
    <p:sldId id="500" r:id="rId15"/>
    <p:sldId id="488" r:id="rId16"/>
    <p:sldId id="366" r:id="rId17"/>
    <p:sldId id="368" r:id="rId18"/>
    <p:sldId id="425" r:id="rId19"/>
    <p:sldId id="424" r:id="rId20"/>
    <p:sldId id="451" r:id="rId21"/>
    <p:sldId id="369" r:id="rId22"/>
    <p:sldId id="370" r:id="rId23"/>
    <p:sldId id="423" r:id="rId24"/>
    <p:sldId id="371" r:id="rId25"/>
    <p:sldId id="372" r:id="rId26"/>
    <p:sldId id="373" r:id="rId27"/>
    <p:sldId id="527" r:id="rId28"/>
    <p:sldId id="438" r:id="rId29"/>
    <p:sldId id="463" r:id="rId30"/>
    <p:sldId id="497" r:id="rId31"/>
    <p:sldId id="470" r:id="rId32"/>
    <p:sldId id="471" r:id="rId33"/>
    <p:sldId id="472" r:id="rId34"/>
    <p:sldId id="473" r:id="rId35"/>
    <p:sldId id="489" r:id="rId36"/>
    <p:sldId id="490" r:id="rId37"/>
    <p:sldId id="491" r:id="rId38"/>
    <p:sldId id="492" r:id="rId39"/>
    <p:sldId id="493" r:id="rId40"/>
    <p:sldId id="542" r:id="rId41"/>
    <p:sldId id="543" r:id="rId42"/>
    <p:sldId id="545" r:id="rId43"/>
    <p:sldId id="544" r:id="rId44"/>
    <p:sldId id="494" r:id="rId45"/>
    <p:sldId id="496" r:id="rId46"/>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00"/>
    <a:srgbClr val="CCECFF"/>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114" autoAdjust="0"/>
    <p:restoredTop sz="95036" autoAdjust="0"/>
  </p:normalViewPr>
  <p:slideViewPr>
    <p:cSldViewPr showGuides="1">
      <p:cViewPr varScale="1">
        <p:scale>
          <a:sx n="124" d="100"/>
          <a:sy n="124" d="100"/>
        </p:scale>
        <p:origin x="1368" y="102"/>
      </p:cViewPr>
      <p:guideLst>
        <p:guide orient="horz" pos="2160"/>
        <p:guide pos="2880"/>
      </p:guideLst>
    </p:cSldViewPr>
  </p:slideViewPr>
  <p:outlineViewPr>
    <p:cViewPr>
      <p:scale>
        <a:sx n="33" d="100"/>
        <a:sy n="33" d="100"/>
      </p:scale>
      <p:origin x="0" y="28860"/>
    </p:cViewPr>
  </p:outlineViewPr>
  <p:notesTextViewPr>
    <p:cViewPr>
      <p:scale>
        <a:sx n="100" d="100"/>
        <a:sy n="100" d="100"/>
      </p:scale>
      <p:origin x="0" y="0"/>
    </p:cViewPr>
  </p:notesText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06.201"/>
    </inkml:context>
    <inkml:brush xml:id="br0">
      <inkml:brushProperty name="width" value="0.035" units="cm"/>
      <inkml:brushProperty name="height" value="0.035" units="cm"/>
      <inkml:brushProperty name="color" value="#E71224"/>
    </inkml:brush>
  </inkml:definitions>
  <inkml:trace contextRef="#ctx0" brushRef="#br0">0 149 3024 0 0,'26'11'2653'0'0,"10"-5"-965"0"0,10-2-704 0 0,1-4-616 0 0,-22 0-4 0 0,-2-2-48 0 0,22 2-604 0 0,-7-2-1724 0 0,-15-4-1537 0 0</inkml:trace>
  <inkml:trace contextRef="#ctx0" brushRef="#br0" timeOffset="1">246 0 3528 0 0,'-11'10'1492'0'0,"1"1"-379"0"0,1 1-149 0 0,1-1-272 0 0,-1 2-124 0 0,1 1-128 0 0,4-1-60 0 0,-3 2-156 0 0,5 1-284 0 0,-2-3-556 0 0,-3 12-3745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06.621"/>
    </inkml:context>
    <inkml:brush xml:id="br0">
      <inkml:brushProperty name="width" value="0.035" units="cm"/>
      <inkml:brushProperty name="height" value="0.035" units="cm"/>
      <inkml:brushProperty name="color" value="#E71224"/>
    </inkml:brush>
  </inkml:definitions>
  <inkml:trace contextRef="#ctx0" brushRef="#br0">318 103 3836 0 0,'0'-5'328'0'0,"-1"-1"-1"0"0,0 1 1 0 0,0-1-1 0 0,0 1 1 0 0,-1-1-1 0 0,1 1 1 0 0,-1 0-1 0 0,0 0 1 0 0,-1 0-1 0 0,1 0 1 0 0,-1 0-1 0 0,0 0 1 0 0,-1 1-1 0 0,1 0 1 0 0,-1-1-1 0 0,1 1 1 0 0,-1 0-1 0 0,-5-3 1 0 0,6 6-269 0 0,1 0-1 0 0,0 0 1 0 0,0 0-1 0 0,0 1 1 0 0,0-1 0 0 0,-1 1-1 0 0,1-1 1 0 0,0 1-1 0 0,0 0 1 0 0,-1 0 0 0 0,1 0-1 0 0,0 0 1 0 0,-1 1-1 0 0,1-1 1 0 0,0 0 0 0 0,0 1-1 0 0,0 0 1 0 0,-1-1 0 0 0,1 1-1 0 0,0 0 1 0 0,-2 2-1 0 0,-38 23 597 0 0,28-12-470 0 0,0 1-1 0 0,1 0 1 0 0,1 1 0 0 0,0 1-1 0 0,1 0 1 0 0,1 0 0 0 0,-12 28-1 0 0,16-31-159 0 0,0 0 0 0 0,1 0 0 0 0,1 1 0 0 0,0-1 0 0 0,1 1 0 0 0,1 0-1 0 0,0-1 1 0 0,1 1 0 0 0,1 0 0 0 0,2 26 0 0 0,0-34-12 0 0,0 0-1 0 0,0 0 1 0 0,0 0 0 0 0,1 0-1 0 0,0 0 1 0 0,1-1 0 0 0,-1 1-1 0 0,1-1 1 0 0,0 0 0 0 0,1 0-1 0 0,-1-1 1 0 0,1 1 0 0 0,1-1-1 0 0,-1 0 1 0 0,1-1 0 0 0,-1 1-1 0 0,1-1 1 0 0,1 0 0 0 0,-1 0-1 0 0,0-1 1 0 0,1 0 0 0 0,0 0-1 0 0,0 0 1 0 0,0-1 0 0 0,0 0-1 0 0,0-1 1 0 0,0 1 0 0 0,0-2-1 0 0,11 2 1 0 0,-13-2 50 0 0,21-8 1210 0 0,-27 7-1249 0 0,0-1 1 0 0,0 1-1 0 0,-1 0 0 0 0,1 0 0 0 0,0 0 0 0 0,-1 0 1 0 0,1 0-1 0 0,-1 0 0 0 0,1 0 0 0 0,-1 1 1 0 0,0-1-1 0 0,1 0 0 0 0,-1 1 0 0 0,0-1 0 0 0,1 1 1 0 0,-1 0-1 0 0,0 0 0 0 0,0-1 0 0 0,1 1 1 0 0,-1 0-1 0 0,0 0 0 0 0,0 1 0 0 0,1-1 1 0 0,-1 0-1 0 0,0 1 0 0 0,-2 0 0 0 0,-58 17 23 0 0,50-14-114 0 0,-57 22-2604 0 0,28-6-5426 0 0,38-19 6189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07.060"/>
    </inkml:context>
    <inkml:brush xml:id="br0">
      <inkml:brushProperty name="width" value="0.035" units="cm"/>
      <inkml:brushProperty name="height" value="0.035" units="cm"/>
      <inkml:brushProperty name="color" value="#E71224"/>
    </inkml:brush>
  </inkml:definitions>
  <inkml:trace contextRef="#ctx0" brushRef="#br0">33 28 4064 0 0,'-1'-3'85'0'0,"-6"-18"3901"0"0,0 18-1906 0 0,-1 14-1641 0 0,6-6-377 0 0,0 0 0 0 0,1 0 0 0 0,-1 0 0 0 0,1 0 0 0 0,0 0 1 0 0,1 0-1 0 0,-1 1 0 0 0,1-1 0 0 0,0 0 0 0 0,0 0 0 0 0,1 0 1 0 0,-1 0-1 0 0,1 1 0 0 0,0-1 0 0 0,1 0 0 0 0,-1 0 0 0 0,1-1 1 0 0,0 1-1 0 0,0 0 0 0 0,1 0 0 0 0,-1-1 0 0 0,1 0 0 0 0,6 8 1 0 0,6 5-35 0 0,1 0 1 0 0,0 0-1 0 0,2-2 1 0 0,20 15-1 0 0,-19-15 16 0 0,-12-8 63 0 0,0 1 0 0 0,-1-1-1 0 0,1 1 1 0 0,-2 0 0 0 0,1 0-1 0 0,-1 1 1 0 0,0 0-1 0 0,-1 0 1 0 0,0 0 0 0 0,5 19-1 0 0,-9-27-98 0 0,0 1 0 0 0,0 0-1 0 0,0-1 1 0 0,0 1 0 0 0,0 0-1 0 0,-1-1 1 0 0,1 1 0 0 0,-1 0-1 0 0,1-1 1 0 0,-1 1 0 0 0,0-1-1 0 0,1 1 1 0 0,-1 0 0 0 0,0-1-1 0 0,0 0 1 0 0,0 1 0 0 0,0-1-1 0 0,0 0 1 0 0,0 1 0 0 0,-1-1-1 0 0,1 0 1 0 0,0 0 0 0 0,-1 0 0 0 0,1 0-1 0 0,0 0 1 0 0,-1 0 0 0 0,1-1-1 0 0,-1 1 1 0 0,0 0 0 0 0,-2 0-1 0 0,-5 2-524 0 0,0 0 0 0 0,0 0-1 0 0,0-1 1 0 0,-14 2 0 0 0,17-4-19 0 0,0 0 0 0 0,0 0 1 0 0,1 0-1 0 0,-1-1 0 0 0,0 1 1 0 0,1-2-1 0 0,-1 1 0 0 0,1 0 1 0 0,-1-1-1 0 0,-6-3 0 0 0,-7-6-1300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07.389"/>
    </inkml:context>
    <inkml:brush xml:id="br0">
      <inkml:brushProperty name="width" value="0.035" units="cm"/>
      <inkml:brushProperty name="height" value="0.035" units="cm"/>
      <inkml:brushProperty name="color" value="#E71224"/>
    </inkml:brush>
  </inkml:definitions>
  <inkml:trace contextRef="#ctx0" brushRef="#br0">0 130 3484 0 0,'11'-17'1388'0'0,"4"0"-179"0"0,2 0-173 0 0,-1 3-112 0 0,6 3-176 0 0,-1-3-116 0 0,4 3-140 0 0,1 2-100 0 0,3 1-52 0 0,-1 2-160 0 0,-1 2-312 0 0,-1 2-392 0 0,3 2-480 0 0,-3 0-1632 0 0,22 2-465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07.760"/>
    </inkml:context>
    <inkml:brush xml:id="br0">
      <inkml:brushProperty name="width" value="0.035" units="cm"/>
      <inkml:brushProperty name="height" value="0.035" units="cm"/>
      <inkml:brushProperty name="color" value="#E71224"/>
    </inkml:brush>
  </inkml:definitions>
  <inkml:trace contextRef="#ctx0" brushRef="#br0">0 84 3536 0 0,'1'0'99'0'0,"-1"0"0"0"0,0 0 0 0 0,1 0-1 0 0,-1 0 1 0 0,1 0 0 0 0,-1 0 0 0 0,1 0 0 0 0,-1 0-1 0 0,0 0 1 0 0,1 0 0 0 0,-1 0 0 0 0,1 0-1 0 0,-1 0 1 0 0,0 1 0 0 0,1-1 0 0 0,-1 0 0 0 0,0 0-1 0 0,1 0 1 0 0,-1 1 0 0 0,0-1 0 0 0,1 0-1 0 0,-1 1 1 0 0,0-1 0 0 0,1 0 0 0 0,-1 0 0 0 0,0 1-1 0 0,0-1 1 0 0,1 0 0 0 0,-1 1 0 0 0,0-1-1 0 0,0 1 1 0 0,0-1 0 0 0,0 0 0 0 0,1 1 0 0 0,-1-1-1 0 0,0 1 1 0 0,0-1 0 0 0,0 0 0 0 0,0 1-1 0 0,0-1 1 0 0,0 1 0 0 0,0-1 0 0 0,0 0 0 0 0,0 1-1 0 0,0-1 1 0 0,0 1 0 0 0,0-1 0 0 0,-1 1-1 0 0,1-1 1 0 0,0 0 0 0 0,0 1 0 0 0,0-1 0 0 0,-1 0-1 0 0,1 1 1 0 0,0-1 0 0 0,0 0 0 0 0,-1 1-1 0 0,1-1 1 0 0,0 0 0 0 0,0 1 0 0 0,-1-1 0 0 0,1 0-1 0 0,0 0 1 0 0,-1 1 0 0 0,1-1 0 0 0,-1 0-1 0 0,1 0 1 0 0,-1 1 0 0 0,49 0 1833 0 0,-30-2-1273 0 0,97 8 429 0 0,-42 3-4992 0 0,-69-10 1246 0 0</inkml:trace>
  <inkml:trace contextRef="#ctx0" brushRef="#br0" timeOffset="1">216 0 4476 0 0,'-9'11'870'0'0,"1"-1"-1"0"0,0 1 0 0 0,1 1 0 0 0,0 0 1 0 0,1 0-1 0 0,0 0 0 0 0,1 1 0 0 0,-5 17 0 0 0,6-15-862 0 0,0-1-1 0 0,1 1 0 0 0,1 0 0 0 0,0 0 1 0 0,1 0-1 0 0,1 0 0 0 0,1 16 0 0 0,0-27-536 0 0,-1-1-1 0 0,0 0 1 0 0,0 1 0 0 0,-1-1 0 0 0,1 0-1 0 0,-1 0 1 0 0,0 1 0 0 0,1-1-1 0 0,-2 0 1 0 0,0 3 0 0 0,0 0-529 0 0,-4 9-970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04.755"/>
    </inkml:context>
    <inkml:brush xml:id="br0">
      <inkml:brushProperty name="width" value="0.035" units="cm"/>
      <inkml:brushProperty name="height" value="0.035" units="cm"/>
      <inkml:brushProperty name="color" value="#E71224"/>
    </inkml:brush>
  </inkml:definitions>
  <inkml:trace contextRef="#ctx0" brushRef="#br0">180 7 1660 0 0,'9'-7'1808'0'0,"-5"8"1515"0"0,-4 2-3291 0 0,0 0 0 0 0,0-1 1 0 0,-1 1-1 0 0,1-1 0 0 0,-1 1 1 0 0,0-1-1 0 0,1 1 1 0 0,-1-1-1 0 0,0 1 0 0 0,0-1 1 0 0,-1 0-1 0 0,1 1 0 0 0,0-1 1 0 0,-1 0-1 0 0,0 0 0 0 0,-2 3 1 0 0,-38 43 214 0 0,23-28-56 0 0,-3 5 167 0 0,2 1-1 0 0,-19 32 1 0 0,35-51-247 0 0,-1 1 0 0 0,1 0 1 0 0,0 1-1 0 0,1-1 1 0 0,0 0-1 0 0,0 1 0 0 0,1 0 1 0 0,0 0-1 0 0,1 0 0 0 0,0 0 1 0 0,0 0-1 0 0,1 16 1 0 0,1-22-48 0 0,0 0 1 0 0,0 1 0 0 0,1-1 0 0 0,-1-1-1 0 0,1 1 1 0 0,-1 0 0 0 0,1 0-1 0 0,0 0 1 0 0,0-1 0 0 0,0 1 0 0 0,1-1-1 0 0,-1 0 1 0 0,0 1 0 0 0,1-1-1 0 0,0 0 1 0 0,-1-1 0 0 0,1 1 0 0 0,0 0-1 0 0,0-1 1 0 0,0 1 0 0 0,0-1 0 0 0,0 0-1 0 0,0 0 1 0 0,0 0 0 0 0,4 0-1 0 0,12 3 135 0 0,0 0 1 0 0,38 1-1 0 0,-40-4-164 0 0,-8 1-336 0 0,0-2 0 0 0,0 1 0 0 0,0-1 0 0 0,1-1 0 0 0,-1 0 0 0 0,0 0 0 0 0,0 0-1 0 0,0-1 1 0 0,0-1 0 0 0,-1 0 0 0 0,15-6 0 0 0,-22 9 95 0 0,0-1 0 0 0,0 1 0 0 0,0-1 0 0 0,0 0 0 0 0,0 1 0 0 0,0-1 0 0 0,0 0 0 0 0,0 0 0 0 0,0 0 0 0 0,-1 0 0 0 0,1 0 0 0 0,0 0 0 0 0,-1 0 0 0 0,1 0 0 0 0,0 0 0 0 0,-1 0 0 0 0,1 0 0 0 0,-1 0 0 0 0,1-3 0 0 0,0 1-688 0 0,6-16 334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05.097"/>
    </inkml:context>
    <inkml:brush xml:id="br0">
      <inkml:brushProperty name="width" value="0.035" units="cm"/>
      <inkml:brushProperty name="height" value="0.035" units="cm"/>
      <inkml:brushProperty name="color" value="#E71224"/>
    </inkml:brush>
  </inkml:definitions>
  <inkml:trace contextRef="#ctx0" brushRef="#br0">81 1 3172 0 0,'-4'2'1400'0'0,"-2"4"-953"0"0,1-1 0 0 0,-1 1 0 0 0,1 0 0 0 0,0 1 0 0 0,1-1 0 0 0,0 1 0 0 0,0 0 0 0 0,0 0 0 0 0,1 0 0 0 0,-1 0 0 0 0,2 1 0 0 0,-1-1 0 0 0,1 1 0 0 0,-2 13 0 0 0,-2 19-374 0 0,-1 68 0 0 0,5-69-1628 0 0,6 7-3989 0 0,2-34 4648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05.547"/>
    </inkml:context>
    <inkml:brush xml:id="br0">
      <inkml:brushProperty name="width" value="0.035" units="cm"/>
      <inkml:brushProperty name="height" value="0.035" units="cm"/>
      <inkml:brushProperty name="color" value="#E71224"/>
    </inkml:brush>
  </inkml:definitions>
  <inkml:trace contextRef="#ctx0" brushRef="#br0">4 120 2696 0 0,'0'0'877'0'0,"29"-39"1587"0"0,15-39-118 0 0,-43 75-1622 0 0,-31 51 59 0 0,14-22-534 0 0,10-18-170 0 0,1-1 1 0 0,0 1-1 0 0,1 0 0 0 0,0 0 1 0 0,-4 10-1 0 0,8-17-62 0 0,0 0 0 0 0,0 0 0 0 0,0 1-1 0 0,1-1 1 0 0,-1 0 0 0 0,0 0 0 0 0,0 0 0 0 0,1 0 0 0 0,-1 0-1 0 0,0 0 1 0 0,1 0 0 0 0,-1 0 0 0 0,1 0 0 0 0,-1 0 0 0 0,1 0 0 0 0,0 0-1 0 0,-1 0 1 0 0,1 0 0 0 0,0-1 0 0 0,0 1 0 0 0,-1 0 0 0 0,1 0-1 0 0,0-1 1 0 0,0 1 0 0 0,0-1 0 0 0,0 1 0 0 0,0-1 0 0 0,0 1 0 0 0,0-1-1 0 0,0 1 1 0 0,2-1 0 0 0,37 12-42 0 0,-33-11 44 0 0,6 4 112 0 0,-1 0 0 0 0,1 0 1 0 0,-1 1-1 0 0,0 1 0 0 0,0 0 1 0 0,-1 0-1 0 0,0 1 0 0 0,0 1 1 0 0,16 17-1 0 0,-24-23-108 0 0,0 0 0 0 0,0-1 0 0 0,-1 1 0 0 0,0 1 0 0 0,1-1 0 0 0,-1 0 0 0 0,0 0 0 0 0,-1 1 0 0 0,1 0 0 0 0,0-1 0 0 0,-1 1 0 0 0,0 0 0 0 0,0-1-1 0 0,0 1 1 0 0,0 0 0 0 0,-1 0 0 0 0,0 0 0 0 0,1 0 0 0 0,-1 0 0 0 0,-1 0 0 0 0,1-1 0 0 0,0 1 0 0 0,-1 0 0 0 0,0 0 0 0 0,0 0 0 0 0,0 0 0 0 0,-1-1 0 0 0,1 1 0 0 0,-1-1 0 0 0,0 1 0 0 0,0-1 0 0 0,0 1 0 0 0,0-1 0 0 0,0 0 0 0 0,-1 0 0 0 0,0 0 0 0 0,-4 3 0 0 0,3-1-296 0 0,-1-1 1 0 0,0-1-1 0 0,-1 1 0 0 0,1 0 1 0 0,-1-1-1 0 0,1 0 0 0 0,-10 3 1 0 0,-40 8-5637 0 0,52-13 4093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05.877"/>
    </inkml:context>
    <inkml:brush xml:id="br0">
      <inkml:brushProperty name="width" value="0.035" units="cm"/>
      <inkml:brushProperty name="height" value="0.035" units="cm"/>
      <inkml:brushProperty name="color" value="#E71224"/>
    </inkml:brush>
  </inkml:definitions>
  <inkml:trace contextRef="#ctx0" brushRef="#br0">0 170 3332 0 0,'13'-21'1532'0'0,"2"4"-199"0"0,0 0-193 0 0,2 2-252 0 0,2 1-116 0 0,0-3-104 0 0,4 4-84 0 0,0 1-188 0 0,1 1-52 0 0,-1-1-300 0 0,2 5-324 0 0,-1 3-380 0 0,1-2-736 0 0,-4 3-1120 0 0,19 3-237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10.826"/>
    </inkml:context>
    <inkml:brush xml:id="br0">
      <inkml:brushProperty name="width" value="0.035" units="cm"/>
      <inkml:brushProperty name="height" value="0.035" units="cm"/>
      <inkml:brushProperty name="color" value="#E71224"/>
    </inkml:brush>
  </inkml:definitions>
  <inkml:trace contextRef="#ctx0" brushRef="#br0">287 16 3004 0 0,'0'-1'162'0'0,"1"1"0"0"0,-1-1-1 0 0,0 1 1 0 0,0-1 0 0 0,0 1-1 0 0,1-1 1 0 0,-1 1 0 0 0,0-1-1 0 0,0 1 1 0 0,0-1 0 0 0,0 1-1 0 0,0-1 1 0 0,0 1 0 0 0,0-1-1 0 0,0 1 1 0 0,0-1 0 0 0,0 1-1 0 0,0-1 1 0 0,0 1 0 0 0,-1-1-1 0 0,1 1 1 0 0,0-1 0 0 0,0 1-1 0 0,0-1 1 0 0,-1 1 0 0 0,1-1-1 0 0,0 1 1 0 0,-1-1 0 0 0,1 1-1 0 0,-1-1 1 0 0,-5 2 55 0 0,0-1 0 0 0,0 1 0 0 0,0 1 0 0 0,0-1 0 0 0,0 1 0 0 0,0 0-1 0 0,0 1 1 0 0,1-1 0 0 0,-1 1 0 0 0,1 0 0 0 0,0 1 0 0 0,0-1 0 0 0,0 1 0 0 0,0 0 0 0 0,1 0 0 0 0,-1 0 0 0 0,1 1-1 0 0,0 0 1 0 0,-4 6 0 0 0,-13 17 207 0 0,1 0 0 0 0,-16 34 0 0 0,35-60-400 0 0,-15 25 184 0 0,2 1 0 0 0,2 1 0 0 0,0 0 1 0 0,2 1-1 0 0,1 0 0 0 0,2 0 0 0 0,1 1 0 0 0,1 0 0 0 0,1 0 1 0 0,2 35-1 0 0,2-50-194 0 0,1 0 0 0 0,1-1 1 0 0,1 1-1 0 0,0-1 0 0 0,1 0 0 0 0,1 0 1 0 0,0 0-1 0 0,1-1 0 0 0,12 21 0 0 0,-11-24-130 0 0,0 0-1 0 0,1-1 1 0 0,0 0-1 0 0,1 0 0 0 0,0-1 1 0 0,1 0-1 0 0,0-1 0 0 0,0 0 1 0 0,1-1-1 0 0,0 0 0 0 0,0 0 1 0 0,21 8-1 0 0,-15-9-1484 0 0,0-1-1 0 0,0 0 1 0 0,0-1-1 0 0,28 3 1 0 0,-7-3-1530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08.400"/>
    </inkml:context>
    <inkml:brush xml:id="br0">
      <inkml:brushProperty name="width" value="0.035" units="cm"/>
      <inkml:brushProperty name="height" value="0.035" units="cm"/>
      <inkml:brushProperty name="color" value="#E71224"/>
    </inkml:brush>
  </inkml:definitions>
  <inkml:trace contextRef="#ctx0" brushRef="#br0">2 85 3108 0 0,'-1'-2'204'0'0,"1"1"-1"0"0,0-1 0 0 0,-1 1 1 0 0,1-1-1 0 0,0 1 1 0 0,0-1-1 0 0,0 0 0 0 0,0 1 1 0 0,1-1-1 0 0,-1 1 1 0 0,0-1-1 0 0,1 1 0 0 0,-1-1 1 0 0,1 1-1 0 0,0-1 1 0 0,-1 1-1 0 0,1-1 0 0 0,0 1 1 0 0,0 0-1 0 0,0-1 1 0 0,0 1-1 0 0,2-2 0 0 0,1-1 74 0 0,-1 1-1 0 0,2 0 1 0 0,-1 0 0 0 0,0 0-1 0 0,0 1 1 0 0,1-1-1 0 0,6-2 1 0 0,3 0 52 0 0,1 1 0 0 0,-1 0 1 0 0,1 1-1 0 0,19-2 0 0 0,-28 4-238 0 0,1 1 1 0 0,-1 0-1 0 0,1 0 1 0 0,-1 0-1 0 0,1 1 0 0 0,-1 0 1 0 0,1 0-1 0 0,-1 1 1 0 0,0 0-1 0 0,0 0 0 0 0,0 0 1 0 0,0 1-1 0 0,0 0 0 0 0,0 0 1 0 0,-1 1-1 0 0,1-1 1 0 0,-1 1-1 0 0,0 0 0 0 0,0 1 1 0 0,0-1-1 0 0,-1 1 0 0 0,0 0 1 0 0,0 0-1 0 0,6 10 1 0 0,-4-5 30 0 0,-1 1 0 0 0,-1 0 1 0 0,0 0-1 0 0,0 0 1 0 0,-1 0-1 0 0,0 1 0 0 0,-1-1 1 0 0,0 1-1 0 0,-1 0 1 0 0,-1 0-1 0 0,0-1 0 0 0,-2 24 1 0 0,-59 276 768 0 0,57-296-1321 0 0,0 0 1 0 0,-1 0 0 0 0,-1 0 0 0 0,0 0 0 0 0,-11 17-1 0 0,12-25-713 0 0,0 0 0 0 0,-1 0 0 0 0,1 0 0 0 0,-1-1 0 0 0,-1 0 0 0 0,-12 10 0 0 0,-3 0-1264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08.760"/>
    </inkml:context>
    <inkml:brush xml:id="br0">
      <inkml:brushProperty name="width" value="0.035" units="cm"/>
      <inkml:brushProperty name="height" value="0.035" units="cm"/>
      <inkml:brushProperty name="color" value="#E71224"/>
    </inkml:brush>
  </inkml:definitions>
  <inkml:trace contextRef="#ctx0" brushRef="#br0">1 197 3836 0 0,'8'-15'1789'0'0,"3"1"-273"0"0,1 1-324 0 0,3 2-144 0 0,-2-1-124 0 0,2 1-48 0 0,2 1-312 0 0,-1 1-144 0 0,4 1-60 0 0,-1-1-144 0 0,4 1 124 0 0,-2-2-380 0 0,7-1-304 0 0,-1 3-392 0 0,1-1-588 0 0,1-3-1804 0 0,-1-1 919 0 0,-1 0 337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09.101"/>
    </inkml:context>
    <inkml:brush xml:id="br0">
      <inkml:brushProperty name="width" value="0.035" units="cm"/>
      <inkml:brushProperty name="height" value="0.035" units="cm"/>
      <inkml:brushProperty name="color" value="#E71224"/>
    </inkml:brush>
  </inkml:definitions>
  <inkml:trace contextRef="#ctx0" brushRef="#br0">199 127 4652 0 0,'-4'1'1592'0'0,"-24"17"1871"0"0,27-18-3364 0 0,1 0 0 0 0,-1 1 0 0 0,1-1 1 0 0,-1 1-1 0 0,1 0 0 0 0,0-1 0 0 0,-1 1 0 0 0,1-1 0 0 0,-1 1 0 0 0,1 0 0 0 0,0-1 1 0 0,0 1-1 0 0,0 0 0 0 0,-1-1 0 0 0,1 1 0 0 0,0 0 0 0 0,0-1 0 0 0,0 1 1 0 0,0 0-1 0 0,0-1 0 0 0,0 1 0 0 0,0 1 0 0 0,1-1-44 0 0,0 0-1 0 0,-1 0 1 0 0,1 0-1 0 0,0 0 1 0 0,0 0 0 0 0,0 0-1 0 0,0 0 1 0 0,0 0-1 0 0,0 0 1 0 0,0-1-1 0 0,0 1 1 0 0,0 0-1 0 0,0-1 1 0 0,0 1 0 0 0,0-1-1 0 0,0 1 1 0 0,1-1-1 0 0,1 1 1 0 0,3 0 21 0 0,1 0 1 0 0,0 0 0 0 0,0-1-1 0 0,-1 1 1 0 0,1-2 0 0 0,0 1-1 0 0,0-1 1 0 0,0 0-1 0 0,-1 0 1 0 0,1-1 0 0 0,-1 0-1 0 0,1 0 1 0 0,-1 0 0 0 0,0-1-1 0 0,1 0 1 0 0,5-4-1 0 0,-6 4-25 0 0,0-1-1 0 0,0 1 0 0 0,0-1 0 0 0,-1 0 1 0 0,1-1-1 0 0,-1 0 0 0 0,0 1 0 0 0,0-1 1 0 0,-1-1-1 0 0,1 1 0 0 0,-1-1 0 0 0,-1 0 1 0 0,1 0-1 0 0,-1 0 0 0 0,0 0 0 0 0,3-9 1 0 0,-5 13-32 0 0,0 0 1 0 0,-1 0 0 0 0,1 1-1 0 0,-1-1 1 0 0,0 0-1 0 0,1 0 1 0 0,-1 0 0 0 0,0 0-1 0 0,0 0 1 0 0,0 0 0 0 0,0 0-1 0 0,-1 1 1 0 0,1-1-1 0 0,0 0 1 0 0,-1 0 0 0 0,0 0-1 0 0,1 0 1 0 0,-1 1-1 0 0,0-1 1 0 0,0 0 0 0 0,0 1-1 0 0,0-1 1 0 0,0 0 0 0 0,0 1-1 0 0,0 0 1 0 0,-1-1-1 0 0,1 1 1 0 0,0 0 0 0 0,-1-1-1 0 0,1 1 1 0 0,-1 0-1 0 0,1 0 1 0 0,-1 0 0 0 0,0 0-1 0 0,0 1 1 0 0,1-1 0 0 0,-1 0-1 0 0,0 1 1 0 0,0-1-1 0 0,0 1 1 0 0,0-1 0 0 0,-2 1-1 0 0,-5-1-16 0 0,-1 1 0 0 0,1 0 0 0 0,0 1-1 0 0,0 0 1 0 0,0 1 0 0 0,1-1 0 0 0,-1 2 0 0 0,-9 2-1 0 0,-6 4-78 0 0,0 2-1 0 0,1 0 0 0 0,0 1 0 0 0,-26 19 0 0 0,38-24-227 0 0,1 1 1 0 0,0 0-1 0 0,0 1 1 0 0,1 0 0 0 0,0 0-1 0 0,0 1 1 0 0,1 0-1 0 0,1 1 1 0 0,0 0 0 0 0,-8 15-1 0 0,14-25 95 0 0,0 1-1 0 0,1-1 1 0 0,-1 1 0 0 0,1-1-1 0 0,-1 1 1 0 0,1-1 0 0 0,-1 1-1 0 0,1-1 1 0 0,0 1 0 0 0,0 0-1 0 0,0-1 1 0 0,0 1 0 0 0,0 0-1 0 0,0-1 1 0 0,0 1-1 0 0,1-1 1 0 0,-1 1 0 0 0,1-1-1 0 0,-1 1 1 0 0,1 0 0 0 0,-1-1-1 0 0,1 0 1 0 0,0 1 0 0 0,0-1-1 0 0,-1 1 1 0 0,1-1 0 0 0,0 0-1 0 0,1 0 1 0 0,-1 1 0 0 0,0-1-1 0 0,0 0 1 0 0,0 0 0 0 0,1 0-1 0 0,0 1 1 0 0,0-1-1363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09.431"/>
    </inkml:context>
    <inkml:brush xml:id="br0">
      <inkml:brushProperty name="width" value="0.035" units="cm"/>
      <inkml:brushProperty name="height" value="0.035" units="cm"/>
      <inkml:brushProperty name="color" value="#E71224"/>
    </inkml:brush>
  </inkml:definitions>
  <inkml:trace contextRef="#ctx0" brushRef="#br0">204 4 4344 0 0,'0'0'1309'0'0,"17"-3"1688"0"0,-10 14-2316 0 0,0 0 1 0 0,-1 1-1 0 0,0-1 0 0 0,0 2 0 0 0,-2-1 1 0 0,7 22-1 0 0,1 4 110 0 0,-7-25-638 0 0,-1 0 1 0 0,-1 0-1 0 0,0 0 0 0 0,-1 1 0 0 0,-1-1 1 0 0,0 0-1 0 0,0 1 0 0 0,-2-1 1 0 0,1 1-1 0 0,-2-1 0 0 0,0 1 0 0 0,0-1 1 0 0,-1 0-1 0 0,-1 0 0 0 0,0 0 1 0 0,-1-1-1 0 0,0 1 0 0 0,-1-1 1 0 0,-1 0-1 0 0,0-1 0 0 0,-10 13 0 0 0,10-14-388 0 0,-2 0 0 0 0,1-1-1 0 0,-1 0 1 0 0,-1-1-1 0 0,0 0 1 0 0,0-1-1 0 0,0 0 1 0 0,-1 0-1 0 0,0-1 1 0 0,0-1-1 0 0,-1 0 1 0 0,1 0 0 0 0,-1-1-1 0 0,-19 4 1 0 0,28-8-343 0 0,-1 1 0 0 0,0-1 0 0 0,0 0 0 0 0,0 0 0 0 0,0-1 0 0 0,0 1 0 0 0,0-1 0 0 0,0 0 0 0 0,-6-2 0 0 0,-4-1-1655 0 0,11 4-377 0 0</inkml:trace>
  <inkml:trace contextRef="#ctx0" brushRef="#br0" timeOffset="1">742 296 4004 0 0,'121'-18'7003'0'0,"3"8"-3752"0"0,-12 0-3705 0 0,-3-5-3434 0 0,-88 10-241 0 0,-15 3 3464 0 0,-2 1-1029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09.774"/>
    </inkml:context>
    <inkml:brush xml:id="br0">
      <inkml:brushProperty name="width" value="0.035" units="cm"/>
      <inkml:brushProperty name="height" value="0.035" units="cm"/>
      <inkml:brushProperty name="color" value="#E71224"/>
    </inkml:brush>
  </inkml:definitions>
  <inkml:trace contextRef="#ctx0" brushRef="#br0">58 1 4248 0 0,'-15'19'1481'0'0,"5"0"-317"0"0,-1 2-324 0 0,5 0-164 0 0,-1 0-152 0 0,5 0-164 0 0,-2-2-344 0 0,2 0-600 0 0,2-6-1944 0 0,2 2 695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10.107"/>
    </inkml:context>
    <inkml:brush xml:id="br0">
      <inkml:brushProperty name="width" value="0.035" units="cm"/>
      <inkml:brushProperty name="height" value="0.035" units="cm"/>
      <inkml:brushProperty name="color" value="#E71224"/>
    </inkml:brush>
  </inkml:definitions>
  <inkml:trace contextRef="#ctx0" brushRef="#br0">277 42 2448 0 0,'-2'-2'212'0'0,"1"-1"-1"0"0,-1 0 1 0 0,0 1 0 0 0,0-1-1 0 0,0 0 1 0 0,0 1-1 0 0,0 0 1 0 0,0 0-1 0 0,0 0 1 0 0,-1 0 0 0 0,1 0-1 0 0,-1 0 1 0 0,0 0-1 0 0,1 1 1 0 0,-1-1 0 0 0,0 1-1 0 0,0 0 1 0 0,0 0-1 0 0,0 0 1 0 0,0 0-1 0 0,0 1 1 0 0,0-1 0 0 0,-1 1-1 0 0,1 0 1 0 0,0 0-1 0 0,0 0 1 0 0,0 0-1 0 0,0 0 1 0 0,0 1 0 0 0,0-1-1 0 0,-1 1 1 0 0,1 0-1 0 0,0 0 1 0 0,0 0 0 0 0,1 0-1 0 0,-1 1 1 0 0,0-1-1 0 0,-3 3 1 0 0,-1 0-10 0 0,0 1 1 0 0,0 0-1 0 0,0 0 0 0 0,1 0 1 0 0,0 1-1 0 0,0 0 1 0 0,1 0-1 0 0,-1 1 0 0 0,1-1 1 0 0,1 1-1 0 0,-1 0 0 0 0,1 0 1 0 0,-6 15-1 0 0,7-11-94 0 0,0 1-1 0 0,1 0 0 0 0,0-1 0 0 0,1 1 1 0 0,1 0-1 0 0,-1 0 0 0 0,2 0 0 0 0,0 0 1 0 0,0 0-1 0 0,1 0 0 0 0,0 0 0 0 0,1-1 1 0 0,7 17-1 0 0,6 9 19 0 0,1 0 0 0 0,37 56 1 0 0,-14-25-38 0 0,-29-38 19 0 0,-11-30-99 0 0,0 1 0 0 0,0 0 0 0 0,0 0 0 0 0,0-1 0 0 0,0 1 0 0 0,0 0 0 0 0,0 0 0 0 0,0-1 0 0 0,0 1 0 0 0,0 0 0 0 0,-1-1 0 0 0,1 1 0 0 0,0 0 0 0 0,0-1 0 0 0,-1 1 0 0 0,1 0 0 0 0,0-1 0 0 0,-1 1 0 0 0,1 0 1 0 0,-1-1-1 0 0,1 1 0 0 0,-1-1 0 0 0,1 1 0 0 0,-1-1 0 0 0,1 1 0 0 0,-1-1 0 0 0,0 1 0 0 0,1-1 0 0 0,-1 0 0 0 0,0 1 0 0 0,1-1 0 0 0,-1 0 0 0 0,0 0 0 0 0,1 1 0 0 0,-1-1 0 0 0,0 0 0 0 0,0 0 0 0 0,1 0 0 0 0,-1 0 0 0 0,0 0 0 0 0,0 0 0 0 0,1 0 0 0 0,-2 0 0 0 0,-14 0 192 0 0,1 0 1 0 0,-1-1-1 0 0,1-1 0 0 0,0-1 0 0 0,0 0 1 0 0,0-1-1 0 0,0 0 0 0 0,0-1 0 0 0,1-1 1 0 0,0 0-1 0 0,-25-15 0 0 0,39 20-193 0 0,-1 1 0 0 0,1-1-1 0 0,-1 0 1 0 0,1 1 0 0 0,-1-1 0 0 0,1 0 0 0 0,-1 0 0 0 0,1 0-1 0 0,0 1 1 0 0,-1-1 0 0 0,1 0 0 0 0,0 0 0 0 0,0 0-1 0 0,0 0 1 0 0,0 1 0 0 0,0-1 0 0 0,0 0 0 0 0,0 0 0 0 0,0 0-1 0 0,0 0 1 0 0,0 0 0 0 0,0 1 0 0 0,0-1 0 0 0,0 0-1 0 0,1 0 1 0 0,-1 0 0 0 0,0 0 0 0 0,1 1 0 0 0,-1-1 0 0 0,1 0-1 0 0,-1 0 1 0 0,1 1 0 0 0,-1-1 0 0 0,1 0 0 0 0,-1 1-1 0 0,1-1 1 0 0,0 1 0 0 0,-1-1 0 0 0,2 0 0 0 0,28-23-175 0 0,-29 23 121 0 0,6-4 7 0 0,69-48-3134 0 0,31-30-5846 0 0,-78 60 6155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11.671"/>
    </inkml:context>
    <inkml:brush xml:id="br0">
      <inkml:brushProperty name="width" value="0.035" units="cm"/>
      <inkml:brushProperty name="height" value="0.035" units="cm"/>
      <inkml:brushProperty name="color" value="#E71224"/>
    </inkml:brush>
  </inkml:definitions>
  <inkml:trace contextRef="#ctx0" brushRef="#br0">201 2 3736 0 0,'7'-1'479'0'0,"0"1"1"0"0,1-1-1 0 0,-1 1 0 0 0,0 1 0 0 0,0 0 0 0 0,0 0 0 0 0,0 0 0 0 0,0 1 1 0 0,0-1-1 0 0,0 2 0 0 0,0-1 0 0 0,-1 1 0 0 0,9 5 0 0 0,-9-4-272 0 0,-1 0-1 0 0,1 0 0 0 0,-1 0 0 0 0,-1 1 1 0 0,1 0-1 0 0,-1 0 0 0 0,1 0 1 0 0,-2 0-1 0 0,1 1 0 0 0,0 0 0 0 0,-1 0 1 0 0,0 0-1 0 0,-1 0 0 0 0,4 11 1 0 0,-1-1 7 0 0,-2 0 0 0 0,0 0 1 0 0,0 0-1 0 0,-2 1 0 0 0,0-1 1 0 0,-1 1-1 0 0,0-1 0 0 0,-6 32 1 0 0,1-23 6 0 0,-2-1 0 0 0,0 0 0 0 0,-1 0 0 0 0,-2-1 0 0 0,-17 32 0 0 0,8-22-611 0 0,-2-1 0 0 0,-1-1 0 0 0,-1-1 0 0 0,-2-1-1 0 0,-1 0 1 0 0,-2-3 0 0 0,-49 39 0 0 0,17-25-7255 0 0,43-32 5045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12.821"/>
    </inkml:context>
    <inkml:brush xml:id="br0">
      <inkml:brushProperty name="width" value="0.035" units="cm"/>
      <inkml:brushProperty name="height" value="0.035" units="cm"/>
      <inkml:brushProperty name="color" value="#E71224"/>
    </inkml:brush>
  </inkml:definitions>
  <inkml:trace contextRef="#ctx0" brushRef="#br0">144 20 2452 0 0,'-5'2'1574'0'0,"-32"23"1524"0"0,34-23-2826 0 0,1-1 1 0 0,0 1-1 0 0,0 0 1 0 0,0 0 0 0 0,0 0-1 0 0,0 0 1 0 0,0 0-1 0 0,1 1 1 0 0,-1-1 0 0 0,1 0-1 0 0,-1 1 1 0 0,1-1-1 0 0,0 1 1 0 0,0-1-1 0 0,-1 6 1 0 0,2-8-244 0 0,0 0-1 0 0,0 1 1 0 0,-1-1-1 0 0,1 0 1 0 0,0 1 0 0 0,0-1-1 0 0,0 0 1 0 0,0 1-1 0 0,0-1 1 0 0,0 0 0 0 0,0 1-1 0 0,0-1 1 0 0,0 0-1 0 0,1 1 1 0 0,-1-1 0 0 0,0 0-1 0 0,0 0 1 0 0,0 1-1 0 0,0-1 1 0 0,0 0-1 0 0,0 1 1 0 0,1-1 0 0 0,-1 0-1 0 0,0 1 1 0 0,0-1-1 0 0,0 0 1 0 0,1 0 0 0 0,-1 0-1 0 0,0 1 1 0 0,1-1-1 0 0,-1 0 1 0 0,0 0 0 0 0,0 0-1 0 0,1 1 1 0 0,-1-1-1 0 0,0 0 1 0 0,1 0 0 0 0,-1 0-1 0 0,0 0 1 0 0,1 0-1 0 0,-1 0 1 0 0,0 0-1 0 0,1 0 1 0 0,-1 0 0 0 0,0 0-1 0 0,1 0 1 0 0,17-11 430 0 0,10-18-300 0 0,-5-11 105 0 0,-22 37-228 0 0,0 3-34 0 0,-1-1 0 0 0,0 1-1 0 0,0-1 1 0 0,1 1 0 0 0,-1-1 0 0 0,0 1-1 0 0,0-1 1 0 0,1 1 0 0 0,-1-1 0 0 0,0 1-1 0 0,0-1 1 0 0,0 0 0 0 0,0 1 0 0 0,0-1-1 0 0,0 1 1 0 0,0-1 0 0 0,0 1-1 0 0,0-1 1 0 0,0 1 0 0 0,0-1 0 0 0,0 0-1 0 0,-1 1 1 0 0,1-1 0 0 0,0 0 0 0 0,-4 4 0 0 0,0-1 0 0 0,0 1 0 0 0,0 0 0 0 0,1 0 0 0 0,-1 0 0 0 0,1 0 0 0 0,0 1 0 0 0,0 0 0 0 0,0-1 0 0 0,1 1 0 0 0,-1 0 0 0 0,1 0 0 0 0,0 0 0 0 0,0 1 0 0 0,0-1 0 0 0,1 1 0 0 0,0-1 0 0 0,-1 1 0 0 0,2-1 0 0 0,-1 1 0 0 0,0-1 0 0 0,1 1 0 0 0,0 0 0 0 0,0-1 0 0 0,0 1 0 0 0,1 0 0 0 0,-1-1 0 0 0,1 1 0 0 0,0-1 0 0 0,1 1 0 0 0,-1-1 0 0 0,1 1 0 0 0,2 4 0 0 0,-2-7-31 0 0,0 0 1 0 0,0-1 0 0 0,-1 1 0 0 0,1-1-1 0 0,0 1 1 0 0,0-1 0 0 0,1 0 0 0 0,-1 0-1 0 0,0 0 1 0 0,0 0 0 0 0,0 0 0 0 0,1 0-1 0 0,-1-1 1 0 0,1 1 0 0 0,-1-1 0 0 0,0 1 0 0 0,1-1-1 0 0,-1 0 1 0 0,1 0 0 0 0,3 0 0 0 0,44-9-510 0 0,-44 8 506 0 0,16-5-21 0 0,1-1 0 0 0,-1-1-1 0 0,-1-1 1 0 0,1-1 0 0 0,-2-1-1 0 0,25-17 1 0 0,-42 26 266 0 0,-3 3-178 0 0,-1-1 0 0 0,1 0 0 0 0,0 1 0 0 0,0-1 0 0 0,0 0 0 0 0,0 1 0 0 0,0-1 0 0 0,0 1 0 0 0,0-1 0 0 0,0 0 0 0 0,0 1 0 0 0,0-1 0 0 0,0 0 0 0 0,0 1 0 0 0,0-1 0 0 0,1 1 0 0 0,-1-1 0 0 0,0 0 0 0 0,0 1 0 0 0,0-1 0 0 0,0 0 0 0 0,1 0 0 0 0,-1 1 0 0 0,0-1 0 0 0,0 0 0 0 0,0 1 0 0 0,1-1 0 0 0,-1 0 0 0 0,0 0 0 0 0,1 1 0 0 0,-1-1 0 0 0,0 0 0 0 0,1 0 0 0 0,-1 0 0 0 0,0 0 0 0 0,1 1 0 0 0,-1-1 0 0 0,0 0 0 0 0,1 0 0 0 0,-1 0 0 0 0,0 0 0 0 0,1 0 0 0 0,-1 0 0 0 0,0 0 0 0 0,1 0 0 0 0,-1 0 0 0 0,1 0 0 0 0,-1 0 0 0 0,0 0 0 0 0,1 0 0 0 0,-1 0 0 0 0,0 0 0 0 0,1-1 0 0 0,-1 1 0 0 0,0 0 0 0 0,1 0 0 0 0,-1 0 0 0 0,0 0 0 0 0,1-1 0 0 0,-1 1 0 0 0,0 0 0 0 0,1 0 0 0 0,-1-1 0 0 0,0 1 0 0 0,0 0 0 0 0,1-1 0 0 0,-6 13 203 0 0,0 0 1 0 0,-1 0-1 0 0,0-1 1 0 0,-1 0 0 0 0,0 0-1 0 0,-1 0 1 0 0,-14 14-1 0 0,3-1 69 0 0,-64 80 575 0 0,-58 79 51 0 0,124-157-893 0 0,1 1-1 0 0,1 1 0 0 0,1 0 1 0 0,2 1-1 0 0,-11 37 0 0 0,22-64-87 0 0,0 0 0 0 0,1 0 0 0 0,-1 1 0 0 0,1-1 0 0 0,-1 0 1 0 0,1 0-1 0 0,0 0 0 0 0,0 0 0 0 0,0 0 0 0 0,0 0 0 0 0,0 0 0 0 0,1 0 0 0 0,-1 0 0 0 0,1 0 0 0 0,-1 1 0 0 0,1-1 0 0 0,0-1 1 0 0,-1 1-1 0 0,1 0 0 0 0,0 0 0 0 0,0 0 0 0 0,1 0 0 0 0,1 2 0 0 0,-1-2-359 0 0,4-4-57 0 0,23-6-396 0 0,1-2 0 0 0,-2-1 0 0 0,43-23 0 0 0,11-5-497 0 0,-79 38 1208 0 0,39 12 121 0 0,-40-10 101 0 0,0 0 0 0 0,0 0 1 0 0,0 0-1 0 0,0 0 1 0 0,1 0-1 0 0,-2 1 1 0 0,1-1-1 0 0,0 1 0 0 0,0 0 1 0 0,0-1-1 0 0,-1 1 1 0 0,1 0-1 0 0,-1 0 1 0 0,1 0-1 0 0,-1 0 0 0 0,0 0 1 0 0,1 3-1 0 0,0-5-11 0 0,-1 1-1 0 0,0-1 1 0 0,0 1-1 0 0,0-1 1 0 0,0 1-1 0 0,0-1 0 0 0,1 0 1 0 0,-1 1-1 0 0,0-1 1 0 0,0 0-1 0 0,0 0 1 0 0,1 0-1 0 0,-1 0 1 0 0,0 0-1 0 0,0 0 1 0 0,1 0-1 0 0,-1-1 1 0 0,0 1-1 0 0,0 0 0 0 0,0-1 1 0 0,0 1-1 0 0,1-1 1 0 0,-1 1-1 0 0,0-1 1 0 0,0 1-1 0 0,0-1 1 0 0,0 0-1 0 0,0 0 1 0 0,0 1-1 0 0,0-1 1 0 0,-1 0-1 0 0,2-1 0 0 0,2-6 303 0 0,-1 1-1 0 0,0-1 0 0 0,0 0 0 0 0,-1 0 1 0 0,1 0-1 0 0,0-16 0 0 0,-2 21-272 0 0,-1 0-1 0 0,1 1 1 0 0,-1-1 0 0 0,0 0-1 0 0,0 1 1 0 0,-1-1 0 0 0,1 0-1 0 0,-1 1 1 0 0,1-1-1 0 0,-1 0 1 0 0,0 1 0 0 0,0-1-1 0 0,0 1 1 0 0,0-1 0 0 0,0 1-1 0 0,0 0 1 0 0,-1-1 0 0 0,1 1-1 0 0,-1 0 1 0 0,0 0-1 0 0,0 0 1 0 0,0 0 0 0 0,0 0-1 0 0,0 0 1 0 0,0 1 0 0 0,0-1-1 0 0,0 1 1 0 0,-5-3 0 0 0,4 3-55 0 0,-1-1 0 0 0,0 1 1 0 0,0 0-1 0 0,1 0 0 0 0,-1 0 0 0 0,0 0 1 0 0,0 0-1 0 0,0 1 0 0 0,0 0 1 0 0,0 0-1 0 0,0 0 0 0 0,0 0 1 0 0,0 1-1 0 0,0 0 0 0 0,1-1 1 0 0,-5 3-1 0 0,2 0-207 0 0,1-1 0 0 0,-1 2-1 0 0,1-1 1 0 0,0 1 0 0 0,-8 7 0 0 0,-9 12-4597 0 0,7-7-2926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13.586"/>
    </inkml:context>
    <inkml:brush xml:id="br0">
      <inkml:brushProperty name="width" value="0.035" units="cm"/>
      <inkml:brushProperty name="height" value="0.035" units="cm"/>
      <inkml:brushProperty name="color" value="#E71224"/>
    </inkml:brush>
  </inkml:definitions>
  <inkml:trace contextRef="#ctx0" brushRef="#br0">179 18 2868 0 0,'0'-11'2358'0'0,"0"11"-2310"0"0,0 0-1 0 0,0 0 1 0 0,0 0-1 0 0,0-1 1 0 0,0 1-1 0 0,0 0 1 0 0,0 0-1 0 0,1 0 0 0 0,-1 0 1 0 0,0 0-1 0 0,0-1 1 0 0,0 1-1 0 0,0 0 1 0 0,0 0-1 0 0,0 0 1 0 0,0 0-1 0 0,0-1 1 0 0,0 1-1 0 0,0 0 0 0 0,0 0 1 0 0,0 0-1 0 0,0 0 1 0 0,0-1-1 0 0,0 1 1 0 0,0 0-1 0 0,0 0 1 0 0,0 0-1 0 0,0 0 0 0 0,-1-1 1 0 0,1 1-1 0 0,0 0 1 0 0,0 0-1 0 0,0 0 1 0 0,0 0-1 0 0,0 0 1 0 0,0 0-1 0 0,0-1 1 0 0,-1 1-1 0 0,1 0 0 0 0,0 0 1 0 0,0 0-1 0 0,0 0 1 0 0,0 0-1 0 0,0 0 1 0 0,-1 0-1 0 0,1 0 1 0 0,0 0-1 0 0,0 0 0 0 0,0 0 1 0 0,0-1-1 0 0,0 1 1 0 0,-1 0-1 0 0,1 0 1 0 0,0 0-1 0 0,0 0 1 0 0,0 0-1 0 0,0 0 1 0 0,-1 1-1 0 0,1-1 0 0 0,-9 17 750 0 0,2 1-1 0 0,0 0 0 0 0,0 0 0 0 0,-5 31 0 0 0,-3 7-190 0 0,-23 51 161 0 0,18-56-754 0 0,3 0 1 0 0,2 1-1 0 0,-11 69 1 0 0,26-119-102 0 0,-1 0 0 0 0,1 0 0 0 0,0-1 1 0 0,-1 1-1 0 0,1 0 0 0 0,0 0 0 0 0,0 0 1 0 0,1 0-1 0 0,-1 0 0 0 0,0-1 0 0 0,1 1 1 0 0,-1 0-1 0 0,1 0 0 0 0,-1 0 0 0 0,1-1 1 0 0,0 1-1 0 0,0 0 0 0 0,0-1 0 0 0,0 1 1 0 0,0-1-1 0 0,1 3 0 0 0,0-3-37 0 0,-1-1 1 0 0,1 1-1 0 0,-1-1 0 0 0,1 1 0 0 0,-1-1 0 0 0,1 1 1 0 0,-1-1-1 0 0,1 0 0 0 0,0 0 0 0 0,-1 1 0 0 0,1-1 1 0 0,-1 0-1 0 0,1-1 0 0 0,0 1 0 0 0,-1 0 0 0 0,1 0 1 0 0,-1-1-1 0 0,1 1 0 0 0,1-1 0 0 0,9-4-684 0 0,0 0 0 0 0,-1-1-1 0 0,0 0 1 0 0,-1-1 0 0 0,11-8-1 0 0,12-10 40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13.930"/>
    </inkml:context>
    <inkml:brush xml:id="br0">
      <inkml:brushProperty name="width" value="0.035" units="cm"/>
      <inkml:brushProperty name="height" value="0.035" units="cm"/>
      <inkml:brushProperty name="color" value="#E71224"/>
    </inkml:brush>
  </inkml:definitions>
  <inkml:trace contextRef="#ctx0" brushRef="#br0">14 169 2352 0 0,'0'0'2964'0'0,"1"2"-2725"0"0,0-1 1 0 0,0 1 0 0 0,0 0-1 0 0,-1 0 1 0 0,1-1-1 0 0,-1 1 1 0 0,1 0 0 0 0,-1 0-1 0 0,0-1 1 0 0,1 1 0 0 0,-1 0-1 0 0,0 2 1 0 0,-2 3 106 0 0,-3 9 475 0 0,0-1 0 0 0,2 1 0 0 0,-2 17 0 0 0,5-29-688 0 0,-1 0-1 0 0,1 1 1 0 0,0-1-1 0 0,1 0 1 0 0,-1 0-1 0 0,1 0 0 0 0,0 0 1 0 0,0 0-1 0 0,0 0 1 0 0,1 0-1 0 0,-1 0 1 0 0,1 0-1 0 0,0 0 1 0 0,0-1-1 0 0,0 1 1 0 0,4 4-1 0 0,-5-7-98 0 0,1 0-1 0 0,-1 0 0 0 0,0 0 0 0 0,1 0 1 0 0,-1 0-1 0 0,0 0 0 0 0,1-1 0 0 0,-1 1 0 0 0,1-1 1 0 0,-1 1-1 0 0,1-1 0 0 0,-1 1 0 0 0,1-1 1 0 0,-1 0-1 0 0,1 0 0 0 0,-1 0 0 0 0,1 0 1 0 0,0 0-1 0 0,-1 0 0 0 0,1 0 0 0 0,-1 0 1 0 0,1 0-1 0 0,2-2 0 0 0,30-13 255 0 0,-24 8-220 0 0,0 0 1 0 0,-1-1-1 0 0,0 0 0 0 0,0 0 0 0 0,-1-1 0 0 0,0 0 0 0 0,0-1 0 0 0,-1 0 0 0 0,-1 0 0 0 0,0-1 0 0 0,0 1 0 0 0,-1-1 0 0 0,6-17 0 0 0,-8 18-18 0 0,0 0-1 0 0,0 0 0 0 0,-1 0 1 0 0,-1-1-1 0 0,0 1 0 0 0,0-1 0 0 0,-1 1 1 0 0,0-1-1 0 0,-1 1 0 0 0,0 0 1 0 0,-1-1-1 0 0,0 1 0 0 0,0 0 0 0 0,-1 0 1 0 0,-7-15-1 0 0,10 24-50 0 0,0 0 1 0 0,-1 0-1 0 0,1-1 1 0 0,-1 1-1 0 0,1 0 1 0 0,-1 0-1 0 0,1 0 1 0 0,-1 0-1 0 0,0 1 0 0 0,0-1 1 0 0,0 0-1 0 0,1 0 1 0 0,-1 0-1 0 0,0 0 1 0 0,0 1-1 0 0,0-1 1 0 0,0 0-1 0 0,0 1 0 0 0,0-1 1 0 0,0 1-1 0 0,0-1 1 0 0,0 1-1 0 0,-1 0 1 0 0,1-1-1 0 0,0 1 1 0 0,0 0-1 0 0,0 0 1 0 0,-2 0-1 0 0,0 0-7 0 0,1 1 1 0 0,-1 0-1 0 0,1 0 0 0 0,0 0 1 0 0,0 0-1 0 0,-1 1 0 0 0,1-1 1 0 0,0 0-1 0 0,0 1 0 0 0,0-1 1 0 0,1 1-1 0 0,-4 3 0 0 0,-5 7-207 0 0,1 0 0 0 0,0 0 0 0 0,-9 18 0 0 0,13-20-223 0 0,1-1 0 0 0,-1 1-1 0 0,1 0 1 0 0,1 1 0 0 0,-5 19 0 0 0,8-28 194 0 0,-1 0 0 0 0,1 1 0 0 0,0-1 0 0 0,-1 0 1 0 0,1 0-1 0 0,0 0 0 0 0,0 1 0 0 0,0-1 0 0 0,1 0 0 0 0,-1 0 0 0 0,0 1 0 0 0,1-1 0 0 0,0 0 1 0 0,-1 0-1 0 0,1 0 0 0 0,0 0 0 0 0,0 0 0 0 0,0 0 0 0 0,0 0 0 0 0,1 0 0 0 0,-1 0 0 0 0,0 0 0 0 0,1-1 1 0 0,-1 1-1 0 0,1-1 0 0 0,0 1 0 0 0,-1-1 0 0 0,1 1 0 0 0,0-1 0 0 0,0 0 0 0 0,0 0 0 0 0,0 0 1 0 0,0 0-1 0 0,4 1 0 0 0,13 1-1328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14.284"/>
    </inkml:context>
    <inkml:brush xml:id="br0">
      <inkml:brushProperty name="width" value="0.035" units="cm"/>
      <inkml:brushProperty name="height" value="0.035" units="cm"/>
      <inkml:brushProperty name="color" value="#E71224"/>
    </inkml:brush>
  </inkml:definitions>
  <inkml:trace contextRef="#ctx0" brushRef="#br0">108 218 2932 0 0,'4'32'3332'0'0,"-4"-21"-2477"0"0,1 0-1 0 0,1 1 1 0 0,0-1-1 0 0,1 0 1 0 0,4 12-1 0 0,-5-19-754 0 0,-1-1 0 0 0,1 0 1 0 0,0 1-1 0 0,0-1 0 0 0,0 0 0 0 0,1 0 0 0 0,-1-1 0 0 0,1 1 0 0 0,0 0 0 0 0,-1-1 0 0 0,1 0 0 0 0,0 0 0 0 0,1 1 1 0 0,-1-2-1 0 0,0 1 0 0 0,0 0 0 0 0,1-1 0 0 0,-1 1 0 0 0,1-1 0 0 0,4 1 0 0 0,1-1 15 0 0,1 1 0 0 0,-1-2-1 0 0,0 1 1 0 0,1-1-1 0 0,-1-1 1 0 0,0 0 0 0 0,0 0-1 0 0,1-1 1 0 0,-1 0 0 0 0,0 0-1 0 0,0-1 1 0 0,-1 0 0 0 0,1-1-1 0 0,-1 0 1 0 0,1 0-1 0 0,-1-1 1 0 0,0 0 0 0 0,-1 0-1 0 0,1-1 1 0 0,6-7 0 0 0,-8 8 40 0 0,0-1-1 0 0,0 1 1 0 0,-1-1 0 0 0,0-1 0 0 0,0 1 0 0 0,0-1 0 0 0,-1 1 0 0 0,0-1 0 0 0,-1-1-1 0 0,1 1 1 0 0,-1 0 0 0 0,-1-1 0 0 0,1 0 0 0 0,-1 0 0 0 0,-1 1 0 0 0,1-1 0 0 0,-1 0 0 0 0,-1 0-1 0 0,1 0 1 0 0,-1 0 0 0 0,-1-1 0 0 0,0 1 0 0 0,-2-11 0 0 0,1 12-89 0 0,0-1 0 0 0,-1 1 0 0 0,0-1-1 0 0,-1 1 1 0 0,0 0 0 0 0,0 0 0 0 0,0 0 0 0 0,-1 1 0 0 0,1 0 0 0 0,-2 0 0 0 0,1 0 0 0 0,-1 0 0 0 0,0 1 0 0 0,0 0 0 0 0,0 0-1 0 0,-1 0 1 0 0,0 1 0 0 0,1 0 0 0 0,-2 0 0 0 0,1 1 0 0 0,0 0 0 0 0,-1 0 0 0 0,1 1 0 0 0,-1 0 0 0 0,0 0 0 0 0,0 1 0 0 0,0 0-1 0 0,-9 0 1 0 0,5 1-323 0 0,-1 0 0 0 0,1 1 0 0 0,0 0 0 0 0,-1 1 0 0 0,1 1 0 0 0,0-1 0 0 0,0 2 0 0 0,0 0 0 0 0,0 0 0 0 0,1 1 0 0 0,-1 1 0 0 0,1 0 0 0 0,1 0 1 0 0,-1 1-1 0 0,1 1 0 0 0,0 0 0 0 0,-11 12 0 0 0,18-17 89 0 0,-2 1-768 0 0,0 1 1 0 0,1 0 0 0 0,0 0 0 0 0,0 0-1 0 0,0 1 1 0 0,1-1 0 0 0,-1 1-1 0 0,1 0 1 0 0,-3 9 0 0 0,3 6-3020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16.451"/>
    </inkml:context>
    <inkml:brush xml:id="br0">
      <inkml:brushProperty name="width" value="0.035" units="cm"/>
      <inkml:brushProperty name="height" value="0.035" units="cm"/>
      <inkml:brushProperty name="color" value="#E71224"/>
    </inkml:brush>
  </inkml:definitions>
  <inkml:trace contextRef="#ctx0" brushRef="#br0">0 9 3888 0 0,'30'5'2509'0'0,"6"3"-1569"0"0,-17-4-204 0 0,4-2 392 0 0,24 1-732 0 0,-22-1-96 0 0,3-2-96 0 0,-1 0-156 0 0,-1-3-168 0 0,1 1-468 0 0,-1-4-548 0 0,-5-2-1280 0 0,-2 3 683 0 0,-4-3 1005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16.826"/>
    </inkml:context>
    <inkml:brush xml:id="br0">
      <inkml:brushProperty name="width" value="0.035" units="cm"/>
      <inkml:brushProperty name="height" value="0.035" units="cm"/>
      <inkml:brushProperty name="color" value="#E71224"/>
    </inkml:brush>
  </inkml:definitions>
  <inkml:trace contextRef="#ctx0" brushRef="#br0">1 20 3460 0 0,'0'0'5569'0'0,"21"-8"-3681"0"0,15 10-1196 0 0,-15 0-132 0 0,5 0-152 0 0,1-2-236 0 0,1 0-292 0 0,3 0-556 0 0,-1-4-1036 0 0,-2 0-1280 0 0,-3 1 847 0 0,-2-3 469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23.153"/>
    </inkml:context>
    <inkml:brush xml:id="br0">
      <inkml:brushProperty name="width" value="0.035" units="cm"/>
      <inkml:brushProperty name="height" value="0.035" units="cm"/>
      <inkml:brushProperty name="color" value="#E71224"/>
    </inkml:brush>
  </inkml:definitions>
  <inkml:trace contextRef="#ctx0" brushRef="#br0">110 82 3036 0 0,'-2'-4'1095'0'0,"-1"0"-1"0"0,0 0 1 0 0,1 1-1 0 0,-2-1 1 0 0,1 1-1 0 0,-5-4 1 0 0,6 6-956 0 0,0 1 1 0 0,0 0 0 0 0,-1 0-1 0 0,1 0 1 0 0,0 0-1 0 0,0 0 1 0 0,-1 1 0 0 0,1-1-1 0 0,0 0 1 0 0,0 1 0 0 0,0 0-1 0 0,0 0 1 0 0,-1 0 0 0 0,1 0-1 0 0,0 0 1 0 0,0 0 0 0 0,1 0-1 0 0,-1 0 1 0 0,0 1-1 0 0,0-1 1 0 0,-2 4 0 0 0,0-1 38 0 0,1 0 0 0 0,0 1 1 0 0,0 0-1 0 0,0-1 0 0 0,0 1 0 0 0,1 0 1 0 0,0 1-1 0 0,0-1 0 0 0,-1 6 0 0 0,1-4-42 0 0,0 0 0 0 0,1 1 0 0 0,-1-1 0 0 0,2 0 0 0 0,-1 0 0 0 0,1 1 0 0 0,0-1 0 0 0,1 0 0 0 0,-1 1 0 0 0,1-1-1 0 0,1 0 1 0 0,0 0 0 0 0,0 0 0 0 0,0 0 0 0 0,4 8 0 0 0,-3-11-61 0 0,-1-1 0 0 0,1 0 0 0 0,-1 1 0 0 0,1-1-1 0 0,0-1 1 0 0,0 1 0 0 0,1 0 0 0 0,-1-1 0 0 0,0 1 0 0 0,1-1 0 0 0,0 0 0 0 0,-1 0 0 0 0,1-1-1 0 0,0 1 1 0 0,0-1 0 0 0,0 1 0 0 0,8 0 0 0 0,-4-1-26 0 0,0-1 0 0 0,-1 0 0 0 0,1 0 0 0 0,0-1 0 0 0,-1 0-1 0 0,1-1 1 0 0,0 1 0 0 0,-1-1 0 0 0,9-4 0 0 0,3-2-18 0 0,0-1-1 0 0,0-1 1 0 0,-1-1-1 0 0,-1 0 1 0 0,0-1-1 0 0,23-22 1 0 0,-29 24-25 0 0,-1-1 0 0 0,0 0 1 0 0,0-1-1 0 0,-1 0 0 0 0,7-15 1 0 0,-14 25-3 0 0,0-1 0 0 0,-1 1 0 0 0,1-1 1 0 0,-1 0-1 0 0,1 0 0 0 0,-1 0 0 0 0,0 0 0 0 0,0 0 0 0 0,-1 0 1 0 0,1 0-1 0 0,-1 0 0 0 0,1 0 0 0 0,-1 0 0 0 0,0 0 0 0 0,0 0 1 0 0,0 0-1 0 0,-1 0 0 0 0,1 0 0 0 0,-1 0 0 0 0,1 0 0 0 0,-1 0 1 0 0,0 0-1 0 0,0 0 0 0 0,-1 0 0 0 0,1 0 0 0 0,-1 0 0 0 0,1 1 1 0 0,-1-1-1 0 0,0 1 0 0 0,-2-4 0 0 0,2 5-6 0 0,-1 0 0 0 0,1 0-1 0 0,0 0 1 0 0,0 0 0 0 0,-1 0 0 0 0,1 0 0 0 0,-1 1-1 0 0,1-1 1 0 0,0 1 0 0 0,-1-1 0 0 0,1 1-1 0 0,-1 0 1 0 0,1 0 0 0 0,-1 0 0 0 0,1 1-1 0 0,-4 0 1 0 0,-37 9-31 0 0,13 2-92 0 0,1 1 0 0 0,1 1 0 0 0,-30 20 0 0 0,43-24-354 0 0,0 1-1 0 0,0 0 1 0 0,2 1 0 0 0,-1 0-1 0 0,1 1 1 0 0,-21 29-1 0 0,33-40 252 0 0,-1 0 0 0 0,1 0-1 0 0,0 0 1 0 0,0 1 0 0 0,0-1-1 0 0,0 0 1 0 0,0 1 0 0 0,0-1 0 0 0,1 0-1 0 0,-1 1 1 0 0,1-1 0 0 0,0 1-1 0 0,0-1 1 0 0,0 4 0 0 0,0-4-764 0 0,6-3-98 0 0,4-1 381 0 0,-1-1-1 0 0,1 0 0 0 0,-1-1 0 0 0,0 0 0 0 0,0 0 1 0 0,0-1-1 0 0,-1 0 0 0 0,10-8 0 0 0,2-4 14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23.497"/>
    </inkml:context>
    <inkml:brush xml:id="br0">
      <inkml:brushProperty name="width" value="0.035" units="cm"/>
      <inkml:brushProperty name="height" value="0.035" units="cm"/>
      <inkml:brushProperty name="color" value="#E71224"/>
    </inkml:brush>
  </inkml:definitions>
  <inkml:trace contextRef="#ctx0" brushRef="#br0">127 6 2632 0 0,'3'-1'201'0'0,"0"0"-1"0"0,0 0 1 0 0,1 0-1 0 0,-1 0 0 0 0,0 1 1 0 0,0-1-1 0 0,1 1 1 0 0,-1 0-1 0 0,0 0 1 0 0,1 0-1 0 0,-1 1 1 0 0,0-1-1 0 0,1 1 0 0 0,-1 0 1 0 0,0-1-1 0 0,0 1 1 0 0,0 1-1 0 0,1-1 1 0 0,-1 0-1 0 0,0 1 1 0 0,-1 0-1 0 0,1 0 1 0 0,0-1-1 0 0,0 2 0 0 0,2 2 1 0 0,0 0 58 0 0,0 1 0 0 0,-1 0 0 0 0,0 0 1 0 0,-1 0-1 0 0,1 0 0 0 0,-1 1 0 0 0,0 0 1 0 0,-1-1-1 0 0,0 1 0 0 0,0 0 0 0 0,1 8 0 0 0,0 7 146 0 0,-1-1 0 0 0,-1 1 0 0 0,-1 0-1 0 0,-1 0 1 0 0,-1-1 0 0 0,-1 1-1 0 0,0-1 1 0 0,-14 41 0 0 0,5-24 54 0 0,-3 0 1 0 0,0-1-1 0 0,-41 66 1 0 0,48-90-349 0 0,0-1-1 0 0,-2 0 1 0 0,1-1 0 0 0,-1 0-1 0 0,-17 14 1 0 0,25-23-178 0 0,0 0 1 0 0,0-1 0 0 0,0 1-1 0 0,0-1 1 0 0,0 1-1 0 0,-1-1 1 0 0,1 0-1 0 0,0 0 1 0 0,-1 0 0 0 0,1 0-1 0 0,-1-1 1 0 0,1 1-1 0 0,-3 0 1 0 0,-13-6-1496 0 0,15 3 1499 0 0,3 1-84 0 0,-1 0 0 0 0,0 0 0 0 0,1 0 0 0 0,-1 0 0 0 0,1-1 0 0 0,-1 1 0 0 0,1 0 1 0 0,0 0-1 0 0,-1 0 0 0 0,1 0 0 0 0,0-1 0 0 0,0 1 0 0 0,0 0 0 0 0,0 0 0 0 0,0 0 0 0 0,0-1 0 0 0,0 1 0 0 0,0 0 0 0 0,0 0 0 0 0,1 0 0 0 0,0-2 1 0 0,-1 3-30 0 0,0-5-370 0 0,1 1 1 0 0,0 0 0 0 0,0 0-1 0 0,1 0 1 0 0,-1 0-1 0 0,1-1 1 0 0,0 2 0 0 0,0-1-1 0 0,3-4 1 0 0,11-17-1709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23.840"/>
    </inkml:context>
    <inkml:brush xml:id="br0">
      <inkml:brushProperty name="width" value="0.035" units="cm"/>
      <inkml:brushProperty name="height" value="0.035" units="cm"/>
      <inkml:brushProperty name="color" value="#E71224"/>
    </inkml:brush>
  </inkml:definitions>
  <inkml:trace contextRef="#ctx0" brushRef="#br0">1 73 3508 0 0,'7'-7'669'0'0,"0"0"0"0"0,1 0 0 0 0,0 1 0 0 0,0 0 0 0 0,1 0-1 0 0,0 1 1 0 0,0 0 0 0 0,0 0 0 0 0,18-5 0 0 0,-18 8-490 0 0,-1 0 0 0 0,0 0-1 0 0,1 1 1 0 0,-1 0 0 0 0,1 1 0 0 0,-1 0-1 0 0,1 0 1 0 0,-1 1 0 0 0,1 0 0 0 0,-1 0 0 0 0,1 1-1 0 0,-1 0 1 0 0,0 1 0 0 0,0-1 0 0 0,0 2 0 0 0,0-1-1 0 0,-1 1 1 0 0,14 9 0 0 0,0 1 180 0 0,-1 2-1 0 0,-1 0 1 0 0,0 2 0 0 0,-2 0 0 0 0,32 40 0 0 0,-41-46-295 0 0,0 0 0 0 0,0 0 0 0 0,-1 1 0 0 0,-1 0 0 0 0,0 0 0 0 0,-1 0 0 0 0,0 1 0 0 0,-1 0 0 0 0,-1 0 0 0 0,0 0 0 0 0,-1 0 0 0 0,1 15 0 0 0,-3-22-301 0 0,-1-1 1 0 0,1 0-1 0 0,-1 0 0 0 0,-1 0 1 0 0,1 0-1 0 0,-1 0 0 0 0,0 0 1 0 0,0-1-1 0 0,-1 1 0 0 0,0-1 1 0 0,-5 9-1 0 0,3-7-759 0 0,0-1 1 0 0,0 1-1 0 0,-1-1 1 0 0,0 0-1 0 0,0 0 1 0 0,-1-1-1 0 0,-13 9 1 0 0,-4-1-1352 0 0</inkml:trace>
  <inkml:trace contextRef="#ctx0" brushRef="#br0" timeOffset="1">20 504 5280 0 0,'-1'-1'182'0'0,"0"0"0"0"0,1 1 0 0 0,-1-1 0 0 0,1 0 0 0 0,-1 0 0 0 0,0 0 0 0 0,1 0 0 0 0,0 0 0 0 0,-1 1 0 0 0,1-1 0 0 0,-1 0 0 0 0,1 0 0 0 0,0 0 0 0 0,0 0 0 0 0,0 0 0 0 0,-1 0 0 0 0,1 0 0 0 0,0 0 0 0 0,0 0 0 0 0,0-1 0 0 0,1 1 0 0 0,-1 0 0 0 0,0 0 0 0 0,0 0 0 0 0,1 0 0 0 0,-1 1 0 0 0,0-1 0 0 0,1-2 0 0 0,1 1 93 0 0,0 0-1 0 0,0-1 1 0 0,0 1-1 0 0,0 0 1 0 0,0 1-1 0 0,1-1 1 0 0,-1 0-1 0 0,0 1 1 0 0,1-1-1 0 0,3-1 1 0 0,10-4 715 0 0,0 2 0 0 0,29-8 0 0 0,-43 13-876 0 0,214-40 3023 0 0,3 21-4415 0 0,-156 13-1973 0 0,-1-6-4460 0 0,-38 5 3580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28.494"/>
    </inkml:context>
    <inkml:brush xml:id="br0">
      <inkml:brushProperty name="width" value="0.035" units="cm"/>
      <inkml:brushProperty name="height" value="0.035" units="cm"/>
      <inkml:brushProperty name="color" value="#E71224"/>
    </inkml:brush>
  </inkml:definitions>
  <inkml:trace contextRef="#ctx0" brushRef="#br0">45 33 2272 0 0,'-36'42'6483'0'0,"34"-40"-3738"0"0,1-1-2502 0 0,0 1 0 0 0,0-1 0 0 0,1 0 0 0 0,-1 1 0 0 0,1-1 0 0 0,-1 0 0 0 0,1 1 0 0 0,-1-1 0 0 0,1 1 0 0 0,0-1 0 0 0,0 0 0 0 0,0 1 0 0 0,0-1 0 0 0,0 1 0 0 0,0-1 0 0 0,0 1 0 0 0,1 1 0 0 0,10 2 36 0 0,1 0 0 0 0,1-1-1 0 0,-1-1 1 0 0,0 0 0 0 0,1 0-1 0 0,20 1 1 0 0,91 1 101 0 0,-78-4-279 0 0,453-16 296 0 0,-166 0-178 0 0,422-24 33 0 0,-213 5-248 0 0,-145 34-21 0 0,-265 5 66 0 0,80-7 64 0 0,105-16-16 0 0,-133 6-37 0 0,-127 7-56 0 0,1 4 0 0 0,-1 2 1 0 0,1 2-1 0 0,-1 3 0 0 0,89 20 1 0 0,-103-14-10 0 0,-40-11-257 0 0,0 0 1 0 0,0 0-1 0 0,0 1 1 0 0,0-1-1 0 0,-1 1 0 0 0,1 0 1 0 0,0 0-1 0 0,-1 0 0 0 0,0 0 1 0 0,1 0-1 0 0,3 4 1 0 0,-5-4-1154 0 0,-12 2-2230 0 0,-4 6-1087 0 0,-10 1 1590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37.588"/>
    </inkml:context>
    <inkml:brush xml:id="br0">
      <inkml:brushProperty name="width" value="0.035" units="cm"/>
      <inkml:brushProperty name="height" value="0.035" units="cm"/>
      <inkml:brushProperty name="color" value="#E71224"/>
    </inkml:brush>
  </inkml:definitions>
  <inkml:trace contextRef="#ctx0" brushRef="#br0">1 1 3044 0 0,'0'0'2128'0'0,"22"7"694"0"0,16-10-1999 0 0,0 2 0 0 0,0 2 0 0 0,1 1 0 0 0,43 8-1 0 0,-79-9-706 0 0,2-1 8 0 0,-1 1-747 0 0,19 2 1802 0 0,-6-1-8840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38.258"/>
    </inkml:context>
    <inkml:brush xml:id="br0">
      <inkml:brushProperty name="width" value="0.035" units="cm"/>
      <inkml:brushProperty name="height" value="0.035" units="cm"/>
      <inkml:brushProperty name="color" value="#E71224"/>
    </inkml:brush>
  </inkml:definitions>
  <inkml:trace contextRef="#ctx0" brushRef="#br0">1 27 3292 0 0,'0'0'2481'0'0,"13"-13"519"0"0,5 9-2418 0 0,1 0 0 0 0,0 1 0 0 0,0 1 0 0 0,1 1-1 0 0,29 2 1 0 0,1 2-1906 0 0,-2 2-3317 0 0,-40-4 3356 0 0,-4-1-301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8:57.582"/>
    </inkml:context>
    <inkml:brush xml:id="br0">
      <inkml:brushProperty name="width" value="0.035" units="cm"/>
      <inkml:brushProperty name="height" value="0.035" units="cm"/>
      <inkml:brushProperty name="color" value="#E71224"/>
    </inkml:brush>
  </inkml:definitions>
  <inkml:trace contextRef="#ctx0" brushRef="#br0">0 4 3452 0 0,'152'-4'5349'0'0,"-147"4"-5041"0"0,0 0-48 0 0,16 2-3 0 0,-15-2-42 0 0,-3 0-52 0 0,38 2 1051 0 0,-37-2-629 0 0,8 4-2565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02.821"/>
    </inkml:context>
    <inkml:brush xml:id="br0">
      <inkml:brushProperty name="width" value="0.035" units="cm"/>
      <inkml:brushProperty name="height" value="0.035" units="cm"/>
      <inkml:brushProperty name="color" value="#E71224"/>
    </inkml:brush>
  </inkml:definitions>
  <inkml:trace contextRef="#ctx0" brushRef="#br0">0 8 3376 0 0,'20'4'4006'0'0,"48"4"838"0"0,35-9-2081 0 0,-47-1-1925 0 0,8-4-122 0 0,-43 6-612 0 0,22-1 73 0 0,43-8 0 0 0,-77 8-939 0 0,-22 5-12049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03.676"/>
    </inkml:context>
    <inkml:brush xml:id="br0">
      <inkml:brushProperty name="width" value="0.035" units="cm"/>
      <inkml:brushProperty name="height" value="0.035" units="cm"/>
      <inkml:brushProperty name="color" value="#E71224"/>
    </inkml:brush>
  </inkml:definitions>
  <inkml:trace contextRef="#ctx0" brushRef="#br0">1 1 3204 0 0,'164'3'7681'0'0,"0"1"-5773"0"0,-111 3-1701 0 0,-49-6-186 0 0,11 2-62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08.757"/>
    </inkml:context>
    <inkml:brush xml:id="br0">
      <inkml:brushProperty name="width" value="0.035" units="cm"/>
      <inkml:brushProperty name="height" value="0.035" units="cm"/>
      <inkml:brushProperty name="color" value="#E71224"/>
    </inkml:brush>
  </inkml:definitions>
  <inkml:trace contextRef="#ctx0" brushRef="#br0">26 12 3164 0 0,'-26'4'11143'0'0,"51"-2"-10620"0"0,33 1 178 0 0,-12-8-458 0 0,130-10 296 0 0,-110 20 216 0 0,-62-5-753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21.787"/>
    </inkml:context>
    <inkml:brush xml:id="br0">
      <inkml:brushProperty name="width" value="0.035" units="cm"/>
      <inkml:brushProperty name="height" value="0.035" units="cm"/>
      <inkml:brushProperty name="color" value="#E71224"/>
    </inkml:brush>
  </inkml:definitions>
  <inkml:trace contextRef="#ctx0" brushRef="#br0">80 185 2192 0 0,'0'0'4029'0'0,"1"-20"-3167"0"0,74-143 4577 0 0,-74 161-3915 0 0,-3 5-1160 0 0,-14 26 436 0 0,-34 45 1 0 0,35-55-646 0 0,1 1 0 0 0,1 0-1 0 0,1 1 1 0 0,0 0 0 0 0,-8 25 0 0 0,19-44-151 0 0,1-1 0 0 0,-1 0 0 0 0,1 0-1 0 0,0 0 1 0 0,0 1 0 0 0,0-1 0 0 0,-1 0 0 0 0,1 0-1 0 0,0 1 1 0 0,0-1 0 0 0,1 0 0 0 0,-1 1-1 0 0,0-1 1 0 0,0 0 0 0 0,0 0 0 0 0,1 0 0 0 0,-1 1-1 0 0,1-1 1 0 0,-1 0 0 0 0,1 0 0 0 0,0 0 0 0 0,-1 0-1 0 0,1 0 1 0 0,0 0 0 0 0,0 0 0 0 0,-1 0-1 0 0,1 0 1 0 0,0 0 0 0 0,0 0 0 0 0,0 0 0 0 0,0-1-1 0 0,0 1 1 0 0,0 0 0 0 0,1-1 0 0 0,-1 1 0 0 0,0-1-1 0 0,0 1 1 0 0,2 0 0 0 0,5 0 2 0 0,-1 1-1 0 0,1-1 1 0 0,-1 0-1 0 0,16 0 1 0 0,-15 0-6 0 0,18 0 30 0 0,-2-1-41 0 0,0 1 0 0 0,0 2 0 0 0,0 0-1 0 0,38 11 1 0 0,-58-13 12 0 0,1 1 0 0 0,-1-1-1 0 0,0 1 1 0 0,0 0 0 0 0,0 0 0 0 0,0 0-1 0 0,0 1 1 0 0,0-1 0 0 0,-1 1 0 0 0,1 0-1 0 0,-1 0 1 0 0,0 0 0 0 0,0 0 0 0 0,0 1-1 0 0,0-1 1 0 0,0 1 0 0 0,-1 0 0 0 0,0 0-1 0 0,0-1 1 0 0,0 2 0 0 0,0-1 0 0 0,0 0-1 0 0,-1 0 1 0 0,0 1 0 0 0,0-1 0 0 0,0 0-1 0 0,0 1 1 0 0,-1-1 0 0 0,0 1 0 0 0,0-1-1 0 0,0 6 1 0 0,0-6-49 0 0,-1-1 1 0 0,1 1-1 0 0,0-1 0 0 0,-1 1 0 0 0,0-1 1 0 0,0 0-1 0 0,0 1 0 0 0,0-1 0 0 0,-1 0 0 0 0,1 0 1 0 0,-1 1-1 0 0,0-1 0 0 0,0 0 0 0 0,0-1 1 0 0,0 1-1 0 0,0 0 0 0 0,-1-1 0 0 0,1 1 0 0 0,-1-1 1 0 0,0 0-1 0 0,1 1 0 0 0,-1-1 0 0 0,0-1 1 0 0,0 1-1 0 0,-1 0 0 0 0,1-1 0 0 0,0 0 1 0 0,0 1-1 0 0,-7 0 0 0 0,2-1-901 0 0,-1 0 0 0 0,1 0 0 0 0,0-1 0 0 0,-1 0 0 0 0,1 0 0 0 0,-1-1 0 0 0,1 0 0 0 0,0 0 0 0 0,-15-6 0 0 0,1-1-1814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22.129"/>
    </inkml:context>
    <inkml:brush xml:id="br0">
      <inkml:brushProperty name="width" value="0.035" units="cm"/>
      <inkml:brushProperty name="height" value="0.035" units="cm"/>
      <inkml:brushProperty name="color" value="#E71224"/>
    </inkml:brush>
  </inkml:definitions>
  <inkml:trace contextRef="#ctx0" brushRef="#br0">1 77 3980 0 0,'23'-16'1493'0'0,"1"3"-117"0"0,3 0-340 0 0,3 3-112 0 0,-1 2-220 0 0,5-1-124 0 0,2 5-176 0 0,-2 0-72 0 0,0 4-172 0 0,2 4-280 0 0,-4 0-576 0 0,-3 2-640 0 0,-3 1-1220 0 0,-1 5 695 0 0,-4-1 869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22.456"/>
    </inkml:context>
    <inkml:brush xml:id="br0">
      <inkml:brushProperty name="width" value="0.035" units="cm"/>
      <inkml:brushProperty name="height" value="0.035" units="cm"/>
      <inkml:brushProperty name="color" value="#E71224"/>
    </inkml:brush>
  </inkml:definitions>
  <inkml:trace contextRef="#ctx0" brushRef="#br0">1 0 4116 0 0,'0'0'1517'0'0,"14"14"1259"0"0,12-12-492 0 0,10 1-696 0 0,2-3-732 0 0,6 2-612 0 0,1-2-300 0 0,-5 0-2028 0 0,-15 2-3560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22.800"/>
    </inkml:context>
    <inkml:brush xml:id="br0">
      <inkml:brushProperty name="width" value="0.035" units="cm"/>
      <inkml:brushProperty name="height" value="0.035" units="cm"/>
      <inkml:brushProperty name="color" value="#E71224"/>
    </inkml:brush>
  </inkml:definitions>
  <inkml:trace contextRef="#ctx0" brushRef="#br0">85 138 3156 0 0,'4'-11'560'0'0,"0"0"-1"0"0,1 1 0 0 0,0-1 0 0 0,0 1 1 0 0,1 0-1 0 0,1 0 0 0 0,0 1 0 0 0,0 0 1 0 0,1 0-1 0 0,0 0 0 0 0,13-10 1 0 0,-21 19-547 0 0,1-1 1 0 0,-1 0-1 0 0,1 1 1 0 0,-1-1 0 0 0,1 0-1 0 0,-1 1 1 0 0,1-1 0 0 0,-1 1-1 0 0,1-1 1 0 0,0 1 0 0 0,-1-1-1 0 0,1 1 1 0 0,0 0-1 0 0,-1-1 1 0 0,1 1 0 0 0,0 0-1 0 0,-1-1 1 0 0,1 1 0 0 0,0 0-1 0 0,0 0 1 0 0,0 0 0 0 0,-1 0-1 0 0,1 0 1 0 0,0 0 0 0 0,0 0-1 0 0,-1 0 1 0 0,1 0-1 0 0,0 0 1 0 0,0 0 0 0 0,-1 0-1 0 0,1 0 1 0 0,0 1 0 0 0,0-1-1 0 0,-1 0 1 0 0,1 0 0 0 0,0 1-1 0 0,-1-1 1 0 0,1 1-1 0 0,0-1 1 0 0,-1 1 0 0 0,1-1-1 0 0,0 1 1 0 0,-1-1 0 0 0,1 1-1 0 0,-1-1 1 0 0,1 1 0 0 0,-1 0-1 0 0,0-1 1 0 0,1 1-1 0 0,-1 0 1 0 0,0-1 0 0 0,1 1-1 0 0,-1 0 1 0 0,0 0 0 0 0,1 0-1 0 0,0 3 18 0 0,0 0-1 0 0,0 0 1 0 0,-1 0 0 0 0,1 0-1 0 0,-1 0 1 0 0,0 0-1 0 0,0 0 1 0 0,-1 6-1 0 0,-3 5 175 0 0,-1 0 0 0 0,-1 0-1 0 0,0 0 1 0 0,-1-1 0 0 0,-1 0-1 0 0,-11 16 1 0 0,-65 79 491 0 0,59-78-601 0 0,19-23-40 0 0,1-3 91 0 0,1 0 1 0 0,0 0 0 0 0,0 1-1 0 0,0-1 1 0 0,1 1-1 0 0,0 0 1 0 0,0-1-1 0 0,0 2 1 0 0,-2 9 0 0 0,4-13 87 0 0,8 15 318 0 0,79 19-427 0 0,-72-32-1229 0 0,1 0 0 0 0,-1-2 0 0 0,1 0 0 0 0,17 2 0 0 0,-15-6-2241 0 0,-4-4 2512 0 0,-6 2 165 0 0,15-5-1100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23.128"/>
    </inkml:context>
    <inkml:brush xml:id="br0">
      <inkml:brushProperty name="width" value="0.035" units="cm"/>
      <inkml:brushProperty name="height" value="0.035" units="cm"/>
      <inkml:brushProperty name="color" value="#E71224"/>
    </inkml:brush>
  </inkml:definitions>
  <inkml:trace contextRef="#ctx0" brushRef="#br0">88 48 2952 0 0,'44'50'4181'0'0,"-30"-35"-3326"0"0,-1 0 1 0 0,0 0 0 0 0,16 27 0 0 0,-28-40-804 0 0,0 0 1 0 0,-1 0-1 0 0,1 0 0 0 0,-1 0 0 0 0,1 0 0 0 0,-1 0 1 0 0,0 0-1 0 0,0 0 0 0 0,1 0 0 0 0,-2 0 0 0 0,1 0 1 0 0,0 0-1 0 0,0 0 0 0 0,0 0 0 0 0,-1 0 0 0 0,0 0 1 0 0,1 0-1 0 0,-1 0 0 0 0,0 0 0 0 0,0 0 0 0 0,0-1 1 0 0,0 1-1 0 0,0 0 0 0 0,0 0 0 0 0,0-1 0 0 0,0 1 1 0 0,-1-1-1 0 0,-1 2 0 0 0,-1 1-5 0 0,0 0-1 0 0,0 0 1 0 0,-1-1 0 0 0,1 0 0 0 0,-1 0-1 0 0,0 0 1 0 0,-9 4 0 0 0,8-5-239 0 0,0 0 0 0 0,0-1 0 0 0,0 1 0 0 0,0-1 0 0 0,0-1 0 0 0,0 1 0 0 0,0-1 1 0 0,0 0-1 0 0,-10-2 0 0 0,10 1-402 0 0,1 0 0 0 0,-1-1 0 0 0,1 0 1 0 0,0 0-1 0 0,0-1 0 0 0,-1 1 0 0 0,2-1 1 0 0,-1 0-1 0 0,-6-5 0 0 0,-4-5-565 0 0</inkml:trace>
  <inkml:trace contextRef="#ctx0" brushRef="#br0" timeOffset="1">208 27 3904 0 0,'30'-5'1945'0'0,"0"-1"-269"0"0,1 2-196 0 0,1 2-196 0 0,-2 0-172 0 0,2 0-212 0 0,-1 0-260 0 0,-3 1-120 0 0,-1-1 72 0 0,18 2-708 0 0,-11 0-1776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25.109"/>
    </inkml:context>
    <inkml:brush xml:id="br0">
      <inkml:brushProperty name="width" value="0.035" units="cm"/>
      <inkml:brushProperty name="height" value="0.035" units="cm"/>
      <inkml:brushProperty name="color" value="#E71224"/>
    </inkml:brush>
  </inkml:definitions>
  <inkml:trace contextRef="#ctx0" brushRef="#br0">1 1 3348 0 0,'0'0'5645'0'0,"3"2"-4963"0"0,0 1-483 0 0,-1 0 1 0 0,1 0-1 0 0,0 1 1 0 0,-1-1-1 0 0,0 1 1 0 0,0-1 0 0 0,0 1-1 0 0,0 0 1 0 0,-1 0-1 0 0,1 0 1 0 0,-1 0-1 0 0,0 0 1 0 0,0 0-1 0 0,0 1 1 0 0,-1-1-1 0 0,0 0 1 0 0,0 0-1 0 0,0 9 1 0 0,-2 17 350 0 0,-7 48 1 0 0,3-42-111 0 0,4-17-681 0 0,1 1-1 0 0,1 40 1 0 0,8-16-8646 0 0,-4-31 6919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26.188"/>
    </inkml:context>
    <inkml:brush xml:id="br0">
      <inkml:brushProperty name="width" value="0.035" units="cm"/>
      <inkml:brushProperty name="height" value="0.035" units="cm"/>
      <inkml:brushProperty name="color" value="#E71224"/>
    </inkml:brush>
  </inkml:definitions>
  <inkml:trace contextRef="#ctx0" brushRef="#br0">21 1 2816 0 0,'-21'0'2001'0'0,"35"1"1661"0"0,17 0-683 0 0,-16-1-3901 0 0,43 1 1170 0 0,69 9 1 0 0,29 2-7253 0 0,-130-12 6403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26.624"/>
    </inkml:context>
    <inkml:brush xml:id="br0">
      <inkml:brushProperty name="width" value="0.035" units="cm"/>
      <inkml:brushProperty name="height" value="0.035" units="cm"/>
      <inkml:brushProperty name="color" value="#E71224"/>
    </inkml:brush>
  </inkml:definitions>
  <inkml:trace contextRef="#ctx0" brushRef="#br0">275 12 3248 0 0,'8'-5'1700'0'0,"-8"5"-1654"0"0,0 0 1 0 0,0-1-1 0 0,0 1 1 0 0,0 0-1 0 0,0 0 1 0 0,0 0 0 0 0,-1 0-1 0 0,1 0 1 0 0,0 0-1 0 0,0 0 1 0 0,0 0-1 0 0,0 0 1 0 0,0-1-1 0 0,0 1 1 0 0,0 0-1 0 0,0 0 1 0 0,0 0 0 0 0,0 0-1 0 0,0 0 1 0 0,0 0-1 0 0,0-1 1 0 0,-1 1-1 0 0,1 0 1 0 0,0 0-1 0 0,0 0 1 0 0,0 0-1 0 0,0 0 1 0 0,0 0 0 0 0,0-1-1 0 0,1 1 1 0 0,-1 0-1 0 0,0 0 1 0 0,0 0-1 0 0,0 0 1 0 0,0 0-1 0 0,0 0 1 0 0,0-1-1 0 0,0 1 1 0 0,0 0 0 0 0,0 0-1 0 0,0 0 1 0 0,0 0-1 0 0,0 0 1 0 0,0 0-1 0 0,0 0 1 0 0,1-1-1 0 0,-1 1 1 0 0,0 0-1 0 0,0 0 1 0 0,0 0-1 0 0,0 0 1 0 0,0 0 0 0 0,0 0-1 0 0,0 0 1 0 0,1 0-1 0 0,-1 0 1 0 0,0 0-1 0 0,0 0 1 0 0,0 0-1 0 0,0 0 1 0 0,0 0-1 0 0,1 0 1 0 0,-1 0 0 0 0,0 0-1 0 0,0 0 1 0 0,0 0-1 0 0,0 0 1 0 0,-11 1 154 0 0,0 1 0 0 0,0 0 0 0 0,0 1 0 0 0,0 0 0 0 0,1 1 0 0 0,-1 0 0 0 0,1 1 0 0 0,-18 10 0 0 0,2 0 57 0 0,1 2 1 0 0,-29 24 0 0 0,47-35-210 0 0,1-1 0 0 0,0 1 1 0 0,0 0-1 0 0,1 0 1 0 0,0 1-1 0 0,0-1 0 0 0,1 1 1 0 0,-1 0-1 0 0,1 0 1 0 0,-5 15-1 0 0,8-19-28 0 0,0 1 0 0 0,1-1-1 0 0,-1 1 1 0 0,1-1 0 0 0,0 1 0 0 0,0-1-1 0 0,0 0 1 0 0,0 1 0 0 0,1-1 0 0 0,-1 1-1 0 0,1-1 1 0 0,0 1 0 0 0,0-1 0 0 0,0 0-1 0 0,1 0 1 0 0,-1 1 0 0 0,1-1 0 0 0,0 0-1 0 0,0 0 1 0 0,0-1 0 0 0,0 1 0 0 0,0 0 0 0 0,0-1-1 0 0,1 1 1 0 0,-1-1 0 0 0,1 1 0 0 0,0-1-1 0 0,3 2 1 0 0,-1 0-106 0 0,0-1-1 0 0,0 1 1 0 0,0-1 0 0 0,0 0-1 0 0,1 0 1 0 0,-1-1 0 0 0,1 1 0 0 0,0-1-1 0 0,0 0 1 0 0,-1-1 0 0 0,1 0-1 0 0,1 1 1 0 0,-1-2 0 0 0,0 1-1 0 0,0-1 1 0 0,0 0 0 0 0,0 0-1 0 0,0-1 1 0 0,0 0 0 0 0,0 0-1 0 0,0 0 1 0 0,0-1 0 0 0,0 0-1 0 0,0 0 1 0 0,0 0 0 0 0,-1-1-1 0 0,1 0 1 0 0,-1 0 0 0 0,0 0-1 0 0,0-1 1 0 0,0 0 0 0 0,8-8-1 0 0,-1 1-10 0 0,-1 0 0 0 0,-1-1 0 0 0,0 0 0 0 0,-1-1 0 0 0,0 0 0 0 0,0 0-1 0 0,-2-1 1 0 0,11-25 0 0 0,-17 36 1109 0 0,-22 32-126 0 0,10-10-608 0 0,0 1 0 0 0,2 0-1 0 0,0 1 1 0 0,2-1-1 0 0,0 2 1 0 0,-5 29 0 0 0,10-39-1685 0 0,1 1 0 0 0,0-1 0 0 0,1 0 0 0 0,2 17 0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26.954"/>
    </inkml:context>
    <inkml:brush xml:id="br0">
      <inkml:brushProperty name="width" value="0.035" units="cm"/>
      <inkml:brushProperty name="height" value="0.035" units="cm"/>
      <inkml:brushProperty name="color" value="#E71224"/>
    </inkml:brush>
  </inkml:definitions>
  <inkml:trace contextRef="#ctx0" brushRef="#br0">90 1 4132 0 0,'0'0'2880'0'0,"0"4"-1714"0"0,-1 12-403 0 0,0 0-1 0 0,-2 1 0 0 0,0-1 1 0 0,0 0-1 0 0,-2 0 1 0 0,-11 28-1 0 0,-5 20-203 0 0,6-9-1466 0 0,-2 4-7078 0 0,13-47 6231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44.729"/>
    </inkml:context>
    <inkml:brush xml:id="br0">
      <inkml:brushProperty name="width" value="0.035" units="cm"/>
      <inkml:brushProperty name="height" value="0.035" units="cm"/>
      <inkml:brushProperty name="color" value="#E71224"/>
    </inkml:brush>
  </inkml:definitions>
  <inkml:trace contextRef="#ctx0" brushRef="#br0">256 67 2516 0 0,'59'-55'5701'0'0,"-57"53"-5403"0"0,8-8 1416 0 0,-92 52-1467 0 0,20-9-239 0 0,39-21-9 0 0,0 2 0 0 0,1 1 0 0 0,1 0 0 0 0,0 2 0 0 0,1 0-1 0 0,-17 21 1 0 0,35-37 34 0 0,1 0 0 0 0,0 0 0 0 0,0 1 0 0 0,-1-1 0 0 0,1 0 0 0 0,0 1 0 0 0,0-1-1 0 0,1 0 1 0 0,-1 1 0 0 0,0-1 0 0 0,0 1 0 0 0,1 0 0 0 0,-1-1 0 0 0,1 1 0 0 0,-1-1 0 0 0,1 1 0 0 0,0 0-1 0 0,0 0 1 0 0,-1-1 0 0 0,1 1 0 0 0,0 0 0 0 0,1-1 0 0 0,-1 1 0 0 0,0 0 0 0 0,0-1 0 0 0,1 1-1 0 0,-1 0 1 0 0,1-1 0 0 0,-1 1 0 0 0,1-1 0 0 0,0 1 0 0 0,0-1 0 0 0,0 1 0 0 0,-1-1 0 0 0,1 1 0 0 0,1-1-1 0 0,-1 0 1 0 0,0 0 0 0 0,0 1 0 0 0,0-1 0 0 0,1 0 0 0 0,-1 0 0 0 0,0 0 0 0 0,3 0 0 0 0,8 7 209 0 0,0-2 0 0 0,1 0 1 0 0,-1 0-1 0 0,23 5 0 0 0,-6-1-75 0 0,24 10 16 0 0,0-3 1 0 0,96 18 0 0 0,-146-35-387 0 0,-3 1 155 0 0,1-1 0 0 0,-1 1 0 0 0,0-1 0 0 0,0 1 0 0 0,1-1 1 0 0,-1 0-1 0 0,0 1 0 0 0,1-1 0 0 0,-1 1 0 0 0,0-1 0 0 0,1 0 0 0 0,-1 0 0 0 0,1 1 0 0 0,-1-1 0 0 0,0 0 0 0 0,1 0 0 0 0,-1 1 0 0 0,1-1 0 0 0,-1 0 0 0 0,1 0 0 0 0,-1 0 0 0 0,1 0 0 0 0,-1 0 0 0 0,1 0 0 0 0,-1 0 0 0 0,1 0 0 0 0,-1 0 1 0 0,1 0-1 0 0,-1 0 0 0 0,1 0 0 0 0,-1 0 0 0 0,1 0 0 0 0,-1 0 0 0 0,1 0 0 0 0,-1 0 0 0 0,1-1 0 0 0,-1 1 0 0 0,0 0 0 0 0,1 0 0 0 0,-1-1 0 0 0,1 1 0 0 0,-1 0 0 0 0,0-1 0 0 0,1 1 0 0 0,-1 0 0 0 0,1-1 0 0 0,26-14-3737 0 0,-25 14 3356 0 0,9-13-2896 0 0,-10 11 2863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45.070"/>
    </inkml:context>
    <inkml:brush xml:id="br0">
      <inkml:brushProperty name="width" value="0.035" units="cm"/>
      <inkml:brushProperty name="height" value="0.035" units="cm"/>
      <inkml:brushProperty name="color" value="#E71224"/>
    </inkml:brush>
  </inkml:definitions>
  <inkml:trace contextRef="#ctx0" brushRef="#br0">160 1 3176 0 0,'0'0'2327'0'0,"-3"2"-1351"0"0,-1 2-652 0 0,1 0 0 0 0,-1 0 0 0 0,1 1 0 0 0,0-1 0 0 0,0 1 0 0 0,0 0-1 0 0,1 0 1 0 0,-1 0 0 0 0,1 0 0 0 0,-1 8 0 0 0,-18 68 1718 0 0,10-38-1226 0 0,-79 232 348 0 0,89-248-4768 0 0,1-15-1591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45.397"/>
    </inkml:context>
    <inkml:brush xml:id="br0">
      <inkml:brushProperty name="width" value="0.035" units="cm"/>
      <inkml:brushProperty name="height" value="0.035" units="cm"/>
      <inkml:brushProperty name="color" value="#E71224"/>
    </inkml:brush>
  </inkml:definitions>
  <inkml:trace contextRef="#ctx0" brushRef="#br0">1 8 2696 0 0,'0'0'2541'0'0,"5"1"-1573"0"0,9-1-457 0 0,185 5 2679 0 0,-187-5-3200 0 0,56-2-1222 0 0,-29-8-3542 0 0,-36 9 4312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45.757"/>
    </inkml:context>
    <inkml:brush xml:id="br0">
      <inkml:brushProperty name="width" value="0.035" units="cm"/>
      <inkml:brushProperty name="height" value="0.035" units="cm"/>
      <inkml:brushProperty name="color" value="#E71224"/>
    </inkml:brush>
  </inkml:definitions>
  <inkml:trace contextRef="#ctx0" brushRef="#br0">1 20 3440 0 0,'0'0'2529'0'0,"30"-2"-993"0"0,14 0-1024 0 0,-19 4-44 0 0,3-2-136 0 0,-1 0-80 0 0,5-2-328 0 0,-4 2-340 0 0,1-4-576 0 0,-1 0-1241 0 0,-1 0 685 0 0,-3 1 1172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47.301"/>
    </inkml:context>
    <inkml:brush xml:id="br0">
      <inkml:brushProperty name="width" value="0.035" units="cm"/>
      <inkml:brushProperty name="height" value="0.035" units="cm"/>
      <inkml:brushProperty name="color" value="#E71224"/>
    </inkml:brush>
  </inkml:definitions>
  <inkml:trace contextRef="#ctx0" brushRef="#br0">123 0 3144 0 0,'3'24'3195'0'0,"-64"240"2048"0"0,-2 8-6603 0 0,62-267 24 0 0,1 2 1054 0 0,2-2-4050 0 0,5 5 3488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47.646"/>
    </inkml:context>
    <inkml:brush xml:id="br0">
      <inkml:brushProperty name="width" value="0.035" units="cm"/>
      <inkml:brushProperty name="height" value="0.035" units="cm"/>
      <inkml:brushProperty name="color" value="#E71224"/>
    </inkml:brush>
  </inkml:definitions>
  <inkml:trace contextRef="#ctx0" brushRef="#br0">273 7 1940 0 0,'0'-1'105'0'0,"0"1"0"0"0,-1-1-1 0 0,1 1 1 0 0,-1-1 0 0 0,1 1 0 0 0,-1-1 0 0 0,1 1-1 0 0,-1 0 1 0 0,1-1 0 0 0,-1 1 0 0 0,0 0-1 0 0,1 0 1 0 0,-1-1 0 0 0,1 1 0 0 0,-1 0-1 0 0,0 0 1 0 0,1 0 0 0 0,-1 0 0 0 0,0 0 0 0 0,1 0-1 0 0,-1 0 1 0 0,1 0 0 0 0,-1 0 0 0 0,0 0-1 0 0,1 0 1 0 0,-1 0 0 0 0,0 0 0 0 0,0 1-1 0 0,-31 16 638 0 0,0 1-1 0 0,1 2 0 0 0,-27 23 0 0 0,48-36-619 0 0,2 1 1 0 0,-1-1-1 0 0,1 2 1 0 0,0-1-1 0 0,1 1 0 0 0,0 0 1 0 0,0 1-1 0 0,1-1 1 0 0,0 1-1 0 0,1 1 0 0 0,0-1 1 0 0,0 1-1 0 0,1 0 1 0 0,-3 13-1 0 0,7-18-23 0 0,-1 1 0 0 0,1-1 0 0 0,0 1 0 0 0,1-1 0 0 0,-1 1 1 0 0,1-1-1 0 0,0 1 0 0 0,1-1 0 0 0,0 1 0 0 0,0-1 0 0 0,0 0 0 0 0,1 0 0 0 0,0 0 0 0 0,0 0 0 0 0,0-1 1 0 0,1 1-1 0 0,-1-1 0 0 0,9 9 0 0 0,-3-5-25 0 0,0-1 1 0 0,0 0-1 0 0,1 0 1 0 0,0-1-1 0 0,0 0 1 0 0,1-1-1 0 0,-1 0 1 0 0,1-1-1 0 0,13 4 0 0 0,-17-7-117 0 0,1 0-1 0 0,-1 0 0 0 0,1-1 0 0 0,-1 0 0 0 0,1-1 1 0 0,-1 0-1 0 0,1 0 0 0 0,0-1 0 0 0,9-1 0 0 0,25-11-1885 0 0,-39 11 1347 0 0,0 0 0 0 0,0 0 0 0 0,0 0 0 0 0,0 0 0 0 0,0 0 0 0 0,0-1-1 0 0,0 1 1 0 0,3-6 0 0 0,-4 6-790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47.974"/>
    </inkml:context>
    <inkml:brush xml:id="br0">
      <inkml:brushProperty name="width" value="0.035" units="cm"/>
      <inkml:brushProperty name="height" value="0.035" units="cm"/>
      <inkml:brushProperty name="color" value="#E71224"/>
    </inkml:brush>
  </inkml:definitions>
  <inkml:trace contextRef="#ctx0" brushRef="#br0">83 1 3016 0 0,'-38'141'7163'0'0,"26"-78"-6713"0"0,-6 91 1 0 0,7-98-7139 0 0,7-43 5724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51.946"/>
    </inkml:context>
    <inkml:brush xml:id="br0">
      <inkml:brushProperty name="width" value="0.035" units="cm"/>
      <inkml:brushProperty name="height" value="0.035" units="cm"/>
      <inkml:brushProperty name="color" value="#E71224"/>
    </inkml:brush>
  </inkml:definitions>
  <inkml:trace contextRef="#ctx0" brushRef="#br0">61 180 3368 0 0,'-10'6'1864'0'0,"6"-7"1992"0"0,3-2-3754 0 0,1 0 0 0 0,0-1 0 0 0,-1 1 1 0 0,1-1-1 0 0,1 1 0 0 0,-1 0 0 0 0,0-1 0 0 0,1 1 0 0 0,0 0 0 0 0,-1-1 0 0 0,1 1 0 0 0,0 0 1 0 0,1 0-1 0 0,-1 0 0 0 0,1 0 0 0 0,-1 0 0 0 0,1 0 0 0 0,0 0 0 0 0,0 1 0 0 0,0-1 0 0 0,1 0 0 0 0,-1 1 1 0 0,6-4-1 0 0,4-7 20 0 0,2 0 0 0 0,0 2 0 0 0,19-13 0 0 0,-24 18-65 0 0,0 0 0 0 0,0 1 1 0 0,1 0-1 0 0,0 0 0 0 0,0 1 0 0 0,0 1 0 0 0,0 0 0 0 0,0 0 1 0 0,1 1-1 0 0,18-2 0 0 0,-28 4-39 0 0,0 0-1 0 0,1 1 1 0 0,-1-1 0 0 0,0 0 0 0 0,0 1 0 0 0,1-1 0 0 0,-1 1-1 0 0,0 0 1 0 0,0-1 0 0 0,0 1 0 0 0,0 0 0 0 0,0 0-1 0 0,0-1 1 0 0,0 1 0 0 0,0 0 0 0 0,0 0 0 0 0,0 0-1 0 0,0 0 1 0 0,0 1 0 0 0,-1-1 0 0 0,1 0 0 0 0,0 0-1 0 0,-1 0 1 0 0,1 0 0 0 0,-1 1 0 0 0,0-1 0 0 0,1 0 0 0 0,-1 1-1 0 0,0-1 1 0 0,0 0 0 0 0,0 1 0 0 0,0-1 0 0 0,0 0-1 0 0,0 1 1 0 0,0-1 0 0 0,0 2 0 0 0,-8 48 577 0 0,-2-22-532 0 0,-2 0-1 0 0,0-1 1 0 0,-2-1 0 0 0,-2 0 0 0 0,0-1 0 0 0,-1 0-1 0 0,-2-2 1 0 0,-1 0 0 0 0,0-1 0 0 0,-2-1-1 0 0,-1-1 1 0 0,-39 28 0 0 0,35-35-189 0 0,27-14 124 0 0,0 0 0 0 0,0 0 0 0 0,1 0 0 0 0,-1-1 0 0 0,0 1 0 0 0,0 0 0 0 0,0 0 0 0 0,0 0-1 0 0,0-1 1 0 0,0 1 0 0 0,0 0 0 0 0,0 0 0 0 0,0 0 0 0 0,0-1 0 0 0,0 1 0 0 0,0 0 0 0 0,0 0 0 0 0,0-1 0 0 0,0 1-1 0 0,0 0 1 0 0,0 0 0 0 0,0 0 0 0 0,0-1 0 0 0,0 1 0 0 0,0 0 0 0 0,-1 0 0 0 0,1 0 0 0 0,0 0 0 0 0,0-1 0 0 0,0 1-1 0 0,0 0 1 0 0,0 0 0 0 0,0 0 0 0 0,-1 0 0 0 0,1-1 0 0 0,0 1 0 0 0,0 0 0 0 0,0 0 0 0 0,0 0 0 0 0,-1 0 0 0 0,1 0 0 0 0,0 0-1 0 0,0 0 1 0 0,0 0 0 0 0,-1-1 0 0 0,1 1 0 0 0,0 0 0 0 0,0 0 0 0 0,-1 0 0 0 0,1 0 0 0 0,0 0 0 0 0,0 0 0 0 0,0 0-1 0 0,-1 0 1 0 0,9-3-23 0 0,-1 0 0 0 0,1 1-1 0 0,0-1 1 0 0,0 1 0 0 0,0 1 0 0 0,15-2-1 0 0,-18 2 17 0 0,16-2-165 0 0,1 0-1 0 0,-1 2 1 0 0,1 0-1 0 0,35 4 1 0 0,43 12-8482 0 0,-71-10 7313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52.319"/>
    </inkml:context>
    <inkml:brush xml:id="br0">
      <inkml:brushProperty name="width" value="0.035" units="cm"/>
      <inkml:brushProperty name="height" value="0.035" units="cm"/>
      <inkml:brushProperty name="color" value="#E71224"/>
    </inkml:brush>
  </inkml:definitions>
  <inkml:trace contextRef="#ctx0" brushRef="#br0">1 35 2672 0 0,'0'0'6221'0'0,"0"-1"-6088"0"0,1 0 0 0 0,-1 0 0 0 0,1 0 0 0 0,-1 0 0 0 0,1 1-1 0 0,0-1 1 0 0,0 0 0 0 0,-1 1 0 0 0,1-1 0 0 0,0 0 0 0 0,0 1-1 0 0,0-1 1 0 0,-1 1 0 0 0,1-1 0 0 0,0 1 0 0 0,0 0 0 0 0,2-1-1 0 0,24-1 257 0 0,69-5 354 0 0,-24-2-8119 0 0,-39 4 5764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53.052"/>
    </inkml:context>
    <inkml:brush xml:id="br0">
      <inkml:brushProperty name="width" value="0.035" units="cm"/>
      <inkml:brushProperty name="height" value="0.035" units="cm"/>
      <inkml:brushProperty name="color" value="#E71224"/>
    </inkml:brush>
  </inkml:definitions>
  <inkml:trace contextRef="#ctx0" brushRef="#br0">11 163 3652 0 0,'-11'-20'3393'0'0,"12"15"-3234"0"0,-1 1 0 0 0,1-1 1 0 0,-1 1-1 0 0,2-1 0 0 0,-1 1 1 0 0,0-1-1 0 0,1 1 0 0 0,0 0 1 0 0,0 0-1 0 0,0 0 0 0 0,0 0 1 0 0,1 0-1 0 0,0 0 0 0 0,-1 0 1 0 0,1 1-1 0 0,1-1 0 0 0,-1 1 1 0 0,0 0-1 0 0,1 0 0 0 0,6-4 0 0 0,2-2 15 0 0,0 1 0 0 0,1 0 0 0 0,1 0 0 0 0,25-10 0 0 0,-36 17-144 0 0,0 0 0 0 0,-1 0 1 0 0,1 1-1 0 0,0-1 0 0 0,0 1 0 0 0,-1 0 1 0 0,1 0-1 0 0,0 0 0 0 0,0 0 1 0 0,-1 0-1 0 0,1 0 0 0 0,0 1 0 0 0,0 0 1 0 0,-1-1-1 0 0,1 1 0 0 0,0 0 1 0 0,-1 0-1 0 0,1 0 0 0 0,-1 1 0 0 0,0-1 1 0 0,1 1-1 0 0,-1-1 0 0 0,0 1 1 0 0,0 0-1 0 0,0 0 0 0 0,0 0 0 0 0,0 0 1 0 0,0 0-1 0 0,0 0 0 0 0,-1 0 1 0 0,1 1-1 0 0,1 3 0 0 0,-2-2 19 0 0,0 0 1 0 0,-1 0-1 0 0,0 0 0 0 0,0 0 1 0 0,0 1-1 0 0,0-1 0 0 0,-1 0 0 0 0,1 0 1 0 0,-1 0-1 0 0,0 0 0 0 0,0 0 1 0 0,-1 0-1 0 0,1-1 0 0 0,-1 1 0 0 0,0 0 1 0 0,0-1-1 0 0,-5 8 0 0 0,-5 6 78 0 0,-1-1 0 0 0,-19 20 0 0 0,15-19-48 0 0,-73 74 864 0 0,89-89-265 0 0,20-3-634 0 0,-14 0-53 0 0,-1 1 0 0 0,1 0 1 0 0,-1 0-1 0 0,1 0 1 0 0,-1 0-1 0 0,1 1 1 0 0,-1 0-1 0 0,7 1 1 0 0,-10-1 10 0 0,1 0 0 0 0,-1 0 0 0 0,1 0 0 0 0,-1 1 0 0 0,0-1 0 0 0,1 0 0 0 0,-1 0 1 0 0,0 1-1 0 0,0-1 0 0 0,0 1 0 0 0,0-1 0 0 0,0 1 0 0 0,0-1 0 0 0,0 1 0 0 0,-1 0 0 0 0,1-1 1 0 0,-1 1-1 0 0,1 0 0 0 0,-1 0 0 0 0,1-1 0 0 0,-1 1 0 0 0,0 0 0 0 0,0 0 0 0 0,0 0 0 0 0,0-1 1 0 0,-1 4-1 0 0,0 7-43 0 0,-2 1 1 0 0,0-1 0 0 0,0 1-1 0 0,-1-1 1 0 0,0 0 0 0 0,-1-1-1 0 0,-1 1 1 0 0,0-1 0 0 0,0 0-1 0 0,-1-1 1 0 0,-15 18 0 0 0,21-26-697 0 0,9-13-9865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53.393"/>
    </inkml:context>
    <inkml:brush xml:id="br0">
      <inkml:brushProperty name="width" value="0.035" units="cm"/>
      <inkml:brushProperty name="height" value="0.035" units="cm"/>
      <inkml:brushProperty name="color" value="#E71224"/>
    </inkml:brush>
  </inkml:definitions>
  <inkml:trace contextRef="#ctx0" brushRef="#br0">1 128 3604 0 0,'4'-9'655'0'0,"1"-1"0"0"0,0 1 0 0 0,0-1 0 0 0,1 1 0 0 0,1 1 0 0 0,-1-1 0 0 0,1 1 0 0 0,10-8 0 0 0,-13 12-528 0 0,1 0-1 0 0,0 0 0 0 0,0 0 0 0 0,1 1 1 0 0,-1 0-1 0 0,1 0 0 0 0,-1 1 1 0 0,1-1-1 0 0,0 1 0 0 0,0 0 1 0 0,0 1-1 0 0,0-1 0 0 0,0 1 0 0 0,11 0 1 0 0,-15 1-106 0 0,-1 0 0 0 0,0 0 1 0 0,1 1-1 0 0,-1-1 0 0 0,0 1 1 0 0,1-1-1 0 0,-1 1 0 0 0,0-1 1 0 0,0 1-1 0 0,1 0 0 0 0,-1-1 1 0 0,0 1-1 0 0,0 0 0 0 0,0 0 1 0 0,0 0-1 0 0,0 0 0 0 0,0 0 1 0 0,0 0-1 0 0,-1 0 0 0 0,1 0 1 0 0,0 1-1 0 0,-1-1 0 0 0,1 0 1 0 0,0 0-1 0 0,-1 1 0 0 0,0-1 0 0 0,1 0 1 0 0,-1 1-1 0 0,0-1 0 0 0,1 0 1 0 0,-1 1-1 0 0,0-1 0 0 0,0 1 1 0 0,0-1-1 0 0,-1 2 0 0 0,-4 47 417 0 0,-5-24-315 0 0,-1-1-1 0 0,-1 0 1 0 0,-1-1-1 0 0,-1 0 1 0 0,-27 34-1 0 0,-1 5 119 0 0,40-61-217 0 0,0 0 39 0 0,0 0 0 0 0,1 1 0 0 0,-1-1 0 0 0,1 0 0 0 0,-1 1 0 0 0,1-1 0 0 0,0 1 0 0 0,0 0 0 0 0,0-1 0 0 0,0 1 0 0 0,1 0 0 0 0,-1-1 0 0 0,1 1 0 0 0,-1 0 0 0 0,1 0 0 0 0,0-1 0 0 0,0 1 0 0 0,0 0 0 0 0,0 0 0 0 0,1 0 0 0 0,-1-1 0 0 0,2 5 0 0 0,-1-5-37 0 0,0-1 1 0 0,0 1-1 0 0,0 0 0 0 0,0-1 1 0 0,0 1-1 0 0,1-1 1 0 0,-1 1-1 0 0,0-1 0 0 0,1 0 1 0 0,-1 0-1 0 0,1 1 0 0 0,-1-1 1 0 0,1 0-1 0 0,0 0 0 0 0,-1-1 1 0 0,1 1-1 0 0,3 1 1 0 0,38 11 25 0 0,-38-12-106 0 0,5 2-401 0 0,-1-1 0 0 0,1 0 0 0 0,1-1 0 0 0,-1 0 0 0 0,18-1 0 0 0,23-11-6465 0 0,-48 10 4477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55.400"/>
    </inkml:context>
    <inkml:brush xml:id="br0">
      <inkml:brushProperty name="width" value="0.035" units="cm"/>
      <inkml:brushProperty name="height" value="0.035" units="cm"/>
      <inkml:brushProperty name="color" value="#E71224"/>
    </inkml:brush>
  </inkml:definitions>
  <inkml:trace contextRef="#ctx0" brushRef="#br0">21 17 2696 0 0,'-20'2'4523'0'0,"41"-7"-2733"0"0,49-7-331 0 0,117 11-631 0 0,-69 6-6249 0 0,-104-5 3795 0 0,23-2 805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55.741"/>
    </inkml:context>
    <inkml:brush xml:id="br0">
      <inkml:brushProperty name="width" value="0.035" units="cm"/>
      <inkml:brushProperty name="height" value="0.035" units="cm"/>
      <inkml:brushProperty name="color" value="#E71224"/>
    </inkml:brush>
  </inkml:definitions>
  <inkml:trace contextRef="#ctx0" brushRef="#br0">177 33 2868 0 0,'3'-15'692'0'0,"1"-3"4303"0"0,-13 32-1817 0 0,-39 81-1103 0 0,-23 43-2476 0 0,23-47-7742 0 0,41-78 6307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56.066"/>
    </inkml:context>
    <inkml:brush xml:id="br0">
      <inkml:brushProperty name="width" value="0.035" units="cm"/>
      <inkml:brushProperty name="height" value="0.035" units="cm"/>
      <inkml:brushProperty name="color" value="#E71224"/>
    </inkml:brush>
  </inkml:definitions>
  <inkml:trace contextRef="#ctx0" brushRef="#br0">224 119 2900 0 0,'-2'0'314'0'0,"0"-1"0"0"0,0 0 0 0 0,-1 1 0 0 0,1-1 0 0 0,0 1 0 0 0,-1 0 0 0 0,1 0-1 0 0,0 0 1 0 0,-1 0 0 0 0,1 0 0 0 0,-1 1 0 0 0,1-1 0 0 0,0 1 0 0 0,0-1 0 0 0,-1 1 0 0 0,1 0-1 0 0,-4 2 1 0 0,4-2-185 0 0,0 0-1 0 0,0 0 0 0 0,0 1 0 0 0,0-1 0 0 0,0 1 1 0 0,0-1-1 0 0,0 1 0 0 0,1 0 0 0 0,-1 0 0 0 0,1 0 1 0 0,-1 0-1 0 0,1 0 0 0 0,0 0 0 0 0,0 0 0 0 0,-1 0 1 0 0,2 1-1 0 0,-1-1 0 0 0,0 0 0 0 0,0 1 1 0 0,1-1-1 0 0,-1 0 0 0 0,1 1 0 0 0,0-1 0 0 0,0 1 1 0 0,0 3-1 0 0,0-5-93 0 0,1 1 1 0 0,-1-1-1 0 0,1 0 0 0 0,0 1 1 0 0,-1-1-1 0 0,1 0 1 0 0,0 1-1 0 0,0-1 0 0 0,0 0 1 0 0,0 0-1 0 0,0 0 0 0 0,0 0 1 0 0,0 0-1 0 0,1 0 1 0 0,-1 0-1 0 0,0 0 0 0 0,0 0 1 0 0,1-1-1 0 0,-1 1 1 0 0,0-1-1 0 0,1 1 0 0 0,-1-1 1 0 0,1 1-1 0 0,-1-1 1 0 0,1 0-1 0 0,-1 1 0 0 0,1-1 1 0 0,-1 0-1 0 0,1 0 1 0 0,-1 0-1 0 0,1 0 0 0 0,-1-1 1 0 0,3 1-1 0 0,42-9 197 0 0,-37 6-79 0 0,0-1 0 0 0,-1 0 0 0 0,1-1 0 0 0,-1 0 0 0 0,0 0 0 0 0,0-1 0 0 0,-1 0 0 0 0,0 0 0 0 0,0-1 0 0 0,7-9 0 0 0,-12 14-68 0 0,0 0 1 0 0,0-1-1 0 0,0 1 1 0 0,0-1-1 0 0,0 1 1 0 0,-1-1-1 0 0,1 0 1 0 0,-1 0-1 0 0,1 0 0 0 0,-1 0 1 0 0,0 0-1 0 0,-1 0 1 0 0,1 0-1 0 0,0 0 1 0 0,-1 0-1 0 0,0 0 1 0 0,1 0-1 0 0,-1-1 0 0 0,-1 1 1 0 0,1 0-1 0 0,0 0 1 0 0,-1 0-1 0 0,1 0 1 0 0,-1 0-1 0 0,0 0 1 0 0,0 0-1 0 0,0 0 0 0 0,-1 0 1 0 0,1 0-1 0 0,-1 0 1 0 0,1 1-1 0 0,-4-4 1 0 0,1 2-82 0 0,0 2 0 0 0,1-1 0 0 0,-1 0 0 0 0,-1 1-1 0 0,1 0 1 0 0,0 0 0 0 0,0 0 0 0 0,-1 0 0 0 0,1 1 0 0 0,-1 0 0 0 0,0 0 0 0 0,1 0 0 0 0,-1 0 0 0 0,0 1 0 0 0,0 0 0 0 0,1 0 0 0 0,-1 0 0 0 0,0 0 0 0 0,0 1 0 0 0,1 0 0 0 0,-7 1 0 0 0,-8 3-433 0 0,0 0-1 0 0,1 1 1 0 0,-35 16-1 0 0,37-14-275 0 0,1 0 0 0 0,1 0-1 0 0,-23 18 1 0 0,32-22 97 0 0,1 0 0 0 0,-1 1 1 0 0,1 0-1 0 0,0-1 1 0 0,0 1-1 0 0,1 0 0 0 0,-6 10 1 0 0,6 1-2911 0 0,3-12 3011 0 0,0-1-549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56.427"/>
    </inkml:context>
    <inkml:brush xml:id="br0">
      <inkml:brushProperty name="width" value="0.035" units="cm"/>
      <inkml:brushProperty name="height" value="0.035" units="cm"/>
      <inkml:brushProperty name="color" value="#E71224"/>
    </inkml:brush>
  </inkml:definitions>
  <inkml:trace contextRef="#ctx0" brushRef="#br0">237 4 3560 0 0,'5'-1'1168'0'0,"-2"1"-1023"0"0,1-1 0 0 0,-1 0 0 0 0,0 1 0 0 0,1 0 0 0 0,-1 0 0 0 0,0 0 0 0 0,1 0 0 0 0,-1 0 0 0 0,0 1 0 0 0,1-1 0 0 0,-1 1 0 0 0,0 0 0 0 0,0 0 0 0 0,1 0 0 0 0,-1 0 0 0 0,0 1 0 0 0,0-1 0 0 0,0 1 0 0 0,-1 0 0 0 0,1 0 0 0 0,0 0 0 0 0,-1 0 0 0 0,1 1 0 0 0,-1-1 0 0 0,0 0 0 0 0,1 1 0 0 0,-1 0 0 0 0,-1-1 0 0 0,1 1 0 0 0,0 0 0 0 0,-1 0 0 0 0,1 0 0 0 0,-1 0 0 0 0,0 1 0 0 0,0-1 0 0 0,0 0 0 0 0,0 0 0 0 0,-1 1 0 0 0,1-1 0 0 0,-1 0 0 0 0,0 1 0 0 0,0-1 0 0 0,0 1 0 0 0,0-1 0 0 0,-1 0 0 0 0,0 1 0 0 0,-1 4 0 0 0,-1 6 73 0 0,-1 0 0 0 0,0 0 0 0 0,-1 0 0 0 0,-1-1 0 0 0,0 0 0 0 0,-1 0 0 0 0,0 0 0 0 0,-1-1 0 0 0,-1 0 0 0 0,0 0 1 0 0,0-1-1 0 0,-19 16 0 0 0,12-12-124 0 0,-1-1 1 0 0,0-1 0 0 0,-1-1-1 0 0,-1 0 1 0 0,0-2 0 0 0,0 0-1 0 0,-35 12 1 0 0,48-20-542 0 0,0-1 0 0 0,0 1 0 0 0,0-1 0 0 0,0-1 0 0 0,0 1 0 0 0,-10-1-1 0 0,22-23-6370 0 0,5 6 4914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09:56.754"/>
    </inkml:context>
    <inkml:brush xml:id="br0">
      <inkml:brushProperty name="width" value="0.035" units="cm"/>
      <inkml:brushProperty name="height" value="0.035" units="cm"/>
      <inkml:brushProperty name="color" value="#E71224"/>
    </inkml:brush>
  </inkml:definitions>
  <inkml:trace contextRef="#ctx0" brushRef="#br0">72 17 3864 0 0,'4'-15'5525'0'0,"-4"15"-5466"0"0,0 0 1 0 0,0 0 0 0 0,0 0-1 0 0,0 0 1 0 0,0 0-1 0 0,0 0 1 0 0,0 1-1 0 0,0-1 1 0 0,0 0 0 0 0,0 0-1 0 0,1 0 1 0 0,-1 0-1 0 0,0 0 1 0 0,0 0-1 0 0,0 0 1 0 0,0 0 0 0 0,0 1-1 0 0,0-1 1 0 0,0 0-1 0 0,1 0 1 0 0,-1 0-1 0 0,0 0 1 0 0,0 0 0 0 0,0 0-1 0 0,0 0 1 0 0,0 0-1 0 0,1 0 1 0 0,-1 0 0 0 0,0 0-1 0 0,0 0 1 0 0,0 0-1 0 0,0 0 1 0 0,1 0-1 0 0,-1 0 1 0 0,0 0 0 0 0,0 0-1 0 0,0 0 1 0 0,0 0-1 0 0,0 0 1 0 0,0-1-1 0 0,1 1 1 0 0,-1 0 0 0 0,0 0-1 0 0,0 0 1 0 0,0 0-1 0 0,0 0 1 0 0,0 0-1 0 0,0 0 1 0 0,0 0 0 0 0,1-1-1 0 0,-1 1 1 0 0,0 0-1 0 0,0 0 1 0 0,0 0-1 0 0,0 0 1 0 0,0 0 0 0 0,0 0-1 0 0,0-1 1 0 0,0 1-1 0 0,0 0 1 0 0,0 0-1 0 0,0 0 1 0 0,0 0 0 0 0,-2 20 1384 0 0,-10 29-501 0 0,-34 100 575 0 0,40-124-3938 0 0,-5 46 0 0 0,10-60-1547 0 0,-1-5 2852 0 0,1-2 203 0 0,0-1-1933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0:00.200"/>
    </inkml:context>
    <inkml:brush xml:id="br0">
      <inkml:brushProperty name="width" value="0.035" units="cm"/>
      <inkml:brushProperty name="height" value="0.035" units="cm"/>
      <inkml:brushProperty name="color" value="#E71224"/>
    </inkml:brush>
  </inkml:definitions>
  <inkml:trace contextRef="#ctx0" brushRef="#br0">248 1 3792 0 0,'-25'18'9996'0'0,"25"-19"-9353"0"0,9 8-475 0 0,-7-5-162 0 0,0 0-1 0 0,0 0 1 0 0,0 0-1 0 0,-1 0 0 0 0,1 0 1 0 0,-1 0-1 0 0,1 0 1 0 0,-1 0-1 0 0,0 1 1 0 0,0-1-1 0 0,0 0 0 0 0,0 1 1 0 0,0 3-1 0 0,0 4 3 0 0,-1 1-1 0 0,0-1 0 0 0,-1 0 0 0 0,0 1 1 0 0,-1-1-1 0 0,0 0 0 0 0,0 0 0 0 0,-1 0 1 0 0,-1 0-1 0 0,0 0 0 0 0,0-1 0 0 0,-1 0 1 0 0,-8 13-1 0 0,-7 10 44 0 0,-3-2 0 0 0,-32 35 0 0 0,54-63 74 0 0,6-2-107 0 0,8 1-3 0 0,1 0 0 0 0,0 1-1 0 0,-1 0 1 0 0,25 8 0 0 0,-35-9-5 0 0,1 1 0 0 0,-1-1 0 0 0,0 1 1 0 0,1 0-1 0 0,-1-1 0 0 0,0 1 1 0 0,0 1-1 0 0,0-1 0 0 0,0 0 0 0 0,-1 1 1 0 0,1 0-1 0 0,-1-1 0 0 0,1 1 0 0 0,-1 0 1 0 0,0 0-1 0 0,0 0 0 0 0,0 1 1 0 0,0-1-1 0 0,-1 0 0 0 0,0 1 0 0 0,1-1 1 0 0,-1 1-1 0 0,0-1 0 0 0,0 7 0 0 0,0 1 95 0 0,0 0 0 0 0,-1 1 0 0 0,0-1 0 0 0,-1 0-1 0 0,-1 0 1 0 0,0 0 0 0 0,0 0 0 0 0,-1 0 0 0 0,0 0-1 0 0,-1-1 1 0 0,0 1 0 0 0,-1-1 0 0 0,-8 14 0 0 0,9-18-67 0 0,-1 1 0 0 0,0-1 0 0 0,0 1 1 0 0,-1-2-1 0 0,0 1 0 0 0,0 0 1 0 0,0-1-1 0 0,0 0 0 0 0,-1-1 0 0 0,0 0 1 0 0,0 0-1 0 0,0 0 0 0 0,-1 0 0 0 0,1-1 1 0 0,-1-1-1 0 0,0 1 0 0 0,1-1 0 0 0,-1-1 1 0 0,0 1-1 0 0,-12-1 0 0 0,15 0-362 0 0,-36-3-906 0 0,39 1 675 0 0,-1 0 0 0 0,1 0-1 0 0,0 0 1 0 0,0 0 0 0 0,0 0-1 0 0,0 0 1 0 0,0 0 0 0 0,0-1-1 0 0,0 1 1 0 0,-3-3 0 0 0,2-2-2608 0 0,-3-8-258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0:05.730"/>
    </inkml:context>
    <inkml:brush xml:id="br0">
      <inkml:brushProperty name="width" value="0.035" units="cm"/>
      <inkml:brushProperty name="height" value="0.035" units="cm"/>
      <inkml:brushProperty name="color" value="#E71224"/>
    </inkml:brush>
  </inkml:definitions>
  <inkml:trace contextRef="#ctx0" brushRef="#br0">15 6 4432 0 0,'-14'-6'9290'0'0,"20"11"-9153"0"0,1 0 0 0 0,-1 0 1 0 0,1-1-1 0 0,1 0 0 0 0,-1-1 0 0 0,0 1 1 0 0,1-1-1 0 0,0-1 0 0 0,0 1 0 0 0,0-1 1 0 0,0-1-1 0 0,0 0 0 0 0,11 1 0 0 0,75-5-2741 0 0,10-11-4596 0 0,-69 8 4789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0:06.090"/>
    </inkml:context>
    <inkml:brush xml:id="br0">
      <inkml:brushProperty name="width" value="0.035" units="cm"/>
      <inkml:brushProperty name="height" value="0.035" units="cm"/>
      <inkml:brushProperty name="color" value="#E71224"/>
    </inkml:brush>
  </inkml:definitions>
  <inkml:trace contextRef="#ctx0" brushRef="#br0">107 91 2920 0 0,'-21'-11'4545'0'0,"20"10"-4408"0"0,0 1 0 0 0,-1-1 0 0 0,1 0 0 0 0,0 0 0 0 0,0 0-1 0 0,0 0 1 0 0,0 0 0 0 0,1 0 0 0 0,-1 0 0 0 0,0 0 0 0 0,0 0-1 0 0,1 0 1 0 0,-1-1 0 0 0,0 1 0 0 0,1 0 0 0 0,-1 0 0 0 0,1-1-1 0 0,0 1 1 0 0,-1 0 0 0 0,1-1 0 0 0,0 1 0 0 0,0 0 0 0 0,0-1-1 0 0,0 1 1 0 0,0-3 0 0 0,1 2-57 0 0,0 0 0 0 0,0 0 1 0 0,0 0-1 0 0,0 0 0 0 0,0 1 0 0 0,0-1 1 0 0,0 0-1 0 0,1 0 0 0 0,-1 1 0 0 0,1-1 1 0 0,-1 1-1 0 0,1-1 0 0 0,0 1 0 0 0,-1 0 0 0 0,3-2 1 0 0,1 0-46 0 0,-1 1 0 0 0,1-1 0 0 0,-1 1 0 0 0,1 0 0 0 0,0 1 0 0 0,0-1 0 0 0,-1 1 0 0 0,1 0 0 0 0,0 0 0 0 0,1 0 0 0 0,-1 1 0 0 0,0 0 0 0 0,0 0 0 0 0,0 0 0 0 0,0 0 0 0 0,5 2 1 0 0,-7-2-17 0 0,-1 1 1 0 0,0 0 0 0 0,1-1 0 0 0,-1 1 0 0 0,0 0-1 0 0,0 0 1 0 0,1 1 0 0 0,-1-1 0 0 0,0 0 0 0 0,0 1 0 0 0,0-1-1 0 0,-1 1 1 0 0,1-1 0 0 0,0 1 0 0 0,0 0 0 0 0,-1 0-1 0 0,0 0 1 0 0,1 0 0 0 0,-1 0 0 0 0,0 0 0 0 0,0 0 0 0 0,0 1-1 0 0,2 4 1 0 0,-3-3 30 0 0,0 0 0 0 0,0 1 0 0 0,0-1 0 0 0,0 0 0 0 0,0 0 0 0 0,-1 1 0 0 0,0-1 0 0 0,0 0 0 0 0,0 0 0 0 0,-1 0 0 0 0,1 0 0 0 0,-4 7 1 0 0,-6 7 142 0 0,0 0 1 0 0,-2 0 0 0 0,0-2 0 0 0,-23 26 0 0 0,-11 0 186 0 0,36-33-180 0 0,0 0 0 0 0,0 1 0 0 0,1 1-1 0 0,0 0 1 0 0,-15 22 0 0 0,24-32-185 0 0,1 0 0 0 0,-1 0-1 0 0,1 0 1 0 0,-1 0 0 0 0,1 0 0 0 0,0 0 0 0 0,-1 0-1 0 0,1 0 1 0 0,0 0 0 0 0,0 0 0 0 0,0 0 0 0 0,0 0 0 0 0,0 0-1 0 0,0 0 1 0 0,0 0 0 0 0,0 0 0 0 0,0 0 0 0 0,0 0-1 0 0,1 0 1 0 0,-1 0 0 0 0,0 0 0 0 0,1 0 0 0 0,-1 0 0 0 0,0 0-1 0 0,1 0 1 0 0,0-1 0 0 0,-1 1 0 0 0,1 0 0 0 0,-1 0-1 0 0,1 0 1 0 0,0-1 0 0 0,0 1 0 0 0,-1 0 0 0 0,1-1 0 0 0,0 1-1 0 0,0 0 1 0 0,0-1 0 0 0,0 1 0 0 0,0-1 0 0 0,0 0-1 0 0,0 1 1 0 0,1 0 0 0 0,3 0-91 0 0,0 1-1 0 0,0-1 1 0 0,0 0 0 0 0,0 0-1 0 0,0 0 1 0 0,0-1 0 0 0,0 0-1 0 0,8 0 1 0 0,88-16-2900 0 0,7-7-5520 0 0,-87 19 6869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0:06.431"/>
    </inkml:context>
    <inkml:brush xml:id="br0">
      <inkml:brushProperty name="width" value="0.035" units="cm"/>
      <inkml:brushProperty name="height" value="0.035" units="cm"/>
      <inkml:brushProperty name="color" value="#E71224"/>
    </inkml:brush>
  </inkml:definitions>
  <inkml:trace contextRef="#ctx0" brushRef="#br0">83 0 3144 0 0,'0'0'4752'0'0,"-3"4"-3887"0"0,-2 4-460 0 0,0 0-1 0 0,1 0 1 0 0,0 1 0 0 0,0 0-1 0 0,1 0 1 0 0,0 0 0 0 0,1 0-1 0 0,-2 12 1 0 0,-10 88 973 0 0,10-68-1255 0 0,2-6-335 0 0,-3 12-2043 0 0,-8-1-3789 0 0,5-29 4079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0:10.028"/>
    </inkml:context>
    <inkml:brush xml:id="br0">
      <inkml:brushProperty name="width" value="0.035" units="cm"/>
      <inkml:brushProperty name="height" value="0.035" units="cm"/>
      <inkml:brushProperty name="color" value="#E71224"/>
    </inkml:brush>
  </inkml:definitions>
  <inkml:trace contextRef="#ctx0" brushRef="#br0">499 59 3708 0 0,'-3'-5'436'0'0,"0"1"-1"0"0,-1 0 0 0 0,1-1 1 0 0,-1 1-1 0 0,0 1 0 0 0,0-1 1 0 0,-1 0-1 0 0,1 1 0 0 0,-1 0 0 0 0,0 0 1 0 0,0 1-1 0 0,0-1 0 0 0,0 1 1 0 0,0 0-1 0 0,0 0 0 0 0,0 1 1 0 0,-1-1-1 0 0,1 1 0 0 0,-1 1 1 0 0,-9-1-1 0 0,-2 3-151 0 0,0 2-1 0 0,0 0 1 0 0,0 1 0 0 0,1 1 0 0 0,-1 1 0 0 0,2 0 0 0 0,-1 1-1 0 0,1 0 1 0 0,0 1 0 0 0,1 1 0 0 0,0 1 0 0 0,0 0-1 0 0,-20 22 1 0 0,21-20-177 0 0,1 1 1 0 0,0 0-1 0 0,1 1 0 0 0,1 0 0 0 0,1 0 0 0 0,0 1 0 0 0,0 0 1 0 0,2 1-1 0 0,0 0 0 0 0,1 0 0 0 0,1 0 0 0 0,0 1 1 0 0,-3 28-1 0 0,8-37-76 0 0,0-1 1 0 0,0 0 0 0 0,0 0-1 0 0,1 0 1 0 0,0 0 0 0 0,1 0-1 0 0,0-1 1 0 0,0 1-1 0 0,1 0 1 0 0,0-1 0 0 0,0 0-1 0 0,1 1 1 0 0,0-1 0 0 0,0 0-1 0 0,0-1 1 0 0,1 1 0 0 0,0-1-1 0 0,0 0 1 0 0,1 0-1 0 0,0-1 1 0 0,0 1 0 0 0,0-1-1 0 0,9 5 1 0 0,-7-5 13 0 0,0-1-1 0 0,0 0 0 0 0,0 0 1 0 0,1-1-1 0 0,0 0 1 0 0,-1 0-1 0 0,1-1 1 0 0,0 0-1 0 0,0-1 1 0 0,0 0-1 0 0,0 0 1 0 0,14-2-1 0 0,-21 1 15 0 0,0 0 0 0 0,0 0 0 0 0,1 0 1 0 0,-1 0-1 0 0,0-1 0 0 0,0 1 0 0 0,0-1 0 0 0,1 0 0 0 0,-1 0 0 0 0,0 0 0 0 0,0 0 1 0 0,0 0-1 0 0,0 0 0 0 0,0 0 0 0 0,2-3 0 0 0,-4 4-4 0 0,1-1 0 0 0,0 0 0 0 0,-1 0 0 0 0,1 0 0 0 0,-1 0-1 0 0,1 0 1 0 0,-1 0 0 0 0,1 0 0 0 0,-1 0 0 0 0,0 0 0 0 0,0 0 0 0 0,1 0 0 0 0,-1 0 0 0 0,0 0 0 0 0,0-1 0 0 0,0 1 0 0 0,0 0-1 0 0,0 0 1 0 0,-1 0 0 0 0,1 0 0 0 0,-1-2 0 0 0,0 0 24 0 0,0 0 0 0 0,-1 0 0 0 0,1 0 0 0 0,-1 0 0 0 0,0 0 0 0 0,0 0 0 0 0,0 0 0 0 0,0 1 0 0 0,0-1 0 0 0,-1 1 0 0 0,1 0 0 0 0,-1 0 0 0 0,0 0 0 0 0,0 0 0 0 0,1 0 0 0 0,-5-2 0 0 0,-1 2-52 0 0,0 0 0 0 0,1 0 1 0 0,-1 0-1 0 0,0 1 0 0 0,0 1 0 0 0,-1-1 0 0 0,1 1 0 0 0,0 0 1 0 0,0 1-1 0 0,0 0 0 0 0,0 0 0 0 0,0 1 0 0 0,0 0 0 0 0,1 0 0 0 0,-1 1 1 0 0,1 0-1 0 0,-10 5 0 0 0,10-4-601 0 0,-1 0 1 0 0,1 1 0 0 0,-1 0-1 0 0,2 1 1 0 0,-1-1-1 0 0,-12 14 1 0 0,15-15-532 0 0,1 1-1 0 0,-1 0 1 0 0,1 0 0 0 0,0 0-1 0 0,0 0 1 0 0,1 1 0 0 0,0-1 0 0 0,-1 1-1 0 0,2-1 1 0 0,-3 10 0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0:18.387"/>
    </inkml:context>
    <inkml:brush xml:id="br0">
      <inkml:brushProperty name="width" value="0.035" units="cm"/>
      <inkml:brushProperty name="height" value="0.035" units="cm"/>
      <inkml:brushProperty name="color" value="#E71224"/>
    </inkml:brush>
  </inkml:definitions>
  <inkml:trace contextRef="#ctx0" brushRef="#br0">870 422 3108 0 0,'5'-2'1358'0'0,"4"-1"-894"0"0,-1 0 1 0 0,0-1 0 0 0,1 1-1 0 0,-2-2 1 0 0,1 1-1 0 0,-1-1 1 0 0,1-1 0 0 0,-1 1-1 0 0,-1-1 1 0 0,1 0 0 0 0,-1-1-1 0 0,0 1 1 0 0,0-1-1 0 0,-1 0 1 0 0,0-1 0 0 0,0 1-1 0 0,-1-1 1 0 0,0 0 0 0 0,-1 0-1 0 0,1-1 1 0 0,-1 1-1 0 0,3-17 1 0 0,-6 21-348 0 0,0 0-1 0 0,-1 0 1 0 0,1 0 0 0 0,-1 0-1 0 0,0 0 1 0 0,0 0 0 0 0,0 1-1 0 0,-1-1 1 0 0,1 0 0 0 0,-1 1-1 0 0,0-1 1 0 0,0 1-1 0 0,0-1 1 0 0,0 1 0 0 0,-1 0-1 0 0,-4-5 1 0 0,-50-42 555 0 0,49 44-580 0 0,-17-11 16 0 0,0 0 1 0 0,-1 2-1 0 0,-1 1 1 0 0,0 1-1 0 0,-1 1 1 0 0,0 1-1 0 0,-1 2 1 0 0,0 1-1 0 0,-1 1 1 0 0,-57-5-1 0 0,43 9-31 0 0,0 2 0 0 0,0 2 1 0 0,1 2-1 0 0,-1 2 0 0 0,1 2 0 0 0,0 1 1 0 0,-42 15-1 0 0,72-19-75 0 0,-1 0 0 0 0,1 2 0 0 0,0-1 0 0 0,1 2 0 0 0,-1-1 0 0 0,-12 10 0 0 0,20-12-5 0 0,0 1 0 0 0,0-1 0 0 0,1 1 0 0 0,-1 0 0 0 0,1 0 0 0 0,0 1 0 0 0,0-1 0 0 0,1 1 0 0 0,0 0 0 0 0,0 0 0 0 0,0 0-1 0 0,1 0 1 0 0,-1 1 0 0 0,1-1 0 0 0,0 7 0 0 0,-3 9-11 0 0,2-1 0 0 0,1 1 0 0 0,1 0 1 0 0,1 0-1 0 0,0-1 0 0 0,2 1 0 0 0,1 0 0 0 0,0-1 0 0 0,10 31 0 0 0,-8-37 2 0 0,0 1 0 0 0,2-1 0 0 0,0 0-1 0 0,1-1 1 0 0,0 1 0 0 0,1-2 0 0 0,1 1-1 0 0,0-1 1 0 0,0-1 0 0 0,2 0 0 0 0,-1 0 0 0 0,2-1-1 0 0,13 10 1 0 0,-5-7-247 0 0,0-1-1 0 0,0 0 1 0 0,1-2-1 0 0,1-1 1 0 0,0 0 0 0 0,0-2-1 0 0,35 8 1 0 0,19-7-3346 0 0,1-14-3792 0 0,-53 2 4537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2:50.966"/>
    </inkml:context>
    <inkml:brush xml:id="br0">
      <inkml:brushProperty name="width" value="0.035" units="cm"/>
      <inkml:brushProperty name="height" value="0.035" units="cm"/>
      <inkml:brushProperty name="color" value="#E71224"/>
    </inkml:brush>
  </inkml:definitions>
  <inkml:trace contextRef="#ctx0" brushRef="#br0">15 22 4316 0 0,'0'0'6556'0'0,"-4"-1"-5456"0"0,4 1-1047 0 0,-1 1 0 0 0,1-1 0 0 0,0 0 0 0 0,-1 0 0 0 0,1 0 0 0 0,0 0 0 0 0,-1 0 0 0 0,1 0 0 0 0,0 0 0 0 0,-1 0 0 0 0,1 0 0 0 0,0 0 0 0 0,-1 0 0 0 0,1 0 0 0 0,0 0-1 0 0,-1-1 1 0 0,1 1 0 0 0,0 0 0 0 0,0 0 0 0 0,-1 0 0 0 0,1 0 0 0 0,0-1 0 0 0,-1 1 0 0 0,1 0 0 0 0,0 0 0 0 0,0 0 0 0 0,-1-1 0 0 0,1 1 0 0 0,0 0 0 0 0,0 0 0 0 0,0-1 0 0 0,-1 1 0 0 0,1 0 0 0 0,0-1 0 0 0,0 1 0 0 0,0 0 0 0 0,0-1 0 0 0,0 1 0 0 0,0 0 0 0 0,0-1 0 0 0,-1 1 0 0 0,1 0 0 0 0,0-1 0 0 0,0 1 0 0 0,0 0 0 0 0,0-1 0 0 0,0 1 0 0 0,1 0 0 0 0,-1-1 0 0 0,22-7 1304 0 0,-15 7-1200 0 0,1 0 0 0 0,-1 0 1 0 0,1 1-1 0 0,0 0 0 0 0,0 0 0 0 0,12 2 0 0 0,-7 2 54 0 0,1 1-1 0 0,0 0 1 0 0,-1 1-1 0 0,0 0 1 0 0,-1 1-1 0 0,1 1 0 0 0,-1 0 1 0 0,18 16-1 0 0,-24-19-132 0 0,-1 1-1 0 0,0 0 1 0 0,0 0-1 0 0,-1 0 1 0 0,1 1-1 0 0,-2-1 1 0 0,1 1-1 0 0,-1 0 1 0 0,0 0-1 0 0,0 0 1 0 0,0 1-1 0 0,-1-1 1 0 0,-1 1-1 0 0,1-1 1 0 0,-1 1-1 0 0,0 0 1 0 0,-1-1-1 0 0,0 13 1 0 0,-4 10 82 0 0,-1 1 1 0 0,-11 32 0 0 0,6-22-263 0 0,2-21-57 0 0,0-11-2861 0 0,-17-15-11198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2:51.309"/>
    </inkml:context>
    <inkml:brush xml:id="br0">
      <inkml:brushProperty name="width" value="0.035" units="cm"/>
      <inkml:brushProperty name="height" value="0.035" units="cm"/>
      <inkml:brushProperty name="color" value="#E71224"/>
    </inkml:brush>
  </inkml:definitions>
  <inkml:trace contextRef="#ctx0" brushRef="#br0">0 113 6141 0 0,'5'-1'2040'0'0,"98"-19"5268"0"0,1-6-4655 0 0,0-6-5510 0 0,-4 0-6369 0 0,-97 30 6595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2:51.653"/>
    </inkml:context>
    <inkml:brush xml:id="br0">
      <inkml:brushProperty name="width" value="0.035" units="cm"/>
      <inkml:brushProperty name="height" value="0.035" units="cm"/>
      <inkml:brushProperty name="color" value="#E71224"/>
    </inkml:brush>
  </inkml:definitions>
  <inkml:trace contextRef="#ctx0" brushRef="#br0">1 23 3928 0 0,'0'0'3111'0'0,"4"-2"-1861"0"0,3-2-762 0 0,1 1 0 0 0,-1 0 0 0 0,1 0 1 0 0,0 1-1 0 0,0 0 0 0 0,0 1 0 0 0,0 0 1 0 0,15-1-1 0 0,83 4 0 0 0,-101-1-532 0 0,18-1-282 0 0,28 0-5183 0 0,-28-1 3125 0 0,-18 1 904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2:52.042"/>
    </inkml:context>
    <inkml:brush xml:id="br0">
      <inkml:brushProperty name="width" value="0.035" units="cm"/>
      <inkml:brushProperty name="height" value="0.035" units="cm"/>
      <inkml:brushProperty name="color" value="#E71224"/>
    </inkml:brush>
  </inkml:definitions>
  <inkml:trace contextRef="#ctx0" brushRef="#br0">7 127 3892 0 0,'4'-11'683'0'0,"1"1"0"0"0,0-1 0 0 0,0 1 0 0 0,1 0 1 0 0,1 0-1 0 0,0 0 0 0 0,0 1 0 0 0,0 0 0 0 0,1 1 0 0 0,13-12 0 0 0,-18 19-587 0 0,-1 0 0 0 0,0 0 0 0 0,1 0 0 0 0,-1 0 0 0 0,1 0 0 0 0,-1 0 0 0 0,1 1 1 0 0,-1-1-1 0 0,1 1 0 0 0,0 0 0 0 0,-1-1 0 0 0,1 1 0 0 0,-1 1 0 0 0,1-1 0 0 0,0 0 0 0 0,-1 1 0 0 0,1-1 1 0 0,-1 1-1 0 0,1 0 0 0 0,3 1 0 0 0,-4-1-141 0 0,1 0 117 0 0,-1 0 0 0 0,0 0 1 0 0,0 0-1 0 0,0 0 1 0 0,0 1-1 0 0,0-1 0 0 0,-1 0 1 0 0,1 1-1 0 0,0 0 0 0 0,-1-1 1 0 0,1 1-1 0 0,-1 0 1 0 0,1 0-1 0 0,-1 0 0 0 0,0 0 1 0 0,0 0-1 0 0,0 0 1 0 0,2 4-1 0 0,-2-2 43 0 0,1 1-1 0 0,-1-1 1 0 0,1 1 0 0 0,-1-1-1 0 0,-1 1 1 0 0,1-1 0 0 0,-1 9-1 0 0,-1-4 33 0 0,0-1 0 0 0,-2 1 0 0 0,1 0 0 0 0,-1-1 0 0 0,0 1 0 0 0,0-1 0 0 0,-1 0 0 0 0,0 0 0 0 0,-1 0 0 0 0,-8 10 0 0 0,-10 12 449 0 0,-33 32-1 0 0,-3 6 582 0 0,58-67-1157 0 0,0-1-1 0 0,0 1 1 0 0,1 0 0 0 0,-1 0 0 0 0,1-1 0 0 0,-1 1 0 0 0,1 0 0 0 0,-1 0-1 0 0,1 0 1 0 0,-1 0 0 0 0,1 0 0 0 0,0 0 0 0 0,-1 0 0 0 0,1 0 0 0 0,0 0-1 0 0,0 0 1 0 0,0 0 0 0 0,0 0 0 0 0,0 0 0 0 0,0 0 0 0 0,0 0-1 0 0,0 0 1 0 0,0 0 0 0 0,1 0 0 0 0,-1 0 0 0 0,0 0 0 0 0,0 0 0 0 0,1 0-1 0 0,-1 0 1 0 0,1 0 0 0 0,-1 0 0 0 0,2 1 0 0 0,0 0-39 0 0,0-1 1 0 0,0 1-1 0 0,1 0 1 0 0,-1-1-1 0 0,1 0 1 0 0,-1 1-1 0 0,1-1 1 0 0,0 0-1 0 0,-1 0 0 0 0,1 0 1 0 0,3 0-1 0 0,55 5-1397 0 0,-42-3 107 0 0,0-2-1 0 0,0 0 0 0 0,0-2 0 0 0,0 0 1 0 0,0-1-1 0 0,0 0 0 0 0,0-2 1 0 0,-1 0-1 0 0,21-8 0 0 0,-13 4-837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2:52.386"/>
    </inkml:context>
    <inkml:brush xml:id="br0">
      <inkml:brushProperty name="width" value="0.035" units="cm"/>
      <inkml:brushProperty name="height" value="0.035" units="cm"/>
      <inkml:brushProperty name="color" value="#E71224"/>
    </inkml:brush>
  </inkml:definitions>
  <inkml:trace contextRef="#ctx0" brushRef="#br0">0 1 3492 0 0,'5'0'1862'0'0,"75"6"4037"0"0,29 1-3287 0 0,-63-5-1562 0 0,-43-2-935 0 0,1 0 0 0 0,-1 0 0 0 0,1 0-1 0 0,-1 1 1 0 0,1-1 0 0 0,-1 1 0 0 0,0 0-1 0 0,1 0 1 0 0,-1 0 0 0 0,0 0 0 0 0,0 1-1 0 0,0-1 1 0 0,0 1 0 0 0,0 0 0 0 0,0 0-1 0 0,0 0 1 0 0,0 0 0 0 0,-1 0 0 0 0,1 1-1 0 0,-1-1 1 0 0,0 1 0 0 0,0 0 0 0 0,0-1-1 0 0,0 1 1 0 0,0 0 0 0 0,0 0 0 0 0,-1 0-1 0 0,1 1 1 0 0,-1-1 0 0 0,0 0 0 0 0,0 0-1 0 0,0 5 1 0 0,1 8 282 0 0,-2 0 0 0 0,0 0 0 0 0,-1 0 0 0 0,0-1 0 0 0,-7 30 0 0 0,-1 14-74 0 0,9 1-177 0 0,1-43-1709 0 0,-1 1 0 0 0,-1 0 0 0 0,-5 31 0 0 0,5-46-21 0 0,-14 10-6233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2:52.713"/>
    </inkml:context>
    <inkml:brush xml:id="br0">
      <inkml:brushProperty name="width" value="0.035" units="cm"/>
      <inkml:brushProperty name="height" value="0.035" units="cm"/>
      <inkml:brushProperty name="color" value="#E71224"/>
    </inkml:brush>
  </inkml:definitions>
  <inkml:trace contextRef="#ctx0" brushRef="#br0">21 49 3980 0 0,'-7'-8'235'0'0,"-7"-8"6315"0"0,14 15-6425 0 0,0 0 1 0 0,0 1-1 0 0,0-1 1 0 0,0 1-1 0 0,0-1 1 0 0,1 0-1 0 0,-1 1 1 0 0,0-1-1 0 0,0 1 1 0 0,0-1-1 0 0,1 0 1 0 0,-1 1-1 0 0,0-1 1 0 0,0 1-1 0 0,1-1 1 0 0,-1 1-1 0 0,0-1 1 0 0,1 1-1 0 0,-1-1 1 0 0,1 1-1 0 0,-1 0 1 0 0,1-1-1 0 0,-1 1 1 0 0,1-1-1 0 0,-1 1 1 0 0,1 0-1 0 0,-1 0 0 0 0,2-1 1 0 0,1-1 644 0 0,3 1-160 0 0,34 1 428 0 0,56 8-1 0 0,-33-2-3557 0 0,-62-6 2108 0 0,1 0 0 0 0,0 0 0 0 0,0 0 0 0 0,0 0 0 0 0,0 0 0 0 0,0-1-1 0 0,0 1 1 0 0,0-1 0 0 0,-1 1 0 0 0,1-1 0 0 0,0 0 0 0 0,0 0 0 0 0,-1 1 0 0 0,1-1-1 0 0,0 0 1 0 0,-1-1 0 0 0,1 1 0 0 0,-1 0 0 0 0,0 0 0 0 0,1-1 0 0 0,0-1 0 0 0,-1 2 85 0 0,2-1-2191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2:56.190"/>
    </inkml:context>
    <inkml:brush xml:id="br0">
      <inkml:brushProperty name="width" value="0.035" units="cm"/>
      <inkml:brushProperty name="height" value="0.035" units="cm"/>
      <inkml:brushProperty name="color" value="#E71224"/>
    </inkml:brush>
  </inkml:definitions>
  <inkml:trace contextRef="#ctx0" brushRef="#br0">30 183 3864 0 0,'0'0'3547'0'0,"16"4"-2657"0"0,-10-5 2358 0 0,3-5-2825 0 0,-7 20 120 0 0,-2-13-484 0 0,1 0-1 0 0,-1-1 1 0 0,0 1-1 0 0,1-1 1 0 0,-1 1-1 0 0,1-1 1 0 0,-1 1-1 0 0,1-1 1 0 0,0 1-1 0 0,-1-1 1 0 0,1 1-1 0 0,-1-1 1 0 0,1 1-1 0 0,0-1 1 0 0,-1 0-1 0 0,1 0 1 0 0,0 1-1 0 0,-1-1 1 0 0,1 0-1 0 0,0 0 1 0 0,0 0-1 0 0,-1 0 1 0 0,2 0-1 0 0,2-2-30 0 0,-1-2-1 0 0,0 1 0 0 0,0 0 1 0 0,0 0-1 0 0,0-1 0 0 0,-1 0 1 0 0,1 0-1 0 0,-1 1 0 0 0,0-1 1 0 0,0 0-1 0 0,0-1 0 0 0,-1 1 1 0 0,0 0-1 0 0,0 0 0 0 0,0-1 1 0 0,0 1-1 0 0,0-6 1 0 0,0-3-44 0 0,-1 1 1 0 0,-1-1 0 0 0,0 1 0 0 0,-5-22-1 0 0,6 32-4 0 0,0 0-1 0 0,0 0 0 0 0,-1 0 1 0 0,1 0-1 0 0,-1 0 1 0 0,1 1-1 0 0,-1-1 0 0 0,0 0 1 0 0,1 0-1 0 0,-1 0 1 0 0,0 1-1 0 0,-1-1 0 0 0,1 0 1 0 0,0 1-1 0 0,0-1 0 0 0,-1 1 1 0 0,1-1-1 0 0,0 1 1 0 0,-1 0-1 0 0,0-1 0 0 0,1 1 1 0 0,-1 0-1 0 0,0 0 0 0 0,1 0 1 0 0,-1 1-1 0 0,0-1 1 0 0,0 0-1 0 0,0 1 0 0 0,0-1 1 0 0,0 1-1 0 0,0-1 0 0 0,0 1 1 0 0,0 0-1 0 0,0 0 1 0 0,0 0-1 0 0,0 0 0 0 0,0 0 1 0 0,0 0-1 0 0,0 1 1 0 0,-2 0-1 0 0,3 0 19 0 0,0 0-1 0 0,0-1 1 0 0,0 1 0 0 0,0 0 0 0 0,0 0-1 0 0,0 0 1 0 0,0 0 0 0 0,1 0 0 0 0,-1 0-1 0 0,0 1 1 0 0,1-1 0 0 0,-1 0-1 0 0,1 0 1 0 0,0 0 0 0 0,-1 0 0 0 0,1 1-1 0 0,0-1 1 0 0,-1 0 0 0 0,1 1 0 0 0,0-1-1 0 0,0 0 1 0 0,0 3 0 0 0,5 31-35 0 0,25 40 0 0 0,-17-46 80 0 0,-1 1 0 0 0,-1 0 0 0 0,-2 1 0 0 0,0 0 0 0 0,4 45 1 0 0,-10-65-64 0 0,-3 31 24 0 0,-1-37-4 0 0,0 0-1 0 0,0 0 1 0 0,0 0-1 0 0,0-1 1 0 0,-1 1-1 0 0,0 0 1 0 0,0 0-1 0 0,0-1 1 0 0,-1 1-1 0 0,1-1 1 0 0,-1 0-1 0 0,0 0 1 0 0,0 0-1 0 0,-1 0 1 0 0,1 0-1 0 0,-6 4 1 0 0,6-6 45 0 0,-2-1 15 0 0,1 0-26 0 0,0-1 0 0 0,1 1-1 0 0,-1-1 1 0 0,0 0 0 0 0,1 0 0 0 0,-1 0 0 0 0,0 0-1 0 0,1-1 1 0 0,-1 0 0 0 0,0 1 0 0 0,1-1 0 0 0,-1 0 0 0 0,1-1-1 0 0,-1 1 1 0 0,1-1 0 0 0,0 1 0 0 0,-5-4 0 0 0,6 3-25 0 0,0-1 0 0 0,0 1 0 0 0,0-1 0 0 0,0 1 0 0 0,0-1 0 0 0,1 0 0 0 0,-1 0 0 0 0,1 1 0 0 0,0-1 0 0 0,0 0 0 0 0,0 0 0 0 0,0 0 0 0 0,1 0 0 0 0,-1 0 0 0 0,1-1 0 0 0,0 1 0 0 0,0 0 0 0 0,0 0 0 0 0,0 0 0 0 0,0 0 0 0 0,1 0 0 0 0,-1 0 1 0 0,1 0-1 0 0,0 0 0 0 0,0 0 0 0 0,0 0 0 0 0,0 0 0 0 0,0 0 0 0 0,1 0 0 0 0,0 1 0 0 0,-1-1 0 0 0,5-4 0 0 0,-1 0-518 0 0,1 0-1 0 0,-1 1 1 0 0,1 0-1 0 0,12-9 1 0 0,25-12-6269 0 0,-39 25 4920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2:56.529"/>
    </inkml:context>
    <inkml:brush xml:id="br0">
      <inkml:brushProperty name="width" value="0.035" units="cm"/>
      <inkml:brushProperty name="height" value="0.035" units="cm"/>
      <inkml:brushProperty name="color" value="#E71224"/>
    </inkml:brush>
  </inkml:definitions>
  <inkml:trace contextRef="#ctx0" brushRef="#br0">0 85 4192 0 0,'0'0'1669'0'0,"26"-7"663"0"0,-4-5-920 0 0,6-1-532 0 0,3-1-664 0 0,4 0-464 0 0,4 5-1464 0 0,-1-2-2661 0 0,-16 6 3433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2:56.871"/>
    </inkml:context>
    <inkml:brush xml:id="br0">
      <inkml:brushProperty name="width" value="0.035" units="cm"/>
      <inkml:brushProperty name="height" value="0.035" units="cm"/>
      <inkml:brushProperty name="color" value="#E71224"/>
    </inkml:brush>
  </inkml:definitions>
  <inkml:trace contextRef="#ctx0" brushRef="#br0">7 73 2492 0 0,'-6'-8'7840'0'0,"8"18"-6271"0"0,-1-7-1530 0 0,0 0 1 0 0,1 1-1 0 0,-1-1 1 0 0,1 0-1 0 0,0 0 1 0 0,0 0-1 0 0,0 0 1 0 0,5 5-1 0 0,4-2 298 0 0,-1 0-1 0 0,1 0 1 0 0,20 6-1 0 0,-26-11-67 0 0,1-1-61 0 0,-1-1-180 0 0,43-9 449 0 0,-45 9-433 0 0,0 0-1 0 0,0 0 1 0 0,-1-1 0 0 0,1 1 0 0 0,0-1 0 0 0,-1 0-1 0 0,1 1 1 0 0,-1-1 0 0 0,0 0 0 0 0,1 0-1 0 0,-1-1 1 0 0,0 1 0 0 0,0 0 0 0 0,0-1 0 0 0,-1 1-1 0 0,1-1 1 0 0,2-5 0 0 0,-3 5-32 0 0,0 1-1 0 0,0 0 1 0 0,0-1-1 0 0,-1 1 1 0 0,1-1-1 0 0,-1 0 1 0 0,1 1 0 0 0,-1-1-1 0 0,0 1 1 0 0,0-1-1 0 0,0 0 1 0 0,0 1-1 0 0,0-1 1 0 0,-1 0 0 0 0,1 1-1 0 0,-1-1 1 0 0,0 1-1 0 0,0-1 1 0 0,0 1-1 0 0,0 0 1 0 0,0-1 0 0 0,0 1-1 0 0,-1 0 1 0 0,1-1-1 0 0,-1 1 1 0 0,1 0-1 0 0,-1 0 1 0 0,0 1 0 0 0,0-1-1 0 0,-3-2 1 0 0,2 2-41 0 0,-1 0 0 0 0,1 1 0 0 0,0 0 0 0 0,-1-1 0 0 0,1 1 0 0 0,-1 0-1 0 0,1 1 1 0 0,-1-1 0 0 0,0 1 0 0 0,1 0 0 0 0,-1 0 0 0 0,1 0 0 0 0,-1 0 0 0 0,-5 1 0 0 0,9-1 17 0 0,-5 1-123 0 0,0 0-1 0 0,0 0 0 0 0,0 0 0 0 0,0 0 0 0 0,0 1 0 0 0,1 0 0 0 0,-1 0 0 0 0,0 0 0 0 0,1 1 0 0 0,0-1 0 0 0,-1 1 1 0 0,1 0-1 0 0,0 0 0 0 0,1 1 0 0 0,-1-1 0 0 0,1 1 0 0 0,-6 6 0 0 0,1-1-659 0 0,1 8-856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2:57.198"/>
    </inkml:context>
    <inkml:brush xml:id="br0">
      <inkml:brushProperty name="width" value="0.035" units="cm"/>
      <inkml:brushProperty name="height" value="0.035" units="cm"/>
      <inkml:brushProperty name="color" value="#E71224"/>
    </inkml:brush>
  </inkml:definitions>
  <inkml:trace contextRef="#ctx0" brushRef="#br0">67 1 3420 0 0,'4'0'211'0'0,"0"0"-1"0"0,1 0 1 0 0,-1 0-1 0 0,0 0 1 0 0,1 1-1 0 0,-1-1 0 0 0,0 1 1 0 0,1 0-1 0 0,-1 0 1 0 0,0 1-1 0 0,0-1 1 0 0,0 1-1 0 0,0 0 1 0 0,-1 0-1 0 0,1 0 1 0 0,0 1-1 0 0,-1 0 0 0 0,1-1 1 0 0,-1 1-1 0 0,0 0 1 0 0,0 0-1 0 0,3 4 1 0 0,-2 0 52 0 0,1 1 0 0 0,-1 0 1 0 0,0-1-1 0 0,-1 1 1 0 0,0 0-1 0 0,0 1 0 0 0,-1-1 1 0 0,0 0-1 0 0,0 1 0 0 0,0 12 1 0 0,-1-6-112 0 0,-1 0 0 0 0,-1 0 0 0 0,0 0 0 0 0,-1 0 0 0 0,-1 0 1 0 0,0-1-1 0 0,-1 1 0 0 0,0-1 0 0 0,-1 0 0 0 0,-1 0 0 0 0,0 0 0 0 0,-1-1 1 0 0,0 0-1 0 0,-1 0 0 0 0,-1-1 0 0 0,0 0 0 0 0,-1-1 0 0 0,0 0 0 0 0,-20 17 1 0 0,5-16-375 0 0,20-10-138 0 0,-5-3-597 0 0,10 1 866 0 0,-1 0 1 0 0,0 0 0 0 0,0 0 0 0 0,0 0-1 0 0,0 0 1 0 0,0 0 0 0 0,0 0 0 0 0,0 0 0 0 0,0 0-1 0 0,0 0 1 0 0,0 0 0 0 0,0 0 0 0 0,0-1-1 0 0,0 1 1 0 0,0 0 0 0 0,0-1 0 0 0,0 1-1 0 0,0-1 1 0 0,-1 0 0 0 0,-6-30-6018 0 0,8 28 4787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2:57.539"/>
    </inkml:context>
    <inkml:brush xml:id="br0">
      <inkml:brushProperty name="width" value="0.035" units="cm"/>
      <inkml:brushProperty name="height" value="0.035" units="cm"/>
      <inkml:brushProperty name="color" value="#E71224"/>
    </inkml:brush>
  </inkml:definitions>
  <inkml:trace contextRef="#ctx0" brushRef="#br0">185 152 4404 0 0,'4'-6'477'0'0,"0"0"-1"0"0,0-1 1 0 0,0 0-1 0 0,-1 1 0 0 0,0-1 1 0 0,0 0-1 0 0,-1-1 1 0 0,0 1-1 0 0,0 0 0 0 0,-1-1 1 0 0,0 1-1 0 0,0-1 1 0 0,-1 1-1 0 0,0-1 0 0 0,0 1 1 0 0,-3-14-1 0 0,3 20-442 0 0,-1 0 0 0 0,1 0 1 0 0,-1 0-1 0 0,0 0 0 0 0,0 0 0 0 0,1 0 0 0 0,-1 0 0 0 0,0 0 0 0 0,0 0 0 0 0,0 0 1 0 0,0 1-1 0 0,0-1 0 0 0,0 0 0 0 0,0 1 0 0 0,0-1 0 0 0,0 0 0 0 0,0 1 0 0 0,-1-1 1 0 0,1 1-1 0 0,0 0 0 0 0,0-1 0 0 0,-1 1 0 0 0,1 0 0 0 0,0 0 0 0 0,0 0 0 0 0,-1 0 1 0 0,1 0-1 0 0,0 0 0 0 0,-2 0 0 0 0,1 0-11 0 0,0 0-1 0 0,0 1 1 0 0,0-1-1 0 0,0 0 1 0 0,0 1-1 0 0,0-1 1 0 0,0 1 0 0 0,0 0-1 0 0,0-1 1 0 0,1 1-1 0 0,-1 0 1 0 0,0 0 0 0 0,1 0-1 0 0,-1 0 1 0 0,0 1-1 0 0,1-1 1 0 0,-1 0-1 0 0,1 1 1 0 0,-2 1 0 0 0,-1 5 8 0 0,0 1 0 0 0,1 0 0 0 0,0 0 0 0 0,0 0 0 0 0,1 0 0 0 0,0 0 0 0 0,1 1 1 0 0,0-1-1 0 0,1 1 0 0 0,-1-1 0 0 0,2 1 0 0 0,-1-1 0 0 0,3 13 0 0 0,5 16 26 0 0,2-1 0 0 0,15 40 0 0 0,-11-37-8 0 0,11 53 0 0 0,-25-90-45 0 0,4 26 61 0 0,-4-28-47 0 0,1 1-1 0 0,-1-1 1 0 0,0 0 0 0 0,-1 0 0 0 0,1 0 0 0 0,0 0-1 0 0,0 0 1 0 0,0 0 0 0 0,0 0 0 0 0,-1 0-1 0 0,1 0 1 0 0,-1 0 0 0 0,1 0 0 0 0,0 0 0 0 0,-1 0-1 0 0,0-1 1 0 0,1 1 0 0 0,-1 0 0 0 0,0 0-1 0 0,1 0 1 0 0,-1-1 0 0 0,0 1 0 0 0,0 0 0 0 0,1-1-1 0 0,-1 1 1 0 0,0 0 0 0 0,0-1 0 0 0,-1 1-1 0 0,-4 1 138 0 0,0-1-1 0 0,-1 0 1 0 0,1-1-1 0 0,0 1 1 0 0,-1-1 0 0 0,1 0-1 0 0,0-1 1 0 0,-1 1-1 0 0,1-1 1 0 0,0-1-1 0 0,0 1 1 0 0,0-1-1 0 0,0 0 1 0 0,-8-4-1 0 0,4 1 40 0 0,1 0-1 0 0,-1 0 1 0 0,1-1-1 0 0,1-1 1 0 0,-1 1-1 0 0,1-1 1 0 0,-11-12-1 0 0,18 17-181 0 0,-1 0 1 0 0,1 1-1 0 0,-1-1 0 0 0,1 0 0 0 0,0 0 1 0 0,-1-1-1 0 0,1 1 0 0 0,0 0 0 0 0,0 0 1 0 0,1 0-1 0 0,-1-1 0 0 0,0 1 1 0 0,1 0-1 0 0,0-1 0 0 0,-1 1 0 0 0,1-1 1 0 0,0 1-1 0 0,0-1 0 0 0,0 1 0 0 0,0 0 1 0 0,1-1-1 0 0,-1 1 0 0 0,1 0 1 0 0,-1-1-1 0 0,1 1 0 0 0,0 0 0 0 0,0-1 1 0 0,0 1-1 0 0,0 0 0 0 0,1 0 0 0 0,-1 0 1 0 0,3-3-1 0 0,5-5-620 0 0,0 0 0 0 0,0 1 0 0 0,1 0 0 0 0,20-14 0 0 0,-8 6-2161 0 0,13-10-4001 0 0,-19 14 3239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3:11.940"/>
    </inkml:context>
    <inkml:brush xml:id="br0">
      <inkml:brushProperty name="width" value="0.035" units="cm"/>
      <inkml:brushProperty name="height" value="0.035" units="cm"/>
      <inkml:brushProperty name="color" value="#E71224"/>
    </inkml:brush>
  </inkml:definitions>
  <inkml:trace contextRef="#ctx0" brushRef="#br0">69 17 3744 0 0,'0'0'1340'0'0,"-4"1"-163"0"0,-3 1-311 0 0,0 0-1 0 0,0 1 0 0 0,0-1 1 0 0,0 2-1 0 0,0-1 1 0 0,1 1-1 0 0,-8 5 1 0 0,12-7 1062 0 0,3-2-1922 0 0,1 0-1 0 0,-1 0 1 0 0,0-1-1 0 0,1 1 0 0 0,-1 0 1 0 0,1-1-1 0 0,-1 1 1 0 0,0-1-1 0 0,0 1 0 0 0,1-1 1 0 0,-1 0-1 0 0,0 0 1 0 0,0 1-1 0 0,2-3 0 0 0,4-1 9 0 0,0 0 0 0 0,0 0 0 0 0,1 0 0 0 0,-1 1 0 0 0,1 0 0 0 0,0 0 0 0 0,8-2 0 0 0,33-4-49 0 0,-45 9 33 0 0,1 1 7 0 0,-3-1-5 0 0,27 7 27 0 0,-28-6-28 0 0,0-1 1 0 0,0 1-1 0 0,0-1 0 0 0,0 1 0 0 0,0 0 1 0 0,0-1-1 0 0,0 1 0 0 0,0 0 0 0 0,0-1 1 0 0,-1 1-1 0 0,1 0 0 0 0,0 0 0 0 0,-1 0 1 0 0,1 0-1 0 0,0 0 0 0 0,-1 0 0 0 0,1 0 1 0 0,-1 0-1 0 0,1 0 0 0 0,-1 0 0 0 0,0 0 1 0 0,0 0-1 0 0,1 0 0 0 0,-1 0 0 0 0,0 1 1 0 0,0-1-1 0 0,0 0 0 0 0,0 2 0 0 0,-1 3 9 0 0,0 1-1 0 0,-1 0 0 0 0,0-1 1 0 0,0 1-1 0 0,0-1 1 0 0,-1 0-1 0 0,0 1 0 0 0,0-1 1 0 0,0-1-1 0 0,-7 10 0 0 0,-55 53-22 0 0,7-10 297 0 0,56-56-221 0 0,3-1-71 0 0,1 0 15 0 0,-1 0-1 0 0,1 0 1 0 0,0-1 0 0 0,-1 1 0 0 0,1 0 0 0 0,0-1 0 0 0,-1 0 0 0 0,1 1-1 0 0,0-1 1 0 0,0 0 0 0 0,-1 0 0 0 0,1 0 0 0 0,0 0 0 0 0,1 0 0 0 0,21 0 19 0 0,-12 1 2 0 0,29 0-25 0 0,-30 1 2 0 0,21 9-10 0 0,3 3-60 0 0,-28-6 28 0 0,-4-3 16 0 0,1-1 63 0 0,0-1 0 0 0,-1 0 0 0 0,0 1 0 0 0,1-1 0 0 0,-1 1 0 0 0,-1 0-1 0 0,1 0 1 0 0,-1 0 0 0 0,1 1 0 0 0,-1-1 0 0 0,0 1 0 0 0,-1-1 0 0 0,1 1 0 0 0,-1-1 0 0 0,0 1 0 0 0,0 0 0 0 0,0 0 0 0 0,0 7 0 0 0,-2-6 33 0 0,0 1 1 0 0,0-1-1 0 0,-1 1 1 0 0,1-1-1 0 0,-1 1 1 0 0,-1-1-1 0 0,1 0 1 0 0,-1 0-1 0 0,0 0 1 0 0,-1-1-1 0 0,1 1 1 0 0,-5 5-1 0 0,-4 2 31 0 0,0 1 0 0 0,-1-1 0 0 0,0-1 0 0 0,-1-1 1 0 0,0 0-1 0 0,-1 0 0 0 0,0-1 0 0 0,-24 11 0 0 0,35-19-200 0 0,-1-2-752 0 0,3 0 643 0 0,0 0 1 0 0,0-1 0 0 0,0 1 0 0 0,0 0 0 0 0,0-1 0 0 0,0 1 0 0 0,1-1 0 0 0,-1 1 0 0 0,0-1-1 0 0,0 0 1 0 0,1 0 0 0 0,-4-2 0 0 0,4 2-69 0 0,0 0 0 0 0,0 0-1 0 0,1 0 1 0 0,-1 0 0 0 0,0 0 0 0 0,1 0-1 0 0,-1 0 1 0 0,1 0 0 0 0,-1 0 0 0 0,1 0-1 0 0,0-1 1 0 0,0 1 0 0 0,-1 0 0 0 0,1 0-1 0 0,0-1 1 0 0,0 1 0 0 0,0 0-1 0 0,0 0 1 0 0,0 0 0 0 0,0-1 0 0 0,1 1-1 0 0,-1 0 1 0 0,0 0 0 0 0,1-1 0 0 0,-1 1-1 0 0,1 0 1 0 0,-1 0 0 0 0,1 0 0 0 0,-1 0-1 0 0,1 0 1 0 0,1-1 0 0 0,10-23-2277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3:12.296"/>
    </inkml:context>
    <inkml:brush xml:id="br0">
      <inkml:brushProperty name="width" value="0.035" units="cm"/>
      <inkml:brushProperty name="height" value="0.035" units="cm"/>
      <inkml:brushProperty name="color" value="#E71224"/>
    </inkml:brush>
  </inkml:definitions>
  <inkml:trace contextRef="#ctx0" brushRef="#br0">0 74 3864 0 0,'4'-4'1561'0'0,"1"-1"-1064"0"0,0-1-2 0 0,0 1 0 0 0,0 0 0 0 0,1 1 1 0 0,0-1-1 0 0,-1 1 0 0 0,2 0 0 0 0,-1 1 0 0 0,9-5 0 0 0,-8 5-282 0 0,1-1-1 0 0,-1 2 1 0 0,0-1 0 0 0,1 1-1 0 0,0 0 1 0 0,-1 0-1 0 0,1 1 1 0 0,0 0-1 0 0,0 1 1 0 0,0 0 0 0 0,0 0-1 0 0,-1 0 1 0 0,1 1-1 0 0,0 0 1 0 0,0 1-1 0 0,-1 0 1 0 0,14 4 0 0 0,-17-4-87 0 0,0 0 0 0 0,0 0 1 0 0,0 0-1 0 0,-1 0 0 0 0,1 0 1 0 0,0 1-1 0 0,-1 0 1 0 0,0 0-1 0 0,1 0 0 0 0,-1 0 1 0 0,0 0-1 0 0,-1 0 0 0 0,1 1 1 0 0,0 0-1 0 0,-1-1 1 0 0,3 8-1 0 0,-2-5 17 0 0,-1 1-1 0 0,-1-1 1 0 0,1 1 0 0 0,-1-1 0 0 0,-1 1 0 0 0,1-1-1 0 0,-1 1 1 0 0,0 0 0 0 0,0-1 0 0 0,-2 8-1 0 0,-3 12 240 0 0,-2-1-1 0 0,0 0 0 0 0,-2 0 0 0 0,-16 32 0 0 0,22-49-293 0 0,-80 224-246 0 0,74-205-1212 0 0,8-25 103 0 0,-11 9-1458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3:12.625"/>
    </inkml:context>
    <inkml:brush xml:id="br0">
      <inkml:brushProperty name="width" value="0.035" units="cm"/>
      <inkml:brushProperty name="height" value="0.035" units="cm"/>
      <inkml:brushProperty name="color" value="#E71224"/>
    </inkml:brush>
  </inkml:definitions>
  <inkml:trace contextRef="#ctx0" brushRef="#br0">0 113 4088 0 0,'20'-10'1355'0'0,"-1"1"-1"0"0,2 1 0 0 0,-1 1 0 0 0,1 1 0 0 0,0 0 1 0 0,1 2-1 0 0,25-2 0 0 0,43-10-1992 0 0,-74 12-961 0 0,1-1 1 0 0,-1 0-1 0 0,19-10 1 0 0,-16 6-792 0 0,-14 6 318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9:17.988"/>
    </inkml:context>
    <inkml:brush xml:id="br0">
      <inkml:brushProperty name="width" value="0.035" units="cm"/>
      <inkml:brushProperty name="height" value="0.035" units="cm"/>
      <inkml:brushProperty name="color" value="#E71224"/>
    </inkml:brush>
  </inkml:definitions>
  <inkml:trace contextRef="#ctx0" brushRef="#br0">1 1 1456 0 0,'0'0'2084'0'0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9:33.269"/>
    </inkml:context>
    <inkml:brush xml:id="br0">
      <inkml:brushProperty name="width" value="0.035" units="cm"/>
      <inkml:brushProperty name="height" value="0.035" units="cm"/>
      <inkml:brushProperty name="color" value="#E71224"/>
    </inkml:brush>
  </inkml:definitions>
  <inkml:trace contextRef="#ctx0" brushRef="#br0">13 76 2536 0 0,'0'0'6008'0'0,"-13"35"-3626"0"0,13-27-2206 0 0,1 0 1 0 0,0 0-1 0 0,0-1 1 0 0,1 1 0 0 0,-1-1-1 0 0,2 1 1 0 0,-1-1-1 0 0,6 12 1 0 0,-6-15-143 0 0,1 0-1 0 0,-1 0 1 0 0,1 0 0 0 0,0 0-1 0 0,0 0 1 0 0,0-1 0 0 0,1 1-1 0 0,-1-1 1 0 0,1 0 0 0 0,-1 0-1 0 0,1 0 1 0 0,0-1 0 0 0,0 1-1 0 0,1-1 1 0 0,-1 0 0 0 0,0 0 0 0 0,7 2-1 0 0,-5-3-11 0 0,-1 0-1 0 0,0-1 1 0 0,1 0-1 0 0,-1 1 1 0 0,1-2-1 0 0,-1 1 1 0 0,1-1-1 0 0,-1 1 1 0 0,0-1-1 0 0,1-1 1 0 0,-1 1-1 0 0,0-1 1 0 0,0 0-1 0 0,0 0 1 0 0,0-1-1 0 0,0 1 1 0 0,-1-1-1 0 0,10-7 1 0 0,-9 6-11 0 0,0 0 1 0 0,-1-1 0 0 0,1 1 0 0 0,-1-1-1 0 0,0 0 1 0 0,0 0 0 0 0,0-1 0 0 0,-1 1-1 0 0,0-1 1 0 0,0 0 0 0 0,0 0 0 0 0,-1 0-1 0 0,0 0 1 0 0,0 0 0 0 0,0-1 0 0 0,-1 1 0 0 0,1-7-1 0 0,-2 5-2 0 0,1 4-6 0 0,0 0 0 0 0,-1 1 0 0 0,1-1 0 0 0,-1 0 0 0 0,0 0 0 0 0,0 0 0 0 0,-1 0 0 0 0,1 0 0 0 0,-1 0 0 0 0,0 0 0 0 0,0 1 0 0 0,0-1 0 0 0,0 0 0 0 0,-1 1 0 0 0,1-1-1 0 0,-1 1 1 0 0,0-1 0 0 0,0 1 0 0 0,0 0 0 0 0,-1 0 0 0 0,1 0 0 0 0,-1 0 0 0 0,0 0 0 0 0,0 0 0 0 0,0 1 0 0 0,0 0 0 0 0,0-1 0 0 0,0 1 0 0 0,-6-2 0 0 0,6 2-23 0 0,0 1 0 0 0,0 0 1 0 0,0 0-1 0 0,0 1 1 0 0,0-1-1 0 0,-1 1 1 0 0,1-1-1 0 0,0 1 0 0 0,0 0 1 0 0,-1 0-1 0 0,1 1 1 0 0,0-1-1 0 0,0 1 1 0 0,0-1-1 0 0,-1 1 1 0 0,1 0-1 0 0,0 0 0 0 0,0 0 1 0 0,0 1-1 0 0,1-1 1 0 0,-1 1-1 0 0,0-1 1 0 0,0 1-1 0 0,-4 4 0 0 0,-5 4-1286 0 0,1 0 0 0 0,-1 1 0 0 0,2 0 0 0 0,-10 13 0 0 0,10-12-691 0 0,-1 0 603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9:33.609"/>
    </inkml:context>
    <inkml:brush xml:id="br0">
      <inkml:brushProperty name="width" value="0.035" units="cm"/>
      <inkml:brushProperty name="height" value="0.035" units="cm"/>
      <inkml:brushProperty name="color" value="#E71224"/>
    </inkml:brush>
  </inkml:definitions>
  <inkml:trace contextRef="#ctx0" brushRef="#br0">217 1 3252 0 0,'3'2'1225'0'0,"4"4"-824"0"0,-1 1-1 0 0,1 0 0 0 0,-1 0 1 0 0,-1 1-1 0 0,1-1 1 0 0,-1 1-1 0 0,-1 0 1 0 0,1 0-1 0 0,-2 1 1 0 0,1-1-1 0 0,-1 1 0 0 0,0 0 1 0 0,-1 0-1 0 0,0 0 1 0 0,1 12-1 0 0,0-3-140 0 0,-1 0 0 0 0,0-1 0 0 0,-2 1-1 0 0,0 0 1 0 0,-1 0 0 0 0,-1 0 0 0 0,-5 26 0 0 0,4-34-77 0 0,-1 0 0 0 0,0-1 0 0 0,-1 1 1 0 0,0-1-1 0 0,0 0 0 0 0,0 0 0 0 0,-2 0 1 0 0,1-1-1 0 0,-1 0 0 0 0,0 0 1 0 0,0-1-1 0 0,-1 0 0 0 0,-15 10 0 0 0,8-6 49 0 0,-1-2-1 0 0,-1 0 1 0 0,1-1-1 0 0,-2 0 0 0 0,1-2 1 0 0,-30 8-1 0 0,42-13-203 0 0,0-1-94 0 0,-17-3-234 0 0,21 2 197 0 0,0 1 1 0 0,0 0 0 0 0,1-1 0 0 0,-1 1 0 0 0,0-1 0 0 0,0 1 0 0 0,1-1 0 0 0,-1 0 0 0 0,0 1 0 0 0,1-1 0 0 0,-1 0 0 0 0,1 1 0 0 0,-1-1 0 0 0,0 0-1 0 0,1 0 1 0 0,0 1 0 0 0,-1-1 0 0 0,1 0 0 0 0,0 0 0 0 0,-1 0 0 0 0,1 0 0 0 0,0 1 0 0 0,0-1 0 0 0,-1 0 0 0 0,1 0 0 0 0,0 0 0 0 0,0 0-1 0 0,0 0 1 0 0,0 0 0 0 0,0 0 0 0 0,1 0 0 0 0,-1 1 0 0 0,0-1 0 0 0,0 0 0 0 0,1-2 0 0 0,9-29-4688 0 0,-1 16 2234 0 0,4 0 195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19:33.953"/>
    </inkml:context>
    <inkml:brush xml:id="br0">
      <inkml:brushProperty name="width" value="0.035" units="cm"/>
      <inkml:brushProperty name="height" value="0.035" units="cm"/>
      <inkml:brushProperty name="color" value="#E71224"/>
    </inkml:brush>
  </inkml:definitions>
  <inkml:trace contextRef="#ctx0" brushRef="#br0">15 0 4712 0 0,'-1'1'251'0'0,"0"-1"-1"0"0,0 1 0 0 0,0 0 0 0 0,0-1 0 0 0,0 1 1 0 0,0 0-1 0 0,1-1 0 0 0,-1 1 0 0 0,0 0 0 0 0,1 0 1 0 0,-1 0-1 0 0,0 0 0 0 0,1-1 0 0 0,-1 1 1 0 0,1 0-1 0 0,-1 0 0 0 0,1 0 0 0 0,0 0 0 0 0,-1 0 1 0 0,1 0-1 0 0,0 1 0 0 0,0-1 0 0 0,0 0 0 0 0,0 0 1 0 0,0 0-1 0 0,0 0 0 0 0,0 0 0 0 0,0 1 0 0 0,1 0-79 0 0,0 0 0 0 0,0 0 0 0 0,0-1 0 0 0,0 1 0 0 0,1-1-1 0 0,-1 1 1 0 0,0-1 0 0 0,1 1 0 0 0,-1-1 0 0 0,1 0 0 0 0,0 1-1 0 0,-1-1 1 0 0,4 1 0 0 0,8 4-118 0 0,-1 0 0 0 0,1-1 0 0 0,16 3 0 0 0,-26-7 234 0 0,23 5-120 0 0,0-2-1 0 0,0-1 0 0 0,0-1 1 0 0,52-4-1 0 0,-21 1-29 0 0,-57 1-149 0 0,36-2 86 0 0,-35 2-218 0 0,1 1-1 0 0,-1-1 1 0 0,1-1-1 0 0,-1 1 1 0 0,1 0 0 0 0,0 0-1 0 0,-1 0 1 0 0,1-1 0 0 0,-1 1-1 0 0,1-1 1 0 0,-1 1-1 0 0,0-1 1 0 0,1 0 0 0 0,-1 1-1 0 0,0-1 1 0 0,1 0-1 0 0,-1 0 1 0 0,0 0 0 0 0,0 0-1 0 0,0 0 1 0 0,1 0 0 0 0,0-2-1 0 0,-5-3-4307 0 0,-4-2 3487 0 0,6 7 244 0 0,-1-2-2282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20:20.690"/>
    </inkml:context>
    <inkml:brush xml:id="br0">
      <inkml:brushProperty name="width" value="0.035" units="cm"/>
      <inkml:brushProperty name="height" value="0.035" units="cm"/>
      <inkml:brushProperty name="color" value="#E71224"/>
    </inkml:brush>
  </inkml:definitions>
  <inkml:trace contextRef="#ctx0" brushRef="#br0">0 2 3536 0 0,'0'0'6144'0'0,"6"0"-5771"0"0,18 0 28 0 0,-18 0 17 0 0,-1 0 1 0 0,44-1 477 0 0,-16 0-363 0 0,55 6 1 0 0,-76-3-440 0 0,-1 0 1 0 0,1 0 0 0 0,-1 1 0 0 0,1 1-1 0 0,-1 0 1 0 0,0 1 0 0 0,-1 0-1 0 0,16 10 1 0 0,1 2 158 0 0,-14-10-126 0 0,0 1 1 0 0,-1 1 0 0 0,1 0 0 0 0,-2 0-1 0 0,1 1 1 0 0,-1 1 0 0 0,-1 0-1 0 0,0 0 1 0 0,0 1 0 0 0,9 17-1 0 0,-14-20-36 0 0,1 0-10 0 0,-2 0 1 0 0,1 0 0 0 0,-1 1-1 0 0,4 12 1 0 0,-5-5-43 0 0,0 0-1 0 0,-2 0 1 0 0,0 30 0 0 0,-1-42-290 0 0,0 0 0 0 0,0-1 0 0 0,0 1 1 0 0,-1 0-1 0 0,0 0 0 0 0,0 0 0 0 0,0-1 0 0 0,-1 1 1 0 0,0-1-1 0 0,1 1 0 0 0,-2-1 0 0 0,-3 8 0 0 0,3-9-672 0 0,0 0-1 0 0,1 0 0 0 0,-1 0 1 0 0,0 0-1 0 0,0-1 1 0 0,-1 1-1 0 0,-6 3 0 0 0,-7 4-1415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20:21.019"/>
    </inkml:context>
    <inkml:brush xml:id="br0">
      <inkml:brushProperty name="width" value="0.035" units="cm"/>
      <inkml:brushProperty name="height" value="0.035" units="cm"/>
      <inkml:brushProperty name="color" value="#E71224"/>
    </inkml:brush>
  </inkml:definitions>
  <inkml:trace contextRef="#ctx0" brushRef="#br0">35 122 4300 0 0,'-3'-1'377'0'0,"0"-1"-1"0"0,0 0 0 0 0,-1 1 1 0 0,1-1-1 0 0,0 0 1 0 0,1 0-1 0 0,-1-1 0 0 0,0 1 1 0 0,-2-4-1 0 0,4 6-263 0 0,1-1-1 0 0,0 1 1 0 0,0-1 0 0 0,-1 1-1 0 0,1-1 1 0 0,0 1 0 0 0,0-1-1 0 0,0 0 1 0 0,0 1 0 0 0,0-1-1 0 0,-1 1 1 0 0,1-1 0 0 0,0 0 0 0 0,0 1-1 0 0,1-1 1 0 0,-1 1 0 0 0,0-1-1 0 0,0 1 1 0 0,0-1 0 0 0,0 0-1 0 0,0 1 1 0 0,1-1 0 0 0,-1 0-1 0 0,20-17 790 0 0,-8 11-591 0 0,1 1 0 0 0,0 0 0 0 0,1 0 0 0 0,0 1 0 0 0,0 1 0 0 0,0 0-1 0 0,21-2 1 0 0,104-3 248 0 0,-42 5-1540 0 0,-64 4-849 0 0,-26 1 672 0 0,0-1 0 0 0,0 0 1 0 0,0 0-1 0 0,0-1 0 0 0,12-3 0 0 0,5-1-372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20:21.652"/>
    </inkml:context>
    <inkml:brush xml:id="br0">
      <inkml:brushProperty name="width" value="0.035" units="cm"/>
      <inkml:brushProperty name="height" value="0.035" units="cm"/>
      <inkml:brushProperty name="color" value="#E71224"/>
    </inkml:brush>
  </inkml:definitions>
  <inkml:trace contextRef="#ctx0" brushRef="#br0">38 3 4412 0 0,'0'0'1785'0'0,"-6"0"-208"0"0,-20 0-207 0 0,20 0 3947 0 0,11-1-4909 0 0,29 0-27 0 0,0 0 0 0 0,-1 3 0 0 0,41 5 0 0 0,41 15-3603 0 0,-110-21 2077 0 0,0-1-555 0 0,17-3-993 0 0,-16 2 396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20:21.986"/>
    </inkml:context>
    <inkml:brush xml:id="br0">
      <inkml:brushProperty name="width" value="0.035" units="cm"/>
      <inkml:brushProperty name="height" value="0.035" units="cm"/>
      <inkml:brushProperty name="color" value="#E71224"/>
    </inkml:brush>
  </inkml:definitions>
  <inkml:trace contextRef="#ctx0" brushRef="#br0">128 1 2832 0 0,'-4'2'352'0'0,"1"0"0"0"0,0 0 0 0 0,0 0 0 0 0,0 1 0 0 0,0-1 0 0 0,0 1 0 0 0,1 0 0 0 0,-1 0 0 0 0,1 0 0 0 0,0 0 0 0 0,0 0 0 0 0,0 0 0 0 0,0 1 0 0 0,0-1 0 0 0,1 1 0 0 0,0-1 1 0 0,-1 1-1 0 0,1-1 0 0 0,1 1 0 0 0,-1 0 0 0 0,0 5 0 0 0,-2 16 651 0 0,1 0 1 0 0,2 32 0 0 0,0-8-255 0 0,-1-38-953 0 0,-1-1 1 0 0,1 0 0 0 0,-2 0-1 0 0,1 0 1 0 0,-1 0 0 0 0,-1 0-1 0 0,-5 11 1 0 0,-27 34-6954 0 0,21-37 5032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20:23.953"/>
    </inkml:context>
    <inkml:brush xml:id="br0">
      <inkml:brushProperty name="width" value="0.035" units="cm"/>
      <inkml:brushProperty name="height" value="0.035" units="cm"/>
      <inkml:brushProperty name="color" value="#E71224"/>
    </inkml:brush>
  </inkml:definitions>
  <inkml:trace contextRef="#ctx0" brushRef="#br0">36 52 3944 0 0,'-35'16'11791'0'0,"37"-19"-11528"0"0,5-4-186 0 0,0 1-1 0 0,0 0 1 0 0,0 0-1 0 0,1 1 1 0 0,0 0-1 0 0,0 1 1 0 0,0-1 0 0 0,1 2-1 0 0,-1-1 1 0 0,1 1-1 0 0,0 0 1 0 0,10-1-1 0 0,-16 3-65 0 0,2-1 8 0 0,2 2 0 0 0,-3 0 4 0 0,1 0-30 0 0,0 0-1 0 0,0 0 1 0 0,0 1 0 0 0,0-1-1 0 0,-1 1 1 0 0,9 2 0 0 0,-12-2 20 0 0,1-1 0 0 0,-1 1 0 0 0,0 0 1 0 0,1-1-1 0 0,-1 1 0 0 0,0 0 0 0 0,0 0 1 0 0,1 0-1 0 0,-1 0 0 0 0,0 0 0 0 0,0 0 1 0 0,0 0-1 0 0,0 0 0 0 0,0 0 0 0 0,0 1 1 0 0,-1-1-1 0 0,1 0 0 0 0,0 1 0 0 0,-1-1 1 0 0,1 1-1 0 0,-1-1 0 0 0,1 0 0 0 0,-1 1 1 0 0,0-1-1 0 0,1 1 0 0 0,-1-1 0 0 0,0 1 1 0 0,0-1-1 0 0,0 1 0 0 0,0-1 0 0 0,0 1 1 0 0,-1 2-1 0 0,-4 16 150 0 0,0 0 1 0 0,-2 0-1 0 0,0-1 0 0 0,-14 26 1 0 0,13-29 10 0 0,1-1 1 0 0,0 1-1 0 0,1 0 0 0 0,1 1 1 0 0,0-1-1 0 0,1 1 1 0 0,-2 30-1 0 0,5-44-174 0 0,1-1 0 0 0,1 1 1 0 0,-1-1-1 0 0,0 0 0 0 0,0 1 0 0 0,1-1 0 0 0,-1 0 1 0 0,1 1-1 0 0,0-1 0 0 0,0 0 0 0 0,0 0 0 0 0,0 0 0 0 0,0 0 1 0 0,0 0-1 0 0,1 0 0 0 0,-1 0 0 0 0,1 0 0 0 0,-1 0 0 0 0,1 0 1 0 0,0-1-1 0 0,-1 1 0 0 0,1-1 0 0 0,0 1 0 0 0,0-1 0 0 0,0 0 1 0 0,0 0-1 0 0,0 0 0 0 0,1 0 0 0 0,-1 0 0 0 0,0 0 1 0 0,0 0-1 0 0,1-1 0 0 0,-1 1 0 0 0,0-1 0 0 0,1 0 0 0 0,-1 0 1 0 0,1 0-1 0 0,-1 0 0 0 0,4 0 0 0 0,3-1-389 0 0,1 0 0 0 0,-1 0 0 0 0,0-1 1 0 0,1 0-1 0 0,-1-1 0 0 0,0 0 0 0 0,0 0 0 0 0,14-8 0 0 0,-15 6-886 0 0,0-1 0 0 0,-1 0 0 0 0,1 0 0 0 0,11-14 0 0 0,-1 1-2161 0 0,-3 2 505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20:24.421"/>
    </inkml:context>
    <inkml:brush xml:id="br0">
      <inkml:brushProperty name="width" value="0.035" units="cm"/>
      <inkml:brushProperty name="height" value="0.035" units="cm"/>
      <inkml:brushProperty name="color" value="#E71224"/>
    </inkml:brush>
  </inkml:definitions>
  <inkml:trace contextRef="#ctx0" brushRef="#br0">15 12 4232 0 0,'0'0'4988'0'0,"-4"-1"-4331"0"0,-7-5 1565 0 0,33 3-933 0 0,-15 3-1122 0 0,18-1-44 0 0,-18 0-49 0 0,20 8 169 0 0,-25-5-226 0 0,0 0 0 0 0,-1 0 0 0 0,1 0 0 0 0,-1 1 0 0 0,0-1 0 0 0,0 0 0 0 0,0 1 0 0 0,0-1 0 0 0,0 0 0 0 0,0 1 0 0 0,-1-1 0 0 0,1 1 0 0 0,-1-1 0 0 0,0 1 0 0 0,1 0 0 0 0,-1-1 0 0 0,0 1 0 0 0,-1-1 0 0 0,1 1 0 0 0,0 0 0 0 0,-1-1 0 0 0,0 1 0 0 0,1-1 0 0 0,-1 0 0 0 0,0 1 0 0 0,-1 2 0 0 0,-5 10 123 0 0,-1 1 0 0 0,-17 26 0 0 0,12-21-34 0 0,12-18-35 0 0,0-2-64 0 0,1 0-1 0 0,0 1 0 0 0,-1-1 1 0 0,1 1-1 0 0,0-1 0 0 0,0 0 1 0 0,0 1-1 0 0,0-1 1 0 0,0 1-1 0 0,0-1 0 0 0,1 0 1 0 0,-1 1-1 0 0,0-1 0 0 0,1 0 1 0 0,-1 1-1 0 0,1-1 0 0 0,-1 0 1 0 0,1 1-1 0 0,0-1 0 0 0,-1 0 1 0 0,1 0-1 0 0,0 0 0 0 0,0 0 1 0 0,0 0-1 0 0,0 0 0 0 0,0 0 1 0 0,0 0-1 0 0,0 0 1 0 0,0 0-1 0 0,1 0 0 0 0,-1-1 1 0 0,0 1-1 0 0,0 0 0 0 0,1-1 1 0 0,-1 1-1 0 0,0-1 0 0 0,1 1 1 0 0,-1-1-1 0 0,3 0 0 0 0,1 1-165 0 0,0-1-125 0 0,17 2-66 0 0,-16-2-113 0 0,0 0-73 0 0,51-2-2381 0 0,-52 2 1867 0 0,-4 0 948 0 0,-1-1-1 0 0,1 1 0 0 0,0-1 1 0 0,-1 1-1 0 0,1-1 1 0 0,-1 1-1 0 0,1-1 0 0 0,0 1 1 0 0,-1 0-1 0 0,1 0 0 0 0,0-1 1 0 0,-1 1-1 0 0,1 0 1 0 0,0 0-1 0 0,0 0 0 0 0,-1 0 1 0 0,1-1-1 0 0,0 1 1 0 0,-1 0-1 0 0,1 1 0 0 0,0-1 1 0 0,0 0-1 0 0,1 0 1 0 0,-1 0-96 0 0,1 1 0 0 0,-1-1 0 0 0,1 0 0 0 0,0 0 0 0 0,-1 0 0 0 0,1 0 0 0 0,-1-1 0 0 0,1 1 0 0 0,0 0 0 0 0,-1-1 0 0 0,1 1 0 0 0,-1-1 0 0 0,3-1 0 0 0,15-7-686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04:21:30.332"/>
    </inkml:context>
    <inkml:brush xml:id="br0">
      <inkml:brushProperty name="width" value="0.035" units="cm"/>
      <inkml:brushProperty name="height" value="0.035" units="cm"/>
      <inkml:brushProperty name="color" value="#E71224"/>
    </inkml:brush>
  </inkml:definitions>
  <inkml:trace contextRef="#ctx0" brushRef="#br0">304 851 3796 0 0,'-6'30'1139'0'0,"0"1"1"0"0,2-1-1 0 0,1 1 0 0 0,2 0 0 0 0,1 0 0 0 0,1 0 0 0 0,2 0 0 0 0,12 59 0 0 0,-11-74-928 0 0,1-1 0 0 0,1 0 1 0 0,0 0-1 0 0,0-1 0 0 0,2 1 0 0 0,0-2 0 0 0,1 1 0 0 0,0-1 1 0 0,1 0-1 0 0,14 15 0 0 0,-14-19-99 0 0,0-1 0 0 0,1 0 0 0 0,-1 0 1 0 0,2-1-1 0 0,-1 0 0 0 0,1-1 0 0 0,0 0 0 0 0,17 5 0 0 0,-17-7-74 0 0,1-1 0 0 0,-1 0 0 0 0,1-1 0 0 0,-1 0 0 0 0,1-1 0 0 0,0-1 0 0 0,-1 0 0 0 0,1-1 0 0 0,0 0 0 0 0,18-4 0 0 0,-11 0-10 0 0,0-1 1 0 0,0-1 0 0 0,-1-1-1 0 0,1-1 1 0 0,30-19 0 0 0,-6-3-6 0 0,-1-1 1 0 0,-2-2 0 0 0,-1-2-1 0 0,37-45 1 0 0,-51 53 33 0 0,-1-2 0 0 0,-2 0 0 0 0,-1-2 1 0 0,-2-1-1 0 0,0 0 0 0 0,16-43 0 0 0,-26 52 36 0 0,-2-1 1 0 0,0 0-1 0 0,-2 0 0 0 0,-1-1 0 0 0,-1 1 0 0 0,-1-1 0 0 0,-1 0 1 0 0,-2 0-1 0 0,0 0 0 0 0,-5-30 0 0 0,0 25-53 0 0,-1 0 0 0 0,-2 1 0 0 0,-1 0 0 0 0,-1 0 0 0 0,-2 1 0 0 0,-1 0 0 0 0,-1 1 0 0 0,-1 1 0 0 0,-1 0 0 0 0,-2 1 0 0 0,-1 1 0 0 0,-1 1 0 0 0,-44-43 0 0 0,44 50-46 0 0,1 1 0 0 0,-2 1 0 0 0,0 1 0 0 0,0 1 0 0 0,-2 1 0 0 0,1 1 0 0 0,-2 0 0 0 0,1 2 0 0 0,-1 1 0 0 0,-1 1 1 0 0,1 1-1 0 0,-1 1 0 0 0,0 1 0 0 0,0 1 0 0 0,-1 2 0 0 0,1 0 0 0 0,-46 5 0 0 0,45 0-1 0 0,0 1 1 0 0,1 1-1 0 0,0 1 1 0 0,1 1 0 0 0,-1 1-1 0 0,2 1 1 0 0,-1 1-1 0 0,1 1 1 0 0,1 1-1 0 0,0 1 1 0 0,-34 30-1 0 0,33-23 13 0 0,1 2 0 0 0,1 0-1 0 0,1 1 1 0 0,1 1 0 0 0,1 1-1 0 0,2 1 1 0 0,0 0 0 0 0,2 1-1 0 0,-15 41 1 0 0,14-26-11 0 0,2 0 0 0 0,1 1 0 0 0,3 0 0 0 0,2 1-1 0 0,1 0 1 0 0,1 87 0 0 0,6-109-15 0 0,0-1 0 0 0,1 1 0 0 0,2-1 0 0 0,0 0-1 0 0,1 0 1 0 0,1 0 0 0 0,1-1 0 0 0,1 0 0 0 0,1 0 0 0 0,1-1 0 0 0,1 0 0 0 0,1-1 0 0 0,0 0-1 0 0,1-1 1 0 0,29 30 0 0 0,-28-36-53 0 0,1-1 1 0 0,0 0-1 0 0,1-1 0 0 0,0 0 0 0 0,0-2 0 0 0,1 0 0 0 0,0 0 1 0 0,1-2-1 0 0,0 0 0 0 0,0-1 0 0 0,0-1 0 0 0,0-1 1 0 0,1-1-1 0 0,-1 0 0 0 0,38-2 0 0 0,-5-3-329 0 0,-1-2-1 0 0,0-3 1 0 0,0-2-1 0 0,77-25 1 0 0,-13-8-2115 0 0,-2-5 1 0 0,-2-5 0 0 0,122-79 0 0 0,-101 54-401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5954A0CA-42DA-4EC0-B7BF-27BC0AFF1FCA}" type="datetimeFigureOut">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11/13/2025</a:t>
            </a:fld>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en-US" altLang="zh-CN" sz="1200" dirty="0">
                <a:ea typeface="SimSun" panose="02010600030101010101" pitchFamily="2" charset="-122"/>
              </a:rPr>
              <a:t>‹#›</a:t>
            </a:fld>
            <a:endParaRPr lang="en-US" altLang="zh-CN" sz="1200" dirty="0">
              <a:ea typeface="SimSun"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md5.gromweb.com/"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SimSun" panose="02010600030101010101" pitchFamily="2" charset="-122"/>
              </a:rPr>
              <a:t>2</a:t>
            </a:fld>
            <a:endParaRPr lang="en-US" altLang="zh-CN" sz="1200" dirty="0">
              <a:ea typeface="SimSun" panose="02010600030101010101" pitchFamily="2" charset="-122"/>
            </a:endParaRPr>
          </a:p>
        </p:txBody>
      </p:sp>
      <p:sp>
        <p:nvSpPr>
          <p:cNvPr id="5123" name="Rectangle 2"/>
          <p:cNvSpPr>
            <a:spLocks noGrp="1" noRot="1" noChangeAspect="1" noTextEdit="1"/>
          </p:cNvSpPr>
          <p:nvPr>
            <p:ph type="sldImg"/>
          </p:nvPr>
        </p:nvSpPr>
        <p:spPr>
          <a:ln>
            <a:solidFill>
              <a:srgbClr val="000000">
                <a:alpha val="100000"/>
              </a:srgbClr>
            </a:solidFill>
            <a:miter lim="800000"/>
          </a:ln>
        </p:spPr>
      </p:sp>
      <p:sp>
        <p:nvSpPr>
          <p:cNvPr id="5124" name="Rectangle 3"/>
          <p:cNvSpPr>
            <a:spLocks noGrp="1"/>
          </p:cNvSpPr>
          <p:nvPr>
            <p:ph type="body"/>
          </p:nvPr>
        </p:nvSpPr>
        <p:spPr>
          <a:noFill/>
          <a:ln>
            <a:noFill/>
          </a:ln>
        </p:spPr>
        <p:txBody>
          <a:bodyPr wrap="square" lIns="91440" tIns="45720" rIns="91440" bIns="45720" anchor="t" anchorCtr="0"/>
          <a:lstStyle/>
          <a:p>
            <a:pPr lvl="0" eaLnBrk="1" hangingPunct="1"/>
            <a:endParaRPr lang="fr-FR"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SimSun" panose="02010600030101010101" pitchFamily="2" charset="-122"/>
              </a:rPr>
              <a:t>3</a:t>
            </a:fld>
            <a:endParaRPr lang="en-US" altLang="zh-CN" sz="1200" dirty="0">
              <a:ea typeface="SimSun" panose="02010600030101010101" pitchFamily="2" charset="-122"/>
            </a:endParaRPr>
          </a:p>
        </p:txBody>
      </p:sp>
      <p:sp>
        <p:nvSpPr>
          <p:cNvPr id="7171" name="Rectangle 2"/>
          <p:cNvSpPr>
            <a:spLocks noGrp="1" noRot="1" noChangeAspect="1" noTextEdit="1"/>
          </p:cNvSpPr>
          <p:nvPr>
            <p:ph type="sldImg"/>
          </p:nvPr>
        </p:nvSpPr>
        <p:spPr>
          <a:ln>
            <a:solidFill>
              <a:srgbClr val="000000">
                <a:alpha val="100000"/>
              </a:srgbClr>
            </a:solidFill>
            <a:miter lim="800000"/>
          </a:ln>
        </p:spPr>
      </p:sp>
      <p:sp>
        <p:nvSpPr>
          <p:cNvPr id="7172" name="Rectangle 3"/>
          <p:cNvSpPr>
            <a:spLocks noGrp="1"/>
          </p:cNvSpPr>
          <p:nvPr>
            <p:ph type="body"/>
          </p:nvPr>
        </p:nvSpPr>
        <p:spPr>
          <a:noFill/>
          <a:ln>
            <a:noFill/>
          </a:ln>
        </p:spPr>
        <p:txBody>
          <a:bodyPr wrap="square" lIns="91440" tIns="45720" rIns="91440" bIns="45720" anchor="t" anchorCtr="0"/>
          <a:lstStyle/>
          <a:p>
            <a:pPr lvl="0" eaLnBrk="1" hangingPunct="1"/>
            <a:endParaRPr lang="fr-FR"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96257"/>
          <p:cNvSpPr>
            <a:spLocks noGrp="1" noRot="1" noChangeAspect="1" noTextEdit="1"/>
          </p:cNvSpPr>
          <p:nvPr>
            <p:ph type="sldImg"/>
          </p:nvPr>
        </p:nvSpPr>
        <p:spPr>
          <a:ln>
            <a:solidFill>
              <a:srgbClr val="000000">
                <a:alpha val="100000"/>
              </a:srgbClr>
            </a:solidFill>
            <a:miter lim="800000"/>
          </a:ln>
        </p:spPr>
      </p:sp>
      <p:sp>
        <p:nvSpPr>
          <p:cNvPr id="9219" name="Text Placeholder 96258"/>
          <p:cNvSpPr>
            <a:spLocks noGrp="1"/>
          </p:cNvSpPr>
          <p:nvPr>
            <p:ph type="body"/>
          </p:nvPr>
        </p:nvSpPr>
        <p:spPr>
          <a:noFill/>
          <a:ln>
            <a:noFill/>
          </a:ln>
        </p:spPr>
        <p:txBody>
          <a:bodyPr wrap="square" lIns="91440" tIns="45720" rIns="91440" bIns="45720" anchor="t" anchorCtr="0"/>
          <a:lstStyle/>
          <a:p>
            <a:pPr lvl="0"/>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ln>
            <a:solidFill>
              <a:srgbClr val="000000">
                <a:alpha val="100000"/>
              </a:srgbClr>
            </a:solidFill>
            <a:miter lim="800000"/>
          </a:ln>
        </p:spPr>
      </p:sp>
      <p:sp>
        <p:nvSpPr>
          <p:cNvPr id="16387" name="Notes Placeholder 2"/>
          <p:cNvSpPr>
            <a:spLocks noGrp="1"/>
          </p:cNvSpPr>
          <p:nvPr>
            <p:ph type="body"/>
          </p:nvPr>
        </p:nvSpPr>
        <p:spPr>
          <a:noFill/>
          <a:ln>
            <a:noFill/>
          </a:ln>
        </p:spPr>
        <p:txBody>
          <a:bodyPr wrap="square" lIns="91440" tIns="45720" rIns="91440" bIns="45720" anchor="t" anchorCtr="0"/>
          <a:lstStyle/>
          <a:p>
            <a:pPr lvl="0" eaLnBrk="1" hangingPunct="1"/>
            <a:r>
              <a:rPr lang="en-US" altLang="en-US" dirty="0"/>
              <a:t>Example: Goodrich’s</a:t>
            </a:r>
          </a:p>
        </p:txBody>
      </p:sp>
      <p:sp>
        <p:nvSpPr>
          <p:cNvPr id="16388" name="Slide Number Placeholder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SimSun" panose="02010600030101010101" pitchFamily="2" charset="-122"/>
              </a:rPr>
              <a:t>10</a:t>
            </a:fld>
            <a:endParaRPr lang="en-US" altLang="zh-CN" sz="1200" dirty="0">
              <a:ea typeface="SimSun"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TextEdit="1"/>
          </p:cNvSpPr>
          <p:nvPr>
            <p:ph type="sldImg"/>
          </p:nvPr>
        </p:nvSpPr>
        <p:spPr>
          <a:ln>
            <a:solidFill>
              <a:srgbClr val="000000">
                <a:alpha val="100000"/>
              </a:srgbClr>
            </a:solidFill>
            <a:miter lim="800000"/>
          </a:ln>
        </p:spPr>
      </p:sp>
      <p:sp>
        <p:nvSpPr>
          <p:cNvPr id="18435" name="Rectangle 3"/>
          <p:cNvSpPr>
            <a:spLocks noGrp="1"/>
          </p:cNvSpPr>
          <p:nvPr>
            <p:ph type="body"/>
          </p:nvPr>
        </p:nvSpPr>
        <p:spPr>
          <a:noFill/>
          <a:ln>
            <a:noFill/>
          </a:ln>
        </p:spPr>
        <p:txBody>
          <a:bodyPr wrap="square" lIns="91440" tIns="45720" rIns="91440" bIns="45720" anchor="t" anchorCtr="0"/>
          <a:lstStyle/>
          <a:p>
            <a:pPr lvl="0"/>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08545"/>
          <p:cNvSpPr>
            <a:spLocks noGrp="1" noRot="1" noChangeAspect="1" noTextEdit="1"/>
          </p:cNvSpPr>
          <p:nvPr>
            <p:ph type="sldImg"/>
          </p:nvPr>
        </p:nvSpPr>
        <p:spPr>
          <a:ln>
            <a:solidFill>
              <a:srgbClr val="000000">
                <a:alpha val="100000"/>
              </a:srgbClr>
            </a:solidFill>
            <a:miter lim="800000"/>
          </a:ln>
        </p:spPr>
      </p:sp>
      <p:sp>
        <p:nvSpPr>
          <p:cNvPr id="20483" name="Text Placeholder 108546"/>
          <p:cNvSpPr>
            <a:spLocks noGrp="1"/>
          </p:cNvSpPr>
          <p:nvPr>
            <p:ph type="body"/>
          </p:nvPr>
        </p:nvSpPr>
        <p:spPr>
          <a:noFill/>
          <a:ln>
            <a:noFill/>
          </a:ln>
        </p:spPr>
        <p:txBody>
          <a:bodyPr wrap="square" lIns="91440" tIns="45720" rIns="91440" bIns="45720" anchor="t" anchorCtr="0"/>
          <a:lstStyle/>
          <a:p>
            <a:pPr lvl="0"/>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10593"/>
          <p:cNvSpPr>
            <a:spLocks noGrp="1" noRot="1" noChangeAspect="1" noTextEdit="1"/>
          </p:cNvSpPr>
          <p:nvPr>
            <p:ph type="sldImg"/>
          </p:nvPr>
        </p:nvSpPr>
        <p:spPr>
          <a:ln>
            <a:solidFill>
              <a:srgbClr val="000000">
                <a:alpha val="100000"/>
              </a:srgbClr>
            </a:solidFill>
            <a:miter lim="800000"/>
          </a:ln>
        </p:spPr>
      </p:sp>
      <p:sp>
        <p:nvSpPr>
          <p:cNvPr id="22531" name="Text Placeholder 110594"/>
          <p:cNvSpPr>
            <a:spLocks noGrp="1"/>
          </p:cNvSpPr>
          <p:nvPr>
            <p:ph type="body"/>
          </p:nvPr>
        </p:nvSpPr>
        <p:spPr>
          <a:noFill/>
          <a:ln>
            <a:noFill/>
          </a:ln>
        </p:spPr>
        <p:txBody>
          <a:bodyPr wrap="square" lIns="91440" tIns="45720" rIns="91440" bIns="45720" anchor="t" anchorCtr="0"/>
          <a:lstStyle/>
          <a:p>
            <a:pPr lvl="0"/>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a:solidFill>
              <a:srgbClr val="000000">
                <a:alpha val="100000"/>
              </a:srgbClr>
            </a:solidFill>
            <a:miter lim="800000"/>
          </a:ln>
        </p:spPr>
      </p:sp>
      <p:sp>
        <p:nvSpPr>
          <p:cNvPr id="25603" name="Notes Placeholder 2"/>
          <p:cNvSpPr>
            <a:spLocks noGrp="1"/>
          </p:cNvSpPr>
          <p:nvPr>
            <p:ph type="body"/>
          </p:nvPr>
        </p:nvSpPr>
        <p:spPr>
          <a:noFill/>
          <a:ln>
            <a:noFill/>
          </a:ln>
        </p:spPr>
        <p:txBody>
          <a:bodyPr wrap="square" lIns="91440" tIns="45720" rIns="91440" bIns="45720" anchor="t" anchorCtr="0"/>
          <a:lstStyle/>
          <a:p>
            <a:pPr lvl="0" eaLnBrk="1" hangingPunct="1"/>
            <a:r>
              <a:rPr lang="en-US" altLang="en-US" dirty="0"/>
              <a:t>Image source:http://en.wikipedia.org/wiki/File:Hash_table_4_1_1_0_0_1_0_LL.svg</a:t>
            </a:r>
          </a:p>
        </p:txBody>
      </p:sp>
      <p:sp>
        <p:nvSpPr>
          <p:cNvPr id="25604" name="Slide Number Placeholder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SimSun" panose="02010600030101010101" pitchFamily="2" charset="-122"/>
              </a:rPr>
              <a:t>15</a:t>
            </a:fld>
            <a:endParaRPr lang="en-US" altLang="zh-CN" sz="1200" dirty="0">
              <a:ea typeface="SimSun"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a:solidFill>
              <a:srgbClr val="000000">
                <a:alpha val="100000"/>
              </a:srgbClr>
            </a:solidFill>
            <a:miter lim="800000"/>
          </a:ln>
        </p:spPr>
      </p:sp>
      <p:sp>
        <p:nvSpPr>
          <p:cNvPr id="27651" name="Notes Placeholder 2"/>
          <p:cNvSpPr>
            <a:spLocks noGrp="1"/>
          </p:cNvSpPr>
          <p:nvPr>
            <p:ph type="body"/>
          </p:nvPr>
        </p:nvSpPr>
        <p:spPr>
          <a:noFill/>
          <a:ln>
            <a:noFill/>
          </a:ln>
        </p:spPr>
        <p:txBody>
          <a:bodyPr wrap="square" lIns="91440" tIns="45720" rIns="91440" bIns="45720" anchor="t" anchorCtr="0"/>
          <a:lstStyle/>
          <a:p>
            <a:pPr lvl="0" eaLnBrk="1" hangingPunct="1"/>
            <a:r>
              <a:rPr lang="en-US" altLang="en-US" dirty="0"/>
              <a:t>Linear probing = thăm dò tuyến tính</a:t>
            </a:r>
          </a:p>
        </p:txBody>
      </p:sp>
      <p:sp>
        <p:nvSpPr>
          <p:cNvPr id="27652" name="Slide Number Placeholder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SimSun" panose="02010600030101010101" pitchFamily="2" charset="-122"/>
              </a:rPr>
              <a:t>16</a:t>
            </a:fld>
            <a:endParaRPr lang="en-US" altLang="zh-CN" sz="1200" dirty="0">
              <a:ea typeface="SimSun"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a:solidFill>
              <a:srgbClr val="000000">
                <a:alpha val="100000"/>
              </a:srgbClr>
            </a:solidFill>
            <a:miter lim="800000"/>
          </a:ln>
        </p:spPr>
      </p:sp>
      <p:sp>
        <p:nvSpPr>
          <p:cNvPr id="29699" name="Notes Placeholder 2"/>
          <p:cNvSpPr>
            <a:spLocks noGrp="1"/>
          </p:cNvSpPr>
          <p:nvPr>
            <p:ph type="body"/>
          </p:nvPr>
        </p:nvSpPr>
        <p:spPr>
          <a:noFill/>
          <a:ln>
            <a:noFill/>
          </a:ln>
        </p:spPr>
        <p:txBody>
          <a:bodyPr wrap="square" lIns="91440" tIns="45720" rIns="91440" bIns="45720" anchor="t" anchorCtr="0"/>
          <a:lstStyle/>
          <a:p>
            <a:pPr lvl="0" eaLnBrk="1" hangingPunct="1"/>
            <a:r>
              <a:rPr lang="en-US" altLang="en-US" dirty="0"/>
              <a:t>Reference: Goodrich’s</a:t>
            </a:r>
          </a:p>
          <a:p>
            <a:pPr lvl="0" eaLnBrk="1" hangingPunct="1"/>
            <a:r>
              <a:rPr lang="en-US" altLang="en-US" dirty="0"/>
              <a:t>consecutive = seqential</a:t>
            </a:r>
          </a:p>
        </p:txBody>
      </p:sp>
      <p:sp>
        <p:nvSpPr>
          <p:cNvPr id="29700" name="Slide Number Placeholder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SimSun" panose="02010600030101010101" pitchFamily="2" charset="-122"/>
              </a:rPr>
              <a:t>17</a:t>
            </a:fld>
            <a:endParaRPr lang="en-US" altLang="zh-CN" sz="1200" dirty="0">
              <a:ea typeface="SimSun"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a:solidFill>
              <a:srgbClr val="000000">
                <a:alpha val="100000"/>
              </a:srgbClr>
            </a:solidFill>
            <a:miter lim="800000"/>
          </a:ln>
        </p:spPr>
      </p:sp>
      <p:sp>
        <p:nvSpPr>
          <p:cNvPr id="31747" name="Notes Placeholder 2"/>
          <p:cNvSpPr>
            <a:spLocks noGrp="1"/>
          </p:cNvSpPr>
          <p:nvPr>
            <p:ph type="body"/>
          </p:nvPr>
        </p:nvSpPr>
        <p:spPr>
          <a:noFill/>
          <a:ln>
            <a:noFill/>
          </a:ln>
        </p:spPr>
        <p:txBody>
          <a:bodyPr wrap="square" lIns="91440" tIns="45720" rIns="91440" bIns="45720" anchor="t" anchorCtr="0"/>
          <a:lstStyle/>
          <a:p>
            <a:pPr lvl="0" eaLnBrk="1" hangingPunct="1"/>
            <a:r>
              <a:rPr lang="en-US" altLang="en-US" dirty="0"/>
              <a:t>Reference: Goodrich’s</a:t>
            </a:r>
          </a:p>
          <a:p>
            <a:pPr lvl="0" eaLnBrk="1" hangingPunct="1"/>
            <a:r>
              <a:rPr lang="en-US" altLang="en-US" dirty="0"/>
              <a:t>consecutive = seqential</a:t>
            </a:r>
          </a:p>
        </p:txBody>
      </p:sp>
      <p:sp>
        <p:nvSpPr>
          <p:cNvPr id="31748" name="Slide Number Placeholder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SimSun" panose="02010600030101010101" pitchFamily="2" charset="-122"/>
              </a:rPr>
              <a:t>18</a:t>
            </a:fld>
            <a:endParaRPr lang="en-US" altLang="zh-CN" sz="1200" dirty="0">
              <a:ea typeface="SimSun"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a:solidFill>
              <a:srgbClr val="000000">
                <a:alpha val="100000"/>
              </a:srgbClr>
            </a:solidFill>
            <a:miter lim="800000"/>
          </a:ln>
        </p:spPr>
      </p:sp>
      <p:sp>
        <p:nvSpPr>
          <p:cNvPr id="33795" name="Notes Placeholder 2"/>
          <p:cNvSpPr>
            <a:spLocks noGrp="1"/>
          </p:cNvSpPr>
          <p:nvPr>
            <p:ph type="body"/>
          </p:nvPr>
        </p:nvSpPr>
        <p:spPr>
          <a:noFill/>
          <a:ln>
            <a:noFill/>
          </a:ln>
        </p:spPr>
        <p:txBody>
          <a:bodyPr wrap="square" lIns="91440" tIns="45720" rIns="91440" bIns="45720" anchor="t" anchorCtr="0"/>
          <a:lstStyle/>
          <a:p>
            <a:pPr lvl="0" eaLnBrk="1" hangingPunct="1"/>
            <a:r>
              <a:rPr lang="en-US" altLang="en-US" dirty="0"/>
              <a:t>Linear probing handles collisions by placing the colliding item in the next (circularly) available table cell</a:t>
            </a:r>
          </a:p>
        </p:txBody>
      </p:sp>
      <p:sp>
        <p:nvSpPr>
          <p:cNvPr id="33796" name="Slide Number Placeholder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SimSun" panose="02010600030101010101" pitchFamily="2" charset="-122"/>
              </a:rPr>
              <a:t>19</a:t>
            </a:fld>
            <a:endParaRPr lang="en-US" altLang="zh-CN" sz="1200" dirty="0">
              <a:ea typeface="SimSun"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a:solidFill>
              <a:srgbClr val="000000">
                <a:alpha val="100000"/>
              </a:srgbClr>
            </a:solidFill>
            <a:miter lim="800000"/>
          </a:ln>
        </p:spPr>
      </p:sp>
      <p:sp>
        <p:nvSpPr>
          <p:cNvPr id="35843" name="Notes Placeholder 2"/>
          <p:cNvSpPr>
            <a:spLocks noGrp="1"/>
          </p:cNvSpPr>
          <p:nvPr>
            <p:ph type="body"/>
          </p:nvPr>
        </p:nvSpPr>
        <p:spPr>
          <a:noFill/>
          <a:ln>
            <a:noFill/>
          </a:ln>
        </p:spPr>
        <p:txBody>
          <a:bodyPr wrap="square" lIns="91440" tIns="45720" rIns="91440" bIns="45720" anchor="t" anchorCtr="0"/>
          <a:lstStyle/>
          <a:p>
            <a:pPr lvl="0" eaLnBrk="1" hangingPunct="1"/>
            <a:r>
              <a:rPr lang="en-US" altLang="en-US" dirty="0"/>
              <a:t>Linear probing handles collisions by placing the colliding item in the next (circularly) available table cell</a:t>
            </a:r>
          </a:p>
        </p:txBody>
      </p:sp>
      <p:sp>
        <p:nvSpPr>
          <p:cNvPr id="35844" name="Slide Number Placeholder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SimSun" panose="02010600030101010101" pitchFamily="2" charset="-122"/>
              </a:rPr>
              <a:t>20</a:t>
            </a:fld>
            <a:endParaRPr lang="en-US" altLang="zh-CN" sz="1200" dirty="0">
              <a:ea typeface="SimSun"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a:solidFill>
              <a:srgbClr val="000000">
                <a:alpha val="100000"/>
              </a:srgbClr>
            </a:solidFill>
            <a:miter lim="800000"/>
          </a:ln>
        </p:spPr>
      </p:sp>
      <p:sp>
        <p:nvSpPr>
          <p:cNvPr id="37891" name="Notes Placeholder 2"/>
          <p:cNvSpPr>
            <a:spLocks noGrp="1"/>
          </p:cNvSpPr>
          <p:nvPr>
            <p:ph type="body"/>
          </p:nvPr>
        </p:nvSpPr>
        <p:spPr>
          <a:noFill/>
          <a:ln>
            <a:noFill/>
          </a:ln>
        </p:spPr>
        <p:txBody>
          <a:bodyPr wrap="square" lIns="91440" tIns="45720" rIns="91440" bIns="45720" anchor="t" anchorCtr="0"/>
          <a:lstStyle/>
          <a:p>
            <a:pPr lvl="0" eaLnBrk="1" hangingPunct="1"/>
            <a:r>
              <a:rPr lang="en-US" altLang="en-US" dirty="0"/>
              <a:t>Scatter : to cause to separate widely</a:t>
            </a:r>
          </a:p>
        </p:txBody>
      </p:sp>
      <p:sp>
        <p:nvSpPr>
          <p:cNvPr id="37892" name="Slide Number Placeholder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SimSun" panose="02010600030101010101" pitchFamily="2" charset="-122"/>
              </a:rPr>
              <a:t>21</a:t>
            </a:fld>
            <a:endParaRPr lang="en-US" altLang="zh-CN" sz="1200" dirty="0">
              <a:ea typeface="SimSun"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a:solidFill>
              <a:srgbClr val="000000">
                <a:alpha val="100000"/>
              </a:srgbClr>
            </a:solidFill>
            <a:miter lim="800000"/>
          </a:ln>
        </p:spPr>
      </p:sp>
      <p:sp>
        <p:nvSpPr>
          <p:cNvPr id="39939" name="Notes Placeholder 2"/>
          <p:cNvSpPr>
            <a:spLocks noGrp="1"/>
          </p:cNvSpPr>
          <p:nvPr>
            <p:ph type="body"/>
          </p:nvPr>
        </p:nvSpPr>
        <p:spPr>
          <a:noFill/>
          <a:ln>
            <a:noFill/>
          </a:ln>
        </p:spPr>
        <p:txBody>
          <a:bodyPr wrap="square" lIns="91440" tIns="45720" rIns="91440" bIns="45720" anchor="t" anchorCtr="0"/>
          <a:lstStyle/>
          <a:p>
            <a:pPr lvl="0" eaLnBrk="1" hangingPunct="1"/>
            <a:r>
              <a:rPr lang="en-US" altLang="en-US" b="1" dirty="0"/>
              <a:t>Coalesce = </a:t>
            </a:r>
            <a:r>
              <a:rPr lang="en-US" altLang="en-US" dirty="0"/>
              <a:t>to grow\mix together </a:t>
            </a:r>
            <a:br>
              <a:rPr lang="en-US" altLang="en-US" dirty="0"/>
            </a:br>
            <a:endParaRPr lang="en-US" altLang="en-US" dirty="0"/>
          </a:p>
        </p:txBody>
      </p:sp>
      <p:sp>
        <p:nvSpPr>
          <p:cNvPr id="39940" name="Slide Number Placeholder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SimSun" panose="02010600030101010101" pitchFamily="2" charset="-122"/>
              </a:rPr>
              <a:t>22</a:t>
            </a:fld>
            <a:endParaRPr lang="en-US" altLang="zh-CN" sz="1200" dirty="0">
              <a:ea typeface="SimSun"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a:solidFill>
              <a:srgbClr val="000000">
                <a:alpha val="100000"/>
              </a:srgbClr>
            </a:solidFill>
            <a:miter lim="800000"/>
          </a:ln>
        </p:spPr>
      </p:sp>
      <p:sp>
        <p:nvSpPr>
          <p:cNvPr id="41987" name="Notes Placeholder 2"/>
          <p:cNvSpPr>
            <a:spLocks noGrp="1"/>
          </p:cNvSpPr>
          <p:nvPr>
            <p:ph type="body"/>
          </p:nvPr>
        </p:nvSpPr>
        <p:spPr>
          <a:noFill/>
          <a:ln>
            <a:noFill/>
          </a:ln>
        </p:spPr>
        <p:txBody>
          <a:bodyPr wrap="square" lIns="91440" tIns="45720" rIns="91440" bIns="45720" anchor="t" anchorCtr="0"/>
          <a:lstStyle/>
          <a:p>
            <a:pPr lvl="0" eaLnBrk="1" hangingPunct="1"/>
            <a:r>
              <a:rPr lang="en-US" altLang="en-US" b="1" dirty="0"/>
              <a:t>Coalesce = </a:t>
            </a:r>
            <a:r>
              <a:rPr lang="en-US" altLang="en-US" dirty="0"/>
              <a:t>to grow\mix together </a:t>
            </a:r>
            <a:br>
              <a:rPr lang="en-US" altLang="en-US" dirty="0"/>
            </a:br>
            <a:endParaRPr lang="en-US" altLang="en-US" dirty="0"/>
          </a:p>
        </p:txBody>
      </p:sp>
      <p:sp>
        <p:nvSpPr>
          <p:cNvPr id="41988" name="Slide Number Placeholder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SimSun" panose="02010600030101010101" pitchFamily="2" charset="-122"/>
              </a:rPr>
              <a:t>23</a:t>
            </a:fld>
            <a:endParaRPr lang="en-US" altLang="zh-CN" sz="1200" dirty="0">
              <a:ea typeface="SimSun"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173898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generator to create an MD5 hash of a string: </a:t>
            </a:r>
            <a:r>
              <a:rPr lang="en-US" sz="1200" b="0" i="0" u="none" strike="noStrike" kern="1200" dirty="0">
                <a:solidFill>
                  <a:schemeClr val="tx1"/>
                </a:solidFill>
                <a:effectLst/>
                <a:latin typeface="+mn-lt"/>
                <a:ea typeface="+mn-ea"/>
                <a:cs typeface="+mn-cs"/>
                <a:hlinkClick r:id="rId3" tooltip="MD5 conversion and MD5 reverse lookup"/>
              </a:rPr>
              <a:t>https://www.md5hashgenerator.com/</a:t>
            </a:r>
          </a:p>
          <a:p>
            <a:r>
              <a:rPr lang="en-US" sz="1200" b="0" i="0" u="none" strike="noStrike" kern="1200" dirty="0">
                <a:solidFill>
                  <a:schemeClr val="tx1"/>
                </a:solidFill>
                <a:effectLst/>
                <a:latin typeface="+mn-lt"/>
                <a:ea typeface="+mn-ea"/>
                <a:cs typeface="+mn-cs"/>
                <a:hlinkClick r:id="rId3" tooltip="MD5 conversion and MD5 reverse lookup"/>
              </a:rPr>
              <a:t>MD5 conversion and reverse lookup</a:t>
            </a:r>
            <a:r>
              <a:rPr lang="en-US" sz="1200" b="0" i="0" u="none" strike="noStrike" kern="1200" dirty="0">
                <a:solidFill>
                  <a:schemeClr val="tx1"/>
                </a:solidFill>
                <a:effectLst/>
                <a:latin typeface="+mn-lt"/>
                <a:ea typeface="+mn-ea"/>
                <a:cs typeface="+mn-cs"/>
              </a:rPr>
              <a:t>: </a:t>
            </a:r>
            <a:r>
              <a:rPr lang="en-US" dirty="0"/>
              <a:t>https://md5.gromweb.com/</a:t>
            </a:r>
          </a:p>
          <a:p>
            <a:endParaRPr lang="en-US" dirty="0"/>
          </a:p>
        </p:txBody>
      </p:sp>
    </p:spTree>
    <p:extLst>
      <p:ext uri="{BB962C8B-B14F-4D97-AF65-F5344CB8AC3E}">
        <p14:creationId xmlns:p14="http://schemas.microsoft.com/office/powerpoint/2010/main" val="37323673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SimSun" panose="02010600030101010101" pitchFamily="2" charset="-122"/>
              </a:rPr>
              <a:t>30</a:t>
            </a:fld>
            <a:endParaRPr lang="en-US" altLang="zh-CN" sz="1200" dirty="0">
              <a:ea typeface="SimSun" panose="02010600030101010101" pitchFamily="2" charset="-122"/>
            </a:endParaRPr>
          </a:p>
        </p:txBody>
      </p:sp>
      <p:sp>
        <p:nvSpPr>
          <p:cNvPr id="50179" name="Rectangle 2"/>
          <p:cNvSpPr>
            <a:spLocks noGrp="1" noRot="1" noChangeAspect="1" noTextEdit="1"/>
          </p:cNvSpPr>
          <p:nvPr>
            <p:ph type="sldImg"/>
          </p:nvPr>
        </p:nvSpPr>
        <p:spPr>
          <a:ln>
            <a:solidFill>
              <a:srgbClr val="000000">
                <a:alpha val="100000"/>
              </a:srgbClr>
            </a:solidFill>
            <a:miter lim="800000"/>
          </a:ln>
        </p:spPr>
      </p:sp>
      <p:sp>
        <p:nvSpPr>
          <p:cNvPr id="50180" name="Rectangle 3"/>
          <p:cNvSpPr>
            <a:spLocks noGrp="1"/>
          </p:cNvSpPr>
          <p:nvPr>
            <p:ph type="body"/>
          </p:nvPr>
        </p:nvSpPr>
        <p:spPr>
          <a:noFill/>
          <a:ln>
            <a:noFill/>
          </a:ln>
        </p:spPr>
        <p:txBody>
          <a:bodyPr wrap="square" lIns="91440" tIns="45720" rIns="91440" bIns="45720" anchor="t" anchorCtr="0"/>
          <a:lstStyle/>
          <a:p>
            <a:pPr lvl="0" eaLnBrk="1" hangingPunct="1"/>
            <a:endParaRPr lang="fr-FR"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SimSun" panose="02010600030101010101" pitchFamily="2" charset="-122"/>
              </a:rPr>
              <a:t>31</a:t>
            </a:fld>
            <a:endParaRPr lang="en-US" altLang="zh-CN" sz="1200" dirty="0">
              <a:ea typeface="SimSun" panose="02010600030101010101" pitchFamily="2" charset="-122"/>
            </a:endParaRPr>
          </a:p>
        </p:txBody>
      </p:sp>
      <p:sp>
        <p:nvSpPr>
          <p:cNvPr id="52227" name="Rectangle 2"/>
          <p:cNvSpPr>
            <a:spLocks noGrp="1" noRot="1" noChangeAspect="1" noTextEdit="1"/>
          </p:cNvSpPr>
          <p:nvPr>
            <p:ph type="sldImg"/>
          </p:nvPr>
        </p:nvSpPr>
        <p:spPr>
          <a:ln>
            <a:solidFill>
              <a:srgbClr val="000000">
                <a:alpha val="100000"/>
              </a:srgbClr>
            </a:solidFill>
            <a:miter lim="800000"/>
          </a:ln>
        </p:spPr>
      </p:sp>
      <p:sp>
        <p:nvSpPr>
          <p:cNvPr id="52228" name="Rectangle 3"/>
          <p:cNvSpPr>
            <a:spLocks noGrp="1"/>
          </p:cNvSpPr>
          <p:nvPr>
            <p:ph type="body"/>
          </p:nvPr>
        </p:nvSpPr>
        <p:spPr>
          <a:noFill/>
          <a:ln>
            <a:noFill/>
          </a:ln>
        </p:spPr>
        <p:txBody>
          <a:bodyPr wrap="square" lIns="91440" tIns="45720" rIns="91440" bIns="45720" anchor="t" anchorCtr="0"/>
          <a:lstStyle/>
          <a:p>
            <a:pPr lvl="0" eaLnBrk="1" hangingPunct="1"/>
            <a:endParaRPr lang="fr-FR"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noProof="1"/>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1"/>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5378E36B-8764-4E71-85DF-089E32156AAF}"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11/13/2025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sz="1200" b="0" i="0" u="none" strike="noStrike" kern="1200" cap="none" spc="0" normalizeH="0" baseline="0" noProof="1">
                <a:ln>
                  <a:noFill/>
                </a:ln>
                <a:solidFill>
                  <a:srgbClr val="898989"/>
                </a:solidFill>
                <a:effectLst/>
                <a:uLnTx/>
                <a:uFillTx/>
                <a:latin typeface="Arial" panose="020B0604020202020204" pitchFamily="34" charset="0"/>
                <a:ea typeface="+mn-ea"/>
                <a:cs typeface="+mn-cs"/>
              </a:rPr>
              <a:t>Data Structures and Algorithms in Java </a:t>
            </a: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dirty="0">
                <a:solidFill>
                  <a:srgbClr val="898989"/>
                </a:solidFill>
                <a:latin typeface="Arial" panose="020B0604020202020204" pitchFamily="34" charset="0"/>
              </a:rPr>
              <a:t>/40</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noProof="1"/>
              <a:t>Click to edit Master title style</a:t>
            </a:r>
          </a:p>
        </p:txBody>
      </p:sp>
      <p:sp>
        <p:nvSpPr>
          <p:cNvPr id="3" name="Content Placeholder 2"/>
          <p:cNvSpPr>
            <a:spLocks noGrp="1"/>
          </p:cNvSpPr>
          <p:nvPr>
            <p:ph idx="1"/>
          </p:nvPr>
        </p:nvSpPr>
        <p:spPr/>
        <p:txBody>
          <a:bodyPr/>
          <a:lstStyle>
            <a:lvl1pPr>
              <a:buClr>
                <a:schemeClr val="tx2">
                  <a:lumMod val="60000"/>
                  <a:lumOff val="40000"/>
                </a:schemeClr>
              </a:buClr>
              <a:buSzPct val="80000"/>
              <a:buFont typeface="Wingdings" panose="05000000000000000000" pitchFamily="2" charset="2"/>
              <a:buChar char="l"/>
              <a:defRPr>
                <a:latin typeface="Arial" panose="020B0604020202020204" pitchFamily="34" charset="0"/>
                <a:cs typeface="Arial" panose="020B0604020202020204" pitchFamily="34" charset="0"/>
              </a:defRPr>
            </a:lvl1pPr>
            <a:lvl2pPr>
              <a:defRPr/>
            </a:lvl2pPr>
            <a:lvl3pPr>
              <a:defRPr/>
            </a:lvl3pPr>
            <a:lvl4pPr>
              <a:defRPr/>
            </a:lvl4pPr>
            <a:lvl5pP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5378E36B-8764-4E71-85DF-089E32156AAF}"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11/13/2025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sz="1200" b="0" i="0" u="none" strike="noStrike" kern="1200" cap="none" spc="0" normalizeH="0" baseline="0" noProof="1">
                <a:ln>
                  <a:noFill/>
                </a:ln>
                <a:solidFill>
                  <a:srgbClr val="898989"/>
                </a:solidFill>
                <a:effectLst/>
                <a:uLnTx/>
                <a:uFillTx/>
                <a:latin typeface="Arial" panose="020B0604020202020204" pitchFamily="34" charset="0"/>
                <a:ea typeface="+mn-ea"/>
                <a:cs typeface="+mn-cs"/>
              </a:rPr>
              <a:t>Data Structures and Algorithms in Java </a:t>
            </a: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dirty="0">
                <a:solidFill>
                  <a:srgbClr val="898989"/>
                </a:solidFill>
                <a:latin typeface="Arial" panose="020B0604020202020204" pitchFamily="34" charset="0"/>
              </a:rPr>
              <a:t>/40</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noProof="1"/>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1"/>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5378E36B-8764-4E71-85DF-089E32156AAF}"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11/13/2025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sz="1200" b="0" i="0" u="none" strike="noStrike" kern="1200" cap="none" spc="0" normalizeH="0" baseline="0" noProof="1">
                <a:ln>
                  <a:noFill/>
                </a:ln>
                <a:solidFill>
                  <a:srgbClr val="898989"/>
                </a:solidFill>
                <a:effectLst/>
                <a:uLnTx/>
                <a:uFillTx/>
                <a:latin typeface="Arial" panose="020B0604020202020204" pitchFamily="34" charset="0"/>
                <a:ea typeface="+mn-ea"/>
                <a:cs typeface="+mn-cs"/>
              </a:rPr>
              <a:t>Data Structures and Algorithms in Java </a:t>
            </a: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dirty="0">
                <a:solidFill>
                  <a:srgbClr val="898989"/>
                </a:solidFill>
                <a:latin typeface="Arial" panose="020B0604020202020204" pitchFamily="34" charset="0"/>
              </a:rPr>
              <a:t>/40</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5378E36B-8764-4E71-85DF-089E32156AAF}"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11/13/2025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sz="1200" b="0" i="0" u="none" strike="noStrike" kern="1200" cap="none" spc="0" normalizeH="0" baseline="0" noProof="1">
                <a:ln>
                  <a:noFill/>
                </a:ln>
                <a:solidFill>
                  <a:srgbClr val="898989"/>
                </a:solidFill>
                <a:effectLst/>
                <a:uLnTx/>
                <a:uFillTx/>
                <a:latin typeface="Arial" panose="020B0604020202020204" pitchFamily="34" charset="0"/>
                <a:ea typeface="+mn-ea"/>
                <a:cs typeface="+mn-cs"/>
              </a:rPr>
              <a:t>Data Structures and Algorithms in Java </a:t>
            </a: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dirty="0">
                <a:solidFill>
                  <a:srgbClr val="898989"/>
                </a:solidFill>
                <a:latin typeface="Arial" panose="020B0604020202020204" pitchFamily="34" charset="0"/>
              </a:rPr>
              <a:t>/40</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noProof="1"/>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5378E36B-8764-4E71-85DF-089E32156AAF}"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11/13/2025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sz="1200" b="0" i="0" u="none" strike="noStrike" kern="1200" cap="none" spc="0" normalizeH="0" baseline="0" noProof="1">
                <a:ln>
                  <a:noFill/>
                </a:ln>
                <a:solidFill>
                  <a:srgbClr val="898989"/>
                </a:solidFill>
                <a:effectLst/>
                <a:uLnTx/>
                <a:uFillTx/>
                <a:latin typeface="Arial" panose="020B0604020202020204" pitchFamily="34" charset="0"/>
                <a:ea typeface="+mn-ea"/>
                <a:cs typeface="+mn-cs"/>
              </a:rPr>
              <a:t>Data Structures and Algorithms in Java </a:t>
            </a:r>
          </a:p>
        </p:txBody>
      </p:sp>
      <p:sp>
        <p:nvSpPr>
          <p:cNvPr id="9" name="Slide Number Placeholder 8"/>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dirty="0">
                <a:solidFill>
                  <a:srgbClr val="898989"/>
                </a:solidFill>
                <a:latin typeface="Arial" panose="020B0604020202020204" pitchFamily="34" charset="0"/>
              </a:rPr>
              <a:t>/40</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5378E36B-8764-4E71-85DF-089E32156AAF}"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11/13/2025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sz="1200" b="0" i="0" u="none" strike="noStrike" kern="1200" cap="none" spc="0" normalizeH="0" baseline="0" noProof="1">
                <a:ln>
                  <a:noFill/>
                </a:ln>
                <a:solidFill>
                  <a:srgbClr val="898989"/>
                </a:solidFill>
                <a:effectLst/>
                <a:uLnTx/>
                <a:uFillTx/>
                <a:latin typeface="Arial" panose="020B0604020202020204" pitchFamily="34" charset="0"/>
                <a:ea typeface="+mn-ea"/>
                <a:cs typeface="+mn-cs"/>
              </a:rPr>
              <a:t>Data Structures and Algorithms in Java </a:t>
            </a: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dirty="0">
                <a:solidFill>
                  <a:srgbClr val="898989"/>
                </a:solidFill>
                <a:latin typeface="Arial" panose="020B0604020202020204" pitchFamily="34" charset="0"/>
              </a:rPr>
              <a:t>/40</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5378E36B-8764-4E71-85DF-089E32156AAF}"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11/13/2025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sz="1200" b="0" i="0" u="none" strike="noStrike" kern="1200" cap="none" spc="0" normalizeH="0" baseline="0" noProof="1">
                <a:ln>
                  <a:noFill/>
                </a:ln>
                <a:solidFill>
                  <a:srgbClr val="898989"/>
                </a:solidFill>
                <a:effectLst/>
                <a:uLnTx/>
                <a:uFillTx/>
                <a:latin typeface="Arial" panose="020B0604020202020204" pitchFamily="34" charset="0"/>
                <a:ea typeface="+mn-ea"/>
                <a:cs typeface="+mn-cs"/>
              </a:rPr>
              <a:t>Data Structures and Algorithms in Java </a:t>
            </a:r>
          </a:p>
        </p:txBody>
      </p:sp>
      <p:sp>
        <p:nvSpPr>
          <p:cNvPr id="4" name="Slide Number Placeholder 3"/>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dirty="0">
                <a:solidFill>
                  <a:srgbClr val="898989"/>
                </a:solidFill>
                <a:latin typeface="Arial" panose="020B0604020202020204" pitchFamily="34" charset="0"/>
              </a:rPr>
              <a:t>/40</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noProof="1"/>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5378E36B-8764-4E71-85DF-089E32156AAF}"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11/13/2025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sz="1200" b="0" i="0" u="none" strike="noStrike" kern="1200" cap="none" spc="0" normalizeH="0" baseline="0" noProof="1">
                <a:ln>
                  <a:noFill/>
                </a:ln>
                <a:solidFill>
                  <a:srgbClr val="898989"/>
                </a:solidFill>
                <a:effectLst/>
                <a:uLnTx/>
                <a:uFillTx/>
                <a:latin typeface="Arial" panose="020B0604020202020204" pitchFamily="34" charset="0"/>
                <a:ea typeface="+mn-ea"/>
                <a:cs typeface="+mn-cs"/>
              </a:rPr>
              <a:t>Data Structures and Algorithms in Java </a:t>
            </a: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dirty="0">
                <a:solidFill>
                  <a:srgbClr val="898989"/>
                </a:solidFill>
                <a:latin typeface="Arial" panose="020B0604020202020204" pitchFamily="34" charset="0"/>
              </a:rPr>
              <a:t>/40</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noProof="1"/>
              <a:t>Click to edit Master title style</a:t>
            </a:r>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5378E36B-8764-4E71-85DF-089E32156AAF}"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11/13/2025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sz="1200" b="0" i="0" u="none" strike="noStrike" kern="1200" cap="none" spc="0" normalizeH="0" baseline="0" noProof="1">
                <a:ln>
                  <a:noFill/>
                </a:ln>
                <a:solidFill>
                  <a:srgbClr val="898989"/>
                </a:solidFill>
                <a:effectLst/>
                <a:uLnTx/>
                <a:uFillTx/>
                <a:latin typeface="Arial" panose="020B0604020202020204" pitchFamily="34" charset="0"/>
                <a:ea typeface="+mn-ea"/>
                <a:cs typeface="+mn-cs"/>
              </a:rPr>
              <a:t>Data Structures and Algorithms in Java </a:t>
            </a: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dirty="0">
                <a:solidFill>
                  <a:srgbClr val="898989"/>
                </a:solidFill>
                <a:latin typeface="Arial" panose="020B0604020202020204" pitchFamily="34" charset="0"/>
              </a:rPr>
              <a:t>/40</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Vertical Text Placeholder 2"/>
          <p:cNvSpPr>
            <a:spLocks noGrp="1"/>
          </p:cNvSpPr>
          <p:nvPr>
            <p:ph type="body" orient="vert" idx="1"/>
          </p:nvPr>
        </p:nvSpPr>
        <p:spPr/>
        <p:txBody>
          <a:bodyPr vert="eaVert"/>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5378E36B-8764-4E71-85DF-089E32156AAF}"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11/13/2025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sz="1200" b="0" i="0" u="none" strike="noStrike" kern="1200" cap="none" spc="0" normalizeH="0" baseline="0" noProof="1">
                <a:ln>
                  <a:noFill/>
                </a:ln>
                <a:solidFill>
                  <a:srgbClr val="898989"/>
                </a:solidFill>
                <a:effectLst/>
                <a:uLnTx/>
                <a:uFillTx/>
                <a:latin typeface="Arial" panose="020B0604020202020204" pitchFamily="34" charset="0"/>
                <a:ea typeface="+mn-ea"/>
                <a:cs typeface="+mn-cs"/>
              </a:rPr>
              <a:t>Data Structures and Algorithms in Java </a:t>
            </a: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dirty="0">
                <a:solidFill>
                  <a:srgbClr val="898989"/>
                </a:solidFill>
                <a:latin typeface="Arial" panose="020B0604020202020204" pitchFamily="34" charset="0"/>
              </a:rPr>
              <a:t>/40</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noProof="1"/>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5378E36B-8764-4E71-85DF-089E32156AAF}"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11/13/2025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sz="1200" b="0" i="0" u="none" strike="noStrike" kern="1200" cap="none" spc="0" normalizeH="0" baseline="0" noProof="1">
                <a:ln>
                  <a:noFill/>
                </a:ln>
                <a:solidFill>
                  <a:srgbClr val="898989"/>
                </a:solidFill>
                <a:effectLst/>
                <a:uLnTx/>
                <a:uFillTx/>
                <a:latin typeface="Arial" panose="020B0604020202020204" pitchFamily="34" charset="0"/>
                <a:ea typeface="+mn-ea"/>
                <a:cs typeface="+mn-cs"/>
              </a:rPr>
              <a:t>Data Structures and Algorithms in Java </a:t>
            </a: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dirty="0">
                <a:solidFill>
                  <a:srgbClr val="898989"/>
                </a:solidFill>
                <a:latin typeface="Arial" panose="020B0604020202020204" pitchFamily="34" charset="0"/>
              </a:rPr>
              <a:t>/40</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noProof="1"/>
              <a:t>Click to edit Master title style</a:t>
            </a:r>
          </a:p>
        </p:txBody>
      </p:sp>
      <p:sp>
        <p:nvSpPr>
          <p:cNvPr id="3" name="Table Placeholder 2"/>
          <p:cNvSpPr>
            <a:spLocks noGrp="1"/>
          </p:cNvSpPr>
          <p:nvPr>
            <p:ph type="tbl" idx="1"/>
          </p:nvPr>
        </p:nvSpPr>
        <p:spPr>
          <a:xfrm>
            <a:off x="4572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5378E36B-8764-4E71-85DF-089E32156AAF}"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11/13/2025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sz="1200" b="0" i="0" u="none" strike="noStrike" kern="1200" cap="none" spc="0" normalizeH="0" baseline="0" noProof="1">
                <a:ln>
                  <a:noFill/>
                </a:ln>
                <a:solidFill>
                  <a:srgbClr val="898989"/>
                </a:solidFill>
                <a:effectLst/>
                <a:uLnTx/>
                <a:uFillTx/>
                <a:latin typeface="Arial" panose="020B0604020202020204" pitchFamily="34" charset="0"/>
                <a:ea typeface="+mn-ea"/>
                <a:cs typeface="+mn-cs"/>
              </a:rPr>
              <a:t>Data Structures and Algorithms in Java </a:t>
            </a: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dirty="0">
                <a:solidFill>
                  <a:srgbClr val="898989"/>
                </a:solidFill>
                <a:latin typeface="Arial" panose="020B0604020202020204" pitchFamily="34" charset="0"/>
              </a:rPr>
              <a:t>/40</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457200" y="274638"/>
            <a:ext cx="8229600" cy="1143000"/>
          </a:xfrm>
          <a:prstGeom prst="rect">
            <a:avLst/>
          </a:prstGeom>
          <a:noFill/>
          <a:ln w="9525">
            <a:noFill/>
          </a:ln>
        </p:spPr>
        <p:txBody>
          <a:bodyPr anchor="ctr" anchorCtr="0"/>
          <a:lstStyle/>
          <a:p>
            <a:pPr lvl="0"/>
            <a:r>
              <a:rPr lang="en-US" altLang="en-US" dirty="0"/>
              <a:t>Click to edit Master title style</a:t>
            </a:r>
          </a:p>
        </p:txBody>
      </p:sp>
      <p:sp>
        <p:nvSpPr>
          <p:cNvPr id="1027" name="Text Placeholder 2"/>
          <p:cNvSpPr>
            <a:spLocks noGrp="1"/>
          </p:cNvSpPr>
          <p:nvPr>
            <p:ph type="body"/>
          </p:nvPr>
        </p:nvSpPr>
        <p:spPr>
          <a:xfrm>
            <a:off x="457200" y="1600200"/>
            <a:ext cx="8229600" cy="4525963"/>
          </a:xfrm>
          <a:prstGeom prst="rect">
            <a:avLst/>
          </a:prstGeom>
          <a:noFill/>
          <a:ln w="9525">
            <a:noFill/>
          </a:ln>
        </p:spPr>
        <p:txBody>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5378E36B-8764-4E71-85DF-089E32156AAF}"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11/13/2025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lstStyle>
            <a:lvl1pPr algn="ctr" eaLnBrk="1" hangingPunct="1">
              <a:defRPr sz="12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sz="1200" b="0" i="0" u="none" strike="noStrike" kern="1200" cap="none" spc="0" normalizeH="0" baseline="0" noProof="1">
                <a:ln>
                  <a:noFill/>
                </a:ln>
                <a:solidFill>
                  <a:srgbClr val="898989"/>
                </a:solidFill>
                <a:effectLst/>
                <a:uLnTx/>
                <a:uFillTx/>
                <a:latin typeface="Arial" panose="020B0604020202020204" pitchFamily="34" charset="0"/>
                <a:ea typeface="+mn-ea"/>
                <a:cs typeface="+mn-cs"/>
              </a:rPr>
              <a:t>Data Structures and Algorithms in Java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sz="1200">
                <a:solidFill>
                  <a:srgbClr val="898989"/>
                </a:solidFill>
                <a:ea typeface="SimSun" panose="02010600030101010101" pitchFamily="2" charset="-122"/>
              </a:defRPr>
            </a:lvl1pPr>
          </a:lstStyle>
          <a:p>
            <a:pPr lvl="0" eaLnBrk="1" hangingPunct="1">
              <a:buNone/>
            </a:pPr>
            <a:fld id="{9A0DB2DC-4C9A-4742-B13C-FB6460FD3503}" type="slidenum">
              <a:rPr lang="en-US" altLang="zh-CN" dirty="0">
                <a:latin typeface="Arial" panose="020B0604020202020204" pitchFamily="34" charset="0"/>
              </a:rPr>
              <a:t>‹#›</a:t>
            </a:fld>
            <a:r>
              <a:rPr lang="en-US" altLang="en-US" sz="1200" dirty="0">
                <a:solidFill>
                  <a:srgbClr val="898989"/>
                </a:solidFill>
                <a:latin typeface="Arial" panose="020B0604020202020204" pitchFamily="34" charset="0"/>
              </a:rPr>
              <a:t>/40</a:t>
            </a:r>
          </a:p>
        </p:txBody>
      </p:sp>
      <p:pic>
        <p:nvPicPr>
          <p:cNvPr id="1031" name="Picture 10" descr="logo05"/>
          <p:cNvPicPr>
            <a:picLocks noChangeAspect="1"/>
          </p:cNvPicPr>
          <p:nvPr userDrawn="1"/>
        </p:nvPicPr>
        <p:blipFill>
          <a:blip r:embed="rId14"/>
          <a:stretch>
            <a:fillRect/>
          </a:stretch>
        </p:blipFill>
        <p:spPr>
          <a:xfrm>
            <a:off x="0" y="0"/>
            <a:ext cx="1600200" cy="47625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hyperlink" Target="https://simple.wikipedia.org/wiki/Data_integrity" TargetMode="External"/><Relationship Id="rId3" Type="http://schemas.openxmlformats.org/officeDocument/2006/relationships/oleObject" Target="../embeddings/oleObject2.bin"/><Relationship Id="rId7" Type="http://schemas.openxmlformats.org/officeDocument/2006/relationships/hyperlink" Target="https://simple.wikipedia.org/wiki/Computational_complexity_theory" TargetMode="External"/><Relationship Id="rId12" Type="http://schemas.openxmlformats.org/officeDocument/2006/relationships/hyperlink" Target="https://md5.gromweb.com/"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hyperlink" Target="https://simple.wikipedia.org/wiki/Hash_function" TargetMode="External"/><Relationship Id="rId11" Type="http://schemas.openxmlformats.org/officeDocument/2006/relationships/hyperlink" Target="https://simple.wikipedia.org/wiki/Information_security" TargetMode="External"/><Relationship Id="rId5" Type="http://schemas.openxmlformats.org/officeDocument/2006/relationships/hyperlink" Target="https://simple.wikipedia.org/wiki/Cryptography" TargetMode="External"/><Relationship Id="rId10" Type="http://schemas.openxmlformats.org/officeDocument/2006/relationships/hyperlink" Target="https://simple.wikipedia.org/wiki/Authentication" TargetMode="External"/><Relationship Id="rId4" Type="http://schemas.openxmlformats.org/officeDocument/2006/relationships/image" Target="../media/image3.wmf"/><Relationship Id="rId9" Type="http://schemas.openxmlformats.org/officeDocument/2006/relationships/hyperlink" Target="https://simple.wikipedia.org/wiki/Digital_signature"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17" Type="http://schemas.openxmlformats.org/officeDocument/2006/relationships/image" Target="../media/image73.png"/><Relationship Id="rId21" Type="http://schemas.openxmlformats.org/officeDocument/2006/relationships/image" Target="../media/image25.png"/><Relationship Id="rId42" Type="http://schemas.openxmlformats.org/officeDocument/2006/relationships/customXml" Target="../ink/ink20.xml"/><Relationship Id="rId47" Type="http://schemas.openxmlformats.org/officeDocument/2006/relationships/image" Target="../media/image38.png"/><Relationship Id="rId63" Type="http://schemas.openxmlformats.org/officeDocument/2006/relationships/image" Target="../media/image46.png"/><Relationship Id="rId68" Type="http://schemas.openxmlformats.org/officeDocument/2006/relationships/customXml" Target="../ink/ink33.xml"/><Relationship Id="rId84" Type="http://schemas.openxmlformats.org/officeDocument/2006/relationships/customXml" Target="../ink/ink41.xml"/><Relationship Id="rId89" Type="http://schemas.openxmlformats.org/officeDocument/2006/relationships/image" Target="../media/image59.png"/><Relationship Id="rId112" Type="http://schemas.openxmlformats.org/officeDocument/2006/relationships/customXml" Target="../ink/ink55.xml"/><Relationship Id="rId16" Type="http://schemas.openxmlformats.org/officeDocument/2006/relationships/customXml" Target="../ink/ink7.xml"/><Relationship Id="rId107" Type="http://schemas.openxmlformats.org/officeDocument/2006/relationships/image" Target="../media/image68.png"/><Relationship Id="rId11" Type="http://schemas.openxmlformats.org/officeDocument/2006/relationships/image" Target="../media/image20.png"/><Relationship Id="rId32" Type="http://schemas.openxmlformats.org/officeDocument/2006/relationships/customXml" Target="../ink/ink15.xml"/><Relationship Id="rId37" Type="http://schemas.openxmlformats.org/officeDocument/2006/relationships/image" Target="../media/image33.png"/><Relationship Id="rId53" Type="http://schemas.openxmlformats.org/officeDocument/2006/relationships/image" Target="../media/image41.png"/><Relationship Id="rId58" Type="http://schemas.openxmlformats.org/officeDocument/2006/relationships/customXml" Target="../ink/ink28.xml"/><Relationship Id="rId74" Type="http://schemas.openxmlformats.org/officeDocument/2006/relationships/customXml" Target="../ink/ink36.xml"/><Relationship Id="rId79" Type="http://schemas.openxmlformats.org/officeDocument/2006/relationships/image" Target="../media/image54.png"/><Relationship Id="rId102" Type="http://schemas.openxmlformats.org/officeDocument/2006/relationships/customXml" Target="../ink/ink50.xml"/><Relationship Id="rId123" Type="http://schemas.openxmlformats.org/officeDocument/2006/relationships/image" Target="../media/image76.png"/><Relationship Id="rId128" Type="http://schemas.openxmlformats.org/officeDocument/2006/relationships/customXml" Target="../ink/ink63.xml"/><Relationship Id="rId5" Type="http://schemas.openxmlformats.org/officeDocument/2006/relationships/image" Target="../media/image17.png"/><Relationship Id="rId90" Type="http://schemas.openxmlformats.org/officeDocument/2006/relationships/customXml" Target="../ink/ink44.xml"/><Relationship Id="rId95" Type="http://schemas.openxmlformats.org/officeDocument/2006/relationships/image" Target="../media/image62.png"/><Relationship Id="rId22" Type="http://schemas.openxmlformats.org/officeDocument/2006/relationships/customXml" Target="../ink/ink10.xml"/><Relationship Id="rId27" Type="http://schemas.openxmlformats.org/officeDocument/2006/relationships/image" Target="../media/image28.png"/><Relationship Id="rId43" Type="http://schemas.openxmlformats.org/officeDocument/2006/relationships/image" Target="../media/image36.png"/><Relationship Id="rId48" Type="http://schemas.openxmlformats.org/officeDocument/2006/relationships/customXml" Target="../ink/ink23.xml"/><Relationship Id="rId64" Type="http://schemas.openxmlformats.org/officeDocument/2006/relationships/customXml" Target="../ink/ink31.xml"/><Relationship Id="rId69" Type="http://schemas.openxmlformats.org/officeDocument/2006/relationships/image" Target="../media/image49.png"/><Relationship Id="rId113" Type="http://schemas.openxmlformats.org/officeDocument/2006/relationships/image" Target="../media/image71.png"/><Relationship Id="rId118" Type="http://schemas.openxmlformats.org/officeDocument/2006/relationships/customXml" Target="../ink/ink58.xml"/><Relationship Id="rId80" Type="http://schemas.openxmlformats.org/officeDocument/2006/relationships/customXml" Target="../ink/ink39.xml"/><Relationship Id="rId85" Type="http://schemas.openxmlformats.org/officeDocument/2006/relationships/image" Target="../media/image57.png"/><Relationship Id="rId12" Type="http://schemas.openxmlformats.org/officeDocument/2006/relationships/customXml" Target="../ink/ink5.xml"/><Relationship Id="rId17" Type="http://schemas.openxmlformats.org/officeDocument/2006/relationships/image" Target="../media/image23.png"/><Relationship Id="rId33" Type="http://schemas.openxmlformats.org/officeDocument/2006/relationships/image" Target="../media/image31.png"/><Relationship Id="rId38" Type="http://schemas.openxmlformats.org/officeDocument/2006/relationships/customXml" Target="../ink/ink18.xml"/><Relationship Id="rId59" Type="http://schemas.openxmlformats.org/officeDocument/2006/relationships/image" Target="../media/image44.png"/><Relationship Id="rId103" Type="http://schemas.openxmlformats.org/officeDocument/2006/relationships/image" Target="../media/image66.png"/><Relationship Id="rId108" Type="http://schemas.openxmlformats.org/officeDocument/2006/relationships/customXml" Target="../ink/ink53.xml"/><Relationship Id="rId124" Type="http://schemas.openxmlformats.org/officeDocument/2006/relationships/customXml" Target="../ink/ink61.xml"/><Relationship Id="rId129" Type="http://schemas.openxmlformats.org/officeDocument/2006/relationships/image" Target="../media/image79.png"/><Relationship Id="rId54" Type="http://schemas.openxmlformats.org/officeDocument/2006/relationships/customXml" Target="../ink/ink26.xml"/><Relationship Id="rId70" Type="http://schemas.openxmlformats.org/officeDocument/2006/relationships/customXml" Target="../ink/ink34.xml"/><Relationship Id="rId75" Type="http://schemas.openxmlformats.org/officeDocument/2006/relationships/image" Target="../media/image52.png"/><Relationship Id="rId91" Type="http://schemas.openxmlformats.org/officeDocument/2006/relationships/image" Target="../media/image60.png"/><Relationship Id="rId96" Type="http://schemas.openxmlformats.org/officeDocument/2006/relationships/customXml" Target="../ink/ink47.xml"/><Relationship Id="rId1" Type="http://schemas.openxmlformats.org/officeDocument/2006/relationships/slideLayout" Target="../slideLayouts/slideLayout7.xml"/><Relationship Id="rId6" Type="http://schemas.openxmlformats.org/officeDocument/2006/relationships/customXml" Target="../ink/ink2.xml"/><Relationship Id="rId23" Type="http://schemas.openxmlformats.org/officeDocument/2006/relationships/image" Target="../media/image26.png"/><Relationship Id="rId28" Type="http://schemas.openxmlformats.org/officeDocument/2006/relationships/customXml" Target="../ink/ink13.xml"/><Relationship Id="rId49" Type="http://schemas.openxmlformats.org/officeDocument/2006/relationships/image" Target="../media/image39.png"/><Relationship Id="rId114" Type="http://schemas.openxmlformats.org/officeDocument/2006/relationships/customXml" Target="../ink/ink56.xml"/><Relationship Id="rId119" Type="http://schemas.openxmlformats.org/officeDocument/2006/relationships/image" Target="../media/image74.png"/><Relationship Id="rId44" Type="http://schemas.openxmlformats.org/officeDocument/2006/relationships/customXml" Target="../ink/ink21.xml"/><Relationship Id="rId60" Type="http://schemas.openxmlformats.org/officeDocument/2006/relationships/customXml" Target="../ink/ink29.xml"/><Relationship Id="rId65" Type="http://schemas.openxmlformats.org/officeDocument/2006/relationships/image" Target="../media/image47.png"/><Relationship Id="rId81" Type="http://schemas.openxmlformats.org/officeDocument/2006/relationships/image" Target="../media/image55.png"/><Relationship Id="rId86" Type="http://schemas.openxmlformats.org/officeDocument/2006/relationships/customXml" Target="../ink/ink42.xml"/><Relationship Id="rId130" Type="http://schemas.openxmlformats.org/officeDocument/2006/relationships/customXml" Target="../ink/ink64.xml"/><Relationship Id="rId13" Type="http://schemas.openxmlformats.org/officeDocument/2006/relationships/image" Target="../media/image21.png"/><Relationship Id="rId18" Type="http://schemas.openxmlformats.org/officeDocument/2006/relationships/customXml" Target="../ink/ink8.xml"/><Relationship Id="rId39" Type="http://schemas.openxmlformats.org/officeDocument/2006/relationships/image" Target="../media/image34.png"/><Relationship Id="rId109" Type="http://schemas.openxmlformats.org/officeDocument/2006/relationships/image" Target="../media/image69.png"/><Relationship Id="rId34" Type="http://schemas.openxmlformats.org/officeDocument/2006/relationships/customXml" Target="../ink/ink16.xml"/><Relationship Id="rId50" Type="http://schemas.openxmlformats.org/officeDocument/2006/relationships/customXml" Target="../ink/ink24.xml"/><Relationship Id="rId55" Type="http://schemas.openxmlformats.org/officeDocument/2006/relationships/image" Target="../media/image42.png"/><Relationship Id="rId76" Type="http://schemas.openxmlformats.org/officeDocument/2006/relationships/customXml" Target="../ink/ink37.xml"/><Relationship Id="rId97" Type="http://schemas.openxmlformats.org/officeDocument/2006/relationships/image" Target="../media/image63.png"/><Relationship Id="rId104" Type="http://schemas.openxmlformats.org/officeDocument/2006/relationships/customXml" Target="../ink/ink51.xml"/><Relationship Id="rId120" Type="http://schemas.openxmlformats.org/officeDocument/2006/relationships/customXml" Target="../ink/ink59.xml"/><Relationship Id="rId125" Type="http://schemas.openxmlformats.org/officeDocument/2006/relationships/image" Target="../media/image77.png"/><Relationship Id="rId7" Type="http://schemas.openxmlformats.org/officeDocument/2006/relationships/image" Target="../media/image18.png"/><Relationship Id="rId71" Type="http://schemas.openxmlformats.org/officeDocument/2006/relationships/image" Target="../media/image50.png"/><Relationship Id="rId92" Type="http://schemas.openxmlformats.org/officeDocument/2006/relationships/customXml" Target="../ink/ink45.xml"/><Relationship Id="rId2" Type="http://schemas.openxmlformats.org/officeDocument/2006/relationships/notesSlide" Target="../notesSlides/notesSlide21.xml"/><Relationship Id="rId29" Type="http://schemas.openxmlformats.org/officeDocument/2006/relationships/image" Target="../media/image29.png"/><Relationship Id="rId24" Type="http://schemas.openxmlformats.org/officeDocument/2006/relationships/customXml" Target="../ink/ink11.xml"/><Relationship Id="rId40" Type="http://schemas.openxmlformats.org/officeDocument/2006/relationships/customXml" Target="../ink/ink19.xml"/><Relationship Id="rId45" Type="http://schemas.openxmlformats.org/officeDocument/2006/relationships/image" Target="../media/image37.png"/><Relationship Id="rId66" Type="http://schemas.openxmlformats.org/officeDocument/2006/relationships/customXml" Target="../ink/ink32.xml"/><Relationship Id="rId87" Type="http://schemas.openxmlformats.org/officeDocument/2006/relationships/image" Target="../media/image58.png"/><Relationship Id="rId110" Type="http://schemas.openxmlformats.org/officeDocument/2006/relationships/customXml" Target="../ink/ink54.xml"/><Relationship Id="rId115" Type="http://schemas.openxmlformats.org/officeDocument/2006/relationships/image" Target="../media/image72.png"/><Relationship Id="rId131" Type="http://schemas.openxmlformats.org/officeDocument/2006/relationships/image" Target="../media/image80.png"/><Relationship Id="rId61" Type="http://schemas.openxmlformats.org/officeDocument/2006/relationships/image" Target="../media/image45.png"/><Relationship Id="rId82" Type="http://schemas.openxmlformats.org/officeDocument/2006/relationships/customXml" Target="../ink/ink40.xml"/><Relationship Id="rId19" Type="http://schemas.openxmlformats.org/officeDocument/2006/relationships/image" Target="../media/image24.png"/><Relationship Id="rId14" Type="http://schemas.openxmlformats.org/officeDocument/2006/relationships/customXml" Target="../ink/ink6.xml"/><Relationship Id="rId30" Type="http://schemas.openxmlformats.org/officeDocument/2006/relationships/customXml" Target="../ink/ink14.xml"/><Relationship Id="rId35" Type="http://schemas.openxmlformats.org/officeDocument/2006/relationships/image" Target="../media/image32.png"/><Relationship Id="rId56" Type="http://schemas.openxmlformats.org/officeDocument/2006/relationships/customXml" Target="../ink/ink27.xml"/><Relationship Id="rId77" Type="http://schemas.openxmlformats.org/officeDocument/2006/relationships/image" Target="../media/image53.png"/><Relationship Id="rId100" Type="http://schemas.openxmlformats.org/officeDocument/2006/relationships/customXml" Target="../ink/ink49.xml"/><Relationship Id="rId105" Type="http://schemas.openxmlformats.org/officeDocument/2006/relationships/image" Target="../media/image67.png"/><Relationship Id="rId126" Type="http://schemas.openxmlformats.org/officeDocument/2006/relationships/customXml" Target="../ink/ink62.xml"/><Relationship Id="rId8" Type="http://schemas.openxmlformats.org/officeDocument/2006/relationships/customXml" Target="../ink/ink3.xml"/><Relationship Id="rId51" Type="http://schemas.openxmlformats.org/officeDocument/2006/relationships/image" Target="../media/image40.png"/><Relationship Id="rId72" Type="http://schemas.openxmlformats.org/officeDocument/2006/relationships/customXml" Target="../ink/ink35.xml"/><Relationship Id="rId93" Type="http://schemas.openxmlformats.org/officeDocument/2006/relationships/image" Target="../media/image61.png"/><Relationship Id="rId98" Type="http://schemas.openxmlformats.org/officeDocument/2006/relationships/customXml" Target="../ink/ink48.xml"/><Relationship Id="rId121" Type="http://schemas.openxmlformats.org/officeDocument/2006/relationships/image" Target="../media/image75.png"/><Relationship Id="rId3" Type="http://schemas.openxmlformats.org/officeDocument/2006/relationships/image" Target="../media/image16.png"/><Relationship Id="rId25" Type="http://schemas.openxmlformats.org/officeDocument/2006/relationships/image" Target="../media/image27.png"/><Relationship Id="rId46" Type="http://schemas.openxmlformats.org/officeDocument/2006/relationships/customXml" Target="../ink/ink22.xml"/><Relationship Id="rId67" Type="http://schemas.openxmlformats.org/officeDocument/2006/relationships/image" Target="../media/image48.png"/><Relationship Id="rId116" Type="http://schemas.openxmlformats.org/officeDocument/2006/relationships/customXml" Target="../ink/ink57.xml"/><Relationship Id="rId20" Type="http://schemas.openxmlformats.org/officeDocument/2006/relationships/customXml" Target="../ink/ink9.xml"/><Relationship Id="rId41" Type="http://schemas.openxmlformats.org/officeDocument/2006/relationships/image" Target="../media/image35.png"/><Relationship Id="rId62" Type="http://schemas.openxmlformats.org/officeDocument/2006/relationships/customXml" Target="../ink/ink30.xml"/><Relationship Id="rId83" Type="http://schemas.openxmlformats.org/officeDocument/2006/relationships/image" Target="../media/image56.png"/><Relationship Id="rId88" Type="http://schemas.openxmlformats.org/officeDocument/2006/relationships/customXml" Target="../ink/ink43.xml"/><Relationship Id="rId111" Type="http://schemas.openxmlformats.org/officeDocument/2006/relationships/image" Target="../media/image70.png"/><Relationship Id="rId15" Type="http://schemas.openxmlformats.org/officeDocument/2006/relationships/image" Target="../media/image22.png"/><Relationship Id="rId36" Type="http://schemas.openxmlformats.org/officeDocument/2006/relationships/customXml" Target="../ink/ink17.xml"/><Relationship Id="rId57" Type="http://schemas.openxmlformats.org/officeDocument/2006/relationships/image" Target="../media/image43.png"/><Relationship Id="rId106" Type="http://schemas.openxmlformats.org/officeDocument/2006/relationships/customXml" Target="../ink/ink52.xml"/><Relationship Id="rId127" Type="http://schemas.openxmlformats.org/officeDocument/2006/relationships/image" Target="../media/image78.png"/><Relationship Id="rId10" Type="http://schemas.openxmlformats.org/officeDocument/2006/relationships/customXml" Target="../ink/ink4.xml"/><Relationship Id="rId31" Type="http://schemas.openxmlformats.org/officeDocument/2006/relationships/image" Target="../media/image30.png"/><Relationship Id="rId52" Type="http://schemas.openxmlformats.org/officeDocument/2006/relationships/customXml" Target="../ink/ink25.xml"/><Relationship Id="rId73" Type="http://schemas.openxmlformats.org/officeDocument/2006/relationships/image" Target="../media/image51.png"/><Relationship Id="rId78" Type="http://schemas.openxmlformats.org/officeDocument/2006/relationships/customXml" Target="../ink/ink38.xml"/><Relationship Id="rId94" Type="http://schemas.openxmlformats.org/officeDocument/2006/relationships/customXml" Target="../ink/ink46.xml"/><Relationship Id="rId99" Type="http://schemas.openxmlformats.org/officeDocument/2006/relationships/image" Target="../media/image64.png"/><Relationship Id="rId101" Type="http://schemas.openxmlformats.org/officeDocument/2006/relationships/image" Target="../media/image65.png"/><Relationship Id="rId122" Type="http://schemas.openxmlformats.org/officeDocument/2006/relationships/customXml" Target="../ink/ink60.xml"/><Relationship Id="rId4" Type="http://schemas.openxmlformats.org/officeDocument/2006/relationships/customXml" Target="../ink/ink1.xml"/><Relationship Id="rId9" Type="http://schemas.openxmlformats.org/officeDocument/2006/relationships/image" Target="../media/image19.png"/><Relationship Id="rId26" Type="http://schemas.openxmlformats.org/officeDocument/2006/relationships/customXml" Target="../ink/ink12.xml"/></Relationships>
</file>

<file path=ppt/slides/_rels/slide41.xml.rels><?xml version="1.0" encoding="UTF-8" standalone="yes"?>
<Relationships xmlns="http://schemas.openxmlformats.org/package/2006/relationships"><Relationship Id="rId13" Type="http://schemas.openxmlformats.org/officeDocument/2006/relationships/customXml" Target="../ink/ink69.xml"/><Relationship Id="rId18" Type="http://schemas.openxmlformats.org/officeDocument/2006/relationships/image" Target="../media/image89.png"/><Relationship Id="rId26" Type="http://schemas.openxmlformats.org/officeDocument/2006/relationships/image" Target="../media/image93.png"/><Relationship Id="rId39" Type="http://schemas.openxmlformats.org/officeDocument/2006/relationships/customXml" Target="../ink/ink82.xml"/><Relationship Id="rId21" Type="http://schemas.openxmlformats.org/officeDocument/2006/relationships/customXml" Target="../ink/ink73.xml"/><Relationship Id="rId34" Type="http://schemas.openxmlformats.org/officeDocument/2006/relationships/image" Target="../media/image97.png"/><Relationship Id="rId42" Type="http://schemas.openxmlformats.org/officeDocument/2006/relationships/image" Target="../media/image101.png"/><Relationship Id="rId47" Type="http://schemas.openxmlformats.org/officeDocument/2006/relationships/customXml" Target="../ink/ink86.xml"/><Relationship Id="rId50" Type="http://schemas.openxmlformats.org/officeDocument/2006/relationships/image" Target="../media/image105.png"/><Relationship Id="rId7" Type="http://schemas.openxmlformats.org/officeDocument/2006/relationships/customXml" Target="../ink/ink66.xml"/><Relationship Id="rId2" Type="http://schemas.openxmlformats.org/officeDocument/2006/relationships/notesSlide" Target="../notesSlides/notesSlide22.xml"/><Relationship Id="rId16" Type="http://schemas.openxmlformats.org/officeDocument/2006/relationships/image" Target="../media/image88.png"/><Relationship Id="rId29" Type="http://schemas.openxmlformats.org/officeDocument/2006/relationships/customXml" Target="../ink/ink77.xml"/><Relationship Id="rId11" Type="http://schemas.openxmlformats.org/officeDocument/2006/relationships/customXml" Target="../ink/ink68.xml"/><Relationship Id="rId24" Type="http://schemas.openxmlformats.org/officeDocument/2006/relationships/image" Target="../media/image92.png"/><Relationship Id="rId32" Type="http://schemas.openxmlformats.org/officeDocument/2006/relationships/image" Target="../media/image96.png"/><Relationship Id="rId37" Type="http://schemas.openxmlformats.org/officeDocument/2006/relationships/customXml" Target="../ink/ink81.xml"/><Relationship Id="rId40" Type="http://schemas.openxmlformats.org/officeDocument/2006/relationships/image" Target="../media/image100.png"/><Relationship Id="rId45" Type="http://schemas.openxmlformats.org/officeDocument/2006/relationships/customXml" Target="../ink/ink85.xml"/><Relationship Id="rId53" Type="http://schemas.openxmlformats.org/officeDocument/2006/relationships/customXml" Target="../ink/ink89.xml"/><Relationship Id="rId5" Type="http://schemas.openxmlformats.org/officeDocument/2006/relationships/customXml" Target="../ink/ink65.xml"/><Relationship Id="rId10" Type="http://schemas.openxmlformats.org/officeDocument/2006/relationships/image" Target="../media/image85.png"/><Relationship Id="rId19" Type="http://schemas.openxmlformats.org/officeDocument/2006/relationships/customXml" Target="../ink/ink72.xml"/><Relationship Id="rId31" Type="http://schemas.openxmlformats.org/officeDocument/2006/relationships/customXml" Target="../ink/ink78.xml"/><Relationship Id="rId44" Type="http://schemas.openxmlformats.org/officeDocument/2006/relationships/image" Target="../media/image102.png"/><Relationship Id="rId52" Type="http://schemas.openxmlformats.org/officeDocument/2006/relationships/image" Target="../media/image106.png"/><Relationship Id="rId4" Type="http://schemas.openxmlformats.org/officeDocument/2006/relationships/image" Target="../media/image82.png"/><Relationship Id="rId9" Type="http://schemas.openxmlformats.org/officeDocument/2006/relationships/customXml" Target="../ink/ink67.xml"/><Relationship Id="rId14" Type="http://schemas.openxmlformats.org/officeDocument/2006/relationships/image" Target="../media/image87.png"/><Relationship Id="rId22" Type="http://schemas.openxmlformats.org/officeDocument/2006/relationships/image" Target="../media/image91.png"/><Relationship Id="rId27" Type="http://schemas.openxmlformats.org/officeDocument/2006/relationships/customXml" Target="../ink/ink76.xml"/><Relationship Id="rId30" Type="http://schemas.openxmlformats.org/officeDocument/2006/relationships/image" Target="../media/image95.png"/><Relationship Id="rId35" Type="http://schemas.openxmlformats.org/officeDocument/2006/relationships/customXml" Target="../ink/ink80.xml"/><Relationship Id="rId43" Type="http://schemas.openxmlformats.org/officeDocument/2006/relationships/customXml" Target="../ink/ink84.xml"/><Relationship Id="rId48" Type="http://schemas.openxmlformats.org/officeDocument/2006/relationships/image" Target="../media/image104.png"/><Relationship Id="rId8" Type="http://schemas.openxmlformats.org/officeDocument/2006/relationships/image" Target="../media/image84.png"/><Relationship Id="rId51" Type="http://schemas.openxmlformats.org/officeDocument/2006/relationships/customXml" Target="../ink/ink88.xml"/><Relationship Id="rId3" Type="http://schemas.openxmlformats.org/officeDocument/2006/relationships/image" Target="../media/image81.png"/><Relationship Id="rId12" Type="http://schemas.openxmlformats.org/officeDocument/2006/relationships/image" Target="../media/image86.png"/><Relationship Id="rId17" Type="http://schemas.openxmlformats.org/officeDocument/2006/relationships/customXml" Target="../ink/ink71.xml"/><Relationship Id="rId25" Type="http://schemas.openxmlformats.org/officeDocument/2006/relationships/customXml" Target="../ink/ink75.xml"/><Relationship Id="rId33" Type="http://schemas.openxmlformats.org/officeDocument/2006/relationships/customXml" Target="../ink/ink79.xml"/><Relationship Id="rId38" Type="http://schemas.openxmlformats.org/officeDocument/2006/relationships/image" Target="../media/image99.png"/><Relationship Id="rId46" Type="http://schemas.openxmlformats.org/officeDocument/2006/relationships/image" Target="../media/image103.png"/><Relationship Id="rId20" Type="http://schemas.openxmlformats.org/officeDocument/2006/relationships/image" Target="../media/image90.png"/><Relationship Id="rId41" Type="http://schemas.openxmlformats.org/officeDocument/2006/relationships/customXml" Target="../ink/ink83.xml"/><Relationship Id="rId54" Type="http://schemas.openxmlformats.org/officeDocument/2006/relationships/image" Target="../media/image107.png"/><Relationship Id="rId1" Type="http://schemas.openxmlformats.org/officeDocument/2006/relationships/slideLayout" Target="../slideLayouts/slideLayout7.xml"/><Relationship Id="rId6" Type="http://schemas.openxmlformats.org/officeDocument/2006/relationships/image" Target="../media/image83.png"/><Relationship Id="rId15" Type="http://schemas.openxmlformats.org/officeDocument/2006/relationships/customXml" Target="../ink/ink70.xml"/><Relationship Id="rId23" Type="http://schemas.openxmlformats.org/officeDocument/2006/relationships/customXml" Target="../ink/ink74.xml"/><Relationship Id="rId28" Type="http://schemas.openxmlformats.org/officeDocument/2006/relationships/image" Target="../media/image94.png"/><Relationship Id="rId36" Type="http://schemas.openxmlformats.org/officeDocument/2006/relationships/image" Target="../media/image98.png"/><Relationship Id="rId49" Type="http://schemas.openxmlformats.org/officeDocument/2006/relationships/customXml" Target="../ink/ink87.xml"/></Relationships>
</file>

<file path=ppt/slides/_rels/slide4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09.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3075" name="Title 1"/>
          <p:cNvSpPr>
            <a:spLocks noGrp="1"/>
          </p:cNvSpPr>
          <p:nvPr>
            <p:ph type="ctrTitle"/>
          </p:nvPr>
        </p:nvSpPr>
        <p:spPr>
          <a:xfrm>
            <a:off x="685800" y="2514600"/>
            <a:ext cx="7772400" cy="762000"/>
          </a:xfrm>
          <a:ln/>
        </p:spPr>
        <p:txBody>
          <a:bodyPr vert="horz" wrap="square" lIns="91440" tIns="45720" rIns="91440" bIns="45720" anchor="ctr" anchorCtr="0">
            <a:spAutoFit/>
          </a:bodyPr>
          <a:lstStyle/>
          <a:p>
            <a:pPr eaLnBrk="1" hangingPunct="1">
              <a:buClrTx/>
              <a:buSzTx/>
              <a:buFontTx/>
            </a:pPr>
            <a:r>
              <a:rPr lang="en-US" altLang="en-US" b="1" dirty="0">
                <a:solidFill>
                  <a:schemeClr val="tx2"/>
                </a:solidFill>
              </a:rPr>
              <a:t>7. Hashing</a:t>
            </a:r>
            <a:r>
              <a:rPr lang="en-US" altLang="en-US" dirty="0">
                <a:solidFill>
                  <a:schemeClr val="tx2"/>
                </a:solidFill>
                <a:latin typeface="Arial" panose="020B0604020202020204" pitchFamily="34" charset="0"/>
              </a:rPr>
              <a:t> </a:t>
            </a:r>
            <a:endParaRPr lang="en-US" altLang="en-US" dirty="0">
              <a:solidFill>
                <a:schemeClr val="tx2"/>
              </a:solidFill>
              <a:latin typeface="Arial" panose="020B0604020202020204" pitchFamily="34" charset="0"/>
              <a:ea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4099" name="Rectangle 2"/>
          <p:cNvSpPr>
            <a:spLocks noGrp="1"/>
          </p:cNvSpPr>
          <p:nvPr>
            <p:ph type="title"/>
          </p:nvPr>
        </p:nvSpPr>
        <p:spPr>
          <a:xfrm>
            <a:off x="609600" y="457200"/>
            <a:ext cx="6778625" cy="701675"/>
          </a:xfrm>
          <a:ln/>
        </p:spPr>
        <p:txBody>
          <a:bodyPr vert="horz" wrap="square" lIns="91440" tIns="45720" rIns="91440" bIns="45720" anchor="ctr" anchorCtr="0">
            <a:spAutoFit/>
          </a:bodyPr>
          <a:lstStyle/>
          <a:p>
            <a:pPr eaLnBrk="1" hangingPunct="1"/>
            <a:r>
              <a:rPr lang="en-US" altLang="en-US" sz="4000" b="1" dirty="0">
                <a:solidFill>
                  <a:srgbClr val="CC3300"/>
                </a:solidFill>
              </a:rPr>
              <a:t>Objectives</a:t>
            </a:r>
          </a:p>
        </p:txBody>
      </p:sp>
      <p:sp>
        <p:nvSpPr>
          <p:cNvPr id="4100"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2</a:t>
            </a:fld>
            <a:endParaRPr lang="en-US" altLang="zh-CN" sz="1200" b="1" dirty="0">
              <a:solidFill>
                <a:srgbClr val="FFFFFF"/>
              </a:solidFill>
              <a:latin typeface="Arial" panose="020B0604020202020204" pitchFamily="34" charset="0"/>
              <a:ea typeface="SimSun" panose="02010600030101010101" pitchFamily="2" charset="-122"/>
            </a:endParaRPr>
          </a:p>
        </p:txBody>
      </p:sp>
      <p:sp>
        <p:nvSpPr>
          <p:cNvPr id="4101" name="Rectangle 3"/>
          <p:cNvSpPr>
            <a:spLocks noGrp="1"/>
          </p:cNvSpPr>
          <p:nvPr>
            <p:ph sz="quarter" idx="4294967295"/>
          </p:nvPr>
        </p:nvSpPr>
        <p:spPr>
          <a:xfrm>
            <a:off x="1066800" y="1219200"/>
            <a:ext cx="6781800" cy="5133975"/>
          </a:xfrm>
          <a:ln/>
        </p:spPr>
        <p:txBody>
          <a:bodyPr vert="horz" wrap="square" lIns="91440" tIns="45720" rIns="91440" bIns="45720" anchor="t" anchorCtr="0">
            <a:spAutoFit/>
          </a:bodyPr>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319405" lvl="0" indent="-319405" eaLnBrk="1" hangingPunct="1"/>
            <a:r>
              <a:rPr lang="en-US" altLang="en-US" sz="2800" dirty="0"/>
              <a:t>Why Hashing?</a:t>
            </a:r>
          </a:p>
          <a:p>
            <a:pPr marL="319405" lvl="0" indent="-319405" eaLnBrk="1" hangingPunct="1"/>
            <a:r>
              <a:rPr lang="en-US" altLang="en-US" sz="2800" dirty="0"/>
              <a:t>Hash Table</a:t>
            </a:r>
          </a:p>
          <a:p>
            <a:pPr marL="319405" lvl="0" indent="-319405" eaLnBrk="1" hangingPunct="1"/>
            <a:r>
              <a:rPr lang="en-US" altLang="en-US" sz="2800" dirty="0"/>
              <a:t>Hash Functions</a:t>
            </a:r>
          </a:p>
          <a:p>
            <a:pPr marL="319405" lvl="0" indent="-319405" eaLnBrk="1" hangingPunct="1"/>
            <a:r>
              <a:rPr lang="en-US" altLang="en-US" sz="2800" dirty="0"/>
              <a:t>Collision Resolution</a:t>
            </a:r>
          </a:p>
          <a:p>
            <a:pPr marL="319405" lvl="0" indent="-319405" eaLnBrk="1" hangingPunct="1"/>
            <a:r>
              <a:rPr lang="en-US" altLang="en-US" sz="2800" dirty="0"/>
              <a:t>Deletion</a:t>
            </a:r>
          </a:p>
          <a:p>
            <a:pPr marL="319405" lvl="0" indent="-319405" eaLnBrk="1" hangingPunct="1"/>
            <a:r>
              <a:rPr lang="en-US" altLang="en-US" sz="2800" dirty="0"/>
              <a:t>Perfect Hash Functions</a:t>
            </a:r>
          </a:p>
          <a:p>
            <a:pPr marL="319405" lvl="0" indent="-319405" eaLnBrk="1" hangingPunct="1"/>
            <a:r>
              <a:rPr lang="en-US" altLang="en-US" sz="2800" dirty="0"/>
              <a:t>Hash Functions for Extendable files</a:t>
            </a:r>
          </a:p>
          <a:p>
            <a:pPr marL="319405" lvl="0" indent="-319405" eaLnBrk="1" hangingPunct="1"/>
            <a:r>
              <a:rPr lang="en-US" altLang="en-US" sz="2800" dirty="0"/>
              <a:t>Hash code</a:t>
            </a:r>
          </a:p>
          <a:p>
            <a:pPr marL="319405" lvl="0" indent="-319405" eaLnBrk="1" hangingPunct="1"/>
            <a:r>
              <a:rPr lang="en-US" altLang="en-US" sz="2800" dirty="0"/>
              <a:t>Maps</a:t>
            </a:r>
          </a:p>
          <a:p>
            <a:pPr marL="319405" lvl="0" indent="-319405" eaLnBrk="1" hangingPunct="1"/>
            <a:r>
              <a:rPr lang="en-US" altLang="en-US" sz="2800" dirty="0"/>
              <a:t>Hashing in java.util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6147" name="Rectangle 2"/>
          <p:cNvSpPr>
            <a:spLocks noGrp="1"/>
          </p:cNvSpPr>
          <p:nvPr>
            <p:ph type="title"/>
          </p:nvPr>
        </p:nvSpPr>
        <p:spPr>
          <a:xfrm>
            <a:off x="841375" y="358775"/>
            <a:ext cx="6778625" cy="708025"/>
          </a:xfrm>
          <a:ln/>
        </p:spPr>
        <p:txBody>
          <a:bodyPr vert="horz" wrap="square" lIns="91440" tIns="45720" rIns="91440" bIns="45720" anchor="ctr" anchorCtr="0">
            <a:spAutoFit/>
          </a:bodyPr>
          <a:lstStyle/>
          <a:p>
            <a:pPr eaLnBrk="1" hangingPunct="1"/>
            <a:r>
              <a:rPr lang="en-US" altLang="en-US" sz="4000" b="1" dirty="0">
                <a:solidFill>
                  <a:srgbClr val="CC3300"/>
                </a:solidFill>
              </a:rPr>
              <a:t>Why hashing?</a:t>
            </a:r>
          </a:p>
        </p:txBody>
      </p:sp>
      <p:sp>
        <p:nvSpPr>
          <p:cNvPr id="6148"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3</a:t>
            </a:fld>
            <a:endParaRPr lang="en-US" altLang="zh-CN" sz="1200" b="1" dirty="0">
              <a:solidFill>
                <a:srgbClr val="FFFFFF"/>
              </a:solidFill>
              <a:latin typeface="Arial" panose="020B0604020202020204" pitchFamily="34" charset="0"/>
              <a:ea typeface="SimSun" panose="02010600030101010101" pitchFamily="2" charset="-122"/>
            </a:endParaRPr>
          </a:p>
        </p:txBody>
      </p:sp>
      <p:sp>
        <p:nvSpPr>
          <p:cNvPr id="6149" name="Rectangle 3"/>
          <p:cNvSpPr txBox="1"/>
          <p:nvPr/>
        </p:nvSpPr>
        <p:spPr>
          <a:xfrm>
            <a:off x="609600" y="1271588"/>
            <a:ext cx="7924800" cy="466090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42900" lvl="0" indent="-342900">
              <a:lnSpc>
                <a:spcPct val="90000"/>
              </a:lnSpc>
            </a:pPr>
            <a:r>
              <a:rPr lang="en-US" altLang="en-US" sz="2800" dirty="0"/>
              <a:t>If data collection is sorted array, we can search for an item in O(log n) time using the binary search algorithm.</a:t>
            </a:r>
          </a:p>
          <a:p>
            <a:pPr marL="342900" lvl="0" indent="-342900">
              <a:lnSpc>
                <a:spcPct val="90000"/>
              </a:lnSpc>
            </a:pPr>
            <a:r>
              <a:rPr lang="en-US" altLang="en-US" sz="2800" dirty="0"/>
              <a:t>However with a sorted array, inserting and deleting items are done  in O(n) time.</a:t>
            </a:r>
          </a:p>
          <a:p>
            <a:pPr marL="342900" lvl="0" indent="-342900">
              <a:lnSpc>
                <a:spcPct val="90000"/>
              </a:lnSpc>
            </a:pPr>
            <a:r>
              <a:rPr lang="en-US" altLang="en-US" sz="2800" dirty="0"/>
              <a:t>If data collection is balanced binary search tree, then inserting, searching and deleting are done in O(log n) time.</a:t>
            </a:r>
          </a:p>
          <a:p>
            <a:pPr marL="342900" lvl="0" indent="-342900">
              <a:lnSpc>
                <a:spcPct val="90000"/>
              </a:lnSpc>
            </a:pPr>
            <a:r>
              <a:rPr lang="en-US" altLang="en-US" sz="2800" dirty="0"/>
              <a:t>Is there a data structure where inserting, deleting and searching for items are more efficient?</a:t>
            </a:r>
          </a:p>
          <a:p>
            <a:pPr marL="342900" lvl="0" indent="-342900">
              <a:lnSpc>
                <a:spcPct val="90000"/>
              </a:lnSpc>
            </a:pPr>
            <a:r>
              <a:rPr lang="en-US" altLang="en-US" sz="2800" dirty="0"/>
              <a:t>The answer is “Yes”, that is a Hash Table.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xfrm>
            <a:off x="685800" y="381000"/>
            <a:ext cx="7239000" cy="762000"/>
          </a:xfrm>
          <a:ln/>
        </p:spPr>
        <p:txBody>
          <a:bodyPr vert="horz" wrap="square" lIns="91440" tIns="45720" rIns="91440" bIns="45720" anchor="ctr" anchorCtr="0"/>
          <a:lstStyle/>
          <a:p>
            <a:pPr eaLnBrk="1" hangingPunct="1"/>
            <a:r>
              <a:rPr lang="en-US" altLang="en-US" sz="4000" b="1" kern="1200" dirty="0">
                <a:solidFill>
                  <a:srgbClr val="C00000"/>
                </a:solidFill>
                <a:latin typeface="Arial" panose="020B0604020202020204" pitchFamily="34" charset="0"/>
                <a:ea typeface="+mj-ea"/>
                <a:cs typeface="Arial" panose="020B0604020202020204" pitchFamily="34" charset="0"/>
              </a:rPr>
              <a:t>Hash Tables </a:t>
            </a:r>
            <a:endParaRPr lang="en-US" altLang="en-US" sz="4000" b="1" kern="1200" dirty="0">
              <a:solidFill>
                <a:srgbClr val="C00000"/>
              </a:solidFill>
              <a:latin typeface="Arial" panose="020B0604020202020204" pitchFamily="34" charset="0"/>
              <a:ea typeface="Arial" panose="020B0604020202020204" pitchFamily="34" charset="0"/>
              <a:cs typeface="+mj-cs"/>
            </a:endParaRPr>
          </a:p>
        </p:txBody>
      </p:sp>
      <p:sp>
        <p:nvSpPr>
          <p:cNvPr id="8195" name="Rectangle 3"/>
          <p:cNvSpPr>
            <a:spLocks noGrp="1"/>
          </p:cNvSpPr>
          <p:nvPr>
            <p:ph idx="1"/>
          </p:nvPr>
        </p:nvSpPr>
        <p:spPr>
          <a:xfrm>
            <a:off x="457200" y="1676400"/>
            <a:ext cx="8229600" cy="3638550"/>
          </a:xfrm>
          <a:ln/>
        </p:spPr>
        <p:txBody>
          <a:bodyPr vert="horz" wrap="square" lIns="91440" tIns="45720" rIns="91440" bIns="45720" anchor="t" anchorCtr="0">
            <a:spAutoFit/>
          </a:bodyPr>
          <a:lstStyle/>
          <a:p>
            <a:pPr eaLnBrk="1" hangingPunct="1">
              <a:buClr>
                <a:srgbClr val="558ED5"/>
              </a:buClr>
              <a:buSzPct val="80000"/>
            </a:pPr>
            <a:r>
              <a:rPr lang="" altLang="en-US" sz="2400" kern="1200" dirty="0">
                <a:latin typeface="Arial" panose="020B0604020202020204" pitchFamily="34" charset="0"/>
                <a:ea typeface="+mn-ea"/>
                <a:cs typeface="Arial" panose="020B0604020202020204" pitchFamily="34" charset="0"/>
              </a:rPr>
              <a:t>We’ll discuss the </a:t>
            </a:r>
            <a:r>
              <a:rPr lang="" altLang="en-US" sz="2400" i="1" kern="1200" dirty="0">
                <a:latin typeface="Arial" panose="020B0604020202020204" pitchFamily="34" charset="0"/>
                <a:ea typeface="+mn-ea"/>
                <a:cs typeface="Arial" panose="020B0604020202020204" pitchFamily="34" charset="0"/>
              </a:rPr>
              <a:t>hash table</a:t>
            </a:r>
            <a:r>
              <a:rPr lang="" altLang="en-US" sz="2400" kern="1200" dirty="0">
                <a:latin typeface="Arial" panose="020B0604020202020204" pitchFamily="34" charset="0"/>
                <a:ea typeface="+mn-ea"/>
                <a:cs typeface="Arial" panose="020B0604020202020204" pitchFamily="34" charset="0"/>
              </a:rPr>
              <a:t> ADT which supports only a subset of the operations allowed by binary search trees.</a:t>
            </a:r>
          </a:p>
          <a:p>
            <a:pPr eaLnBrk="1" hangingPunct="1">
              <a:buClr>
                <a:srgbClr val="558ED5"/>
              </a:buClr>
              <a:buSzPct val="80000"/>
            </a:pPr>
            <a:r>
              <a:rPr lang="" altLang="en-US" sz="2400" kern="1200" dirty="0">
                <a:latin typeface="Arial" panose="020B0604020202020204" pitchFamily="34" charset="0"/>
                <a:ea typeface="+mn-ea"/>
                <a:cs typeface="Arial" panose="020B0604020202020204" pitchFamily="34" charset="0"/>
              </a:rPr>
              <a:t>The implementation of hash tables is called </a:t>
            </a:r>
            <a:r>
              <a:rPr lang="" altLang="en-US" sz="2400" b="1" kern="1200" dirty="0">
                <a:latin typeface="Arial" panose="020B0604020202020204" pitchFamily="34" charset="0"/>
                <a:ea typeface="+mn-ea"/>
                <a:cs typeface="Arial" panose="020B0604020202020204" pitchFamily="34" charset="0"/>
              </a:rPr>
              <a:t>hashing</a:t>
            </a:r>
            <a:r>
              <a:rPr lang="" altLang="en-US" sz="2400" kern="1200" dirty="0">
                <a:latin typeface="Arial" panose="020B0604020202020204" pitchFamily="34" charset="0"/>
                <a:ea typeface="+mn-ea"/>
                <a:cs typeface="Arial" panose="020B0604020202020204" pitchFamily="34" charset="0"/>
              </a:rPr>
              <a:t>.</a:t>
            </a:r>
          </a:p>
          <a:p>
            <a:pPr eaLnBrk="1" hangingPunct="1">
              <a:buClr>
                <a:srgbClr val="558ED5"/>
              </a:buClr>
              <a:buSzPct val="80000"/>
            </a:pPr>
            <a:r>
              <a:rPr lang="" altLang="en-US" sz="2400" kern="1200" dirty="0">
                <a:latin typeface="Arial" panose="020B0604020202020204" pitchFamily="34" charset="0"/>
                <a:ea typeface="+mn-ea"/>
                <a:cs typeface="Arial" panose="020B0604020202020204" pitchFamily="34" charset="0"/>
              </a:rPr>
              <a:t>Hashing is a technique used for performing insertions, deletions and finds in constant average time (i.e. O(1))</a:t>
            </a:r>
          </a:p>
          <a:p>
            <a:pPr eaLnBrk="1" hangingPunct="1">
              <a:buClr>
                <a:srgbClr val="558ED5"/>
              </a:buClr>
              <a:buSzPct val="80000"/>
            </a:pPr>
            <a:r>
              <a:rPr lang="" altLang="en-US" sz="2400" kern="1200" dirty="0">
                <a:latin typeface="Arial" panose="020B0604020202020204" pitchFamily="34" charset="0"/>
                <a:ea typeface="+mn-ea"/>
                <a:cs typeface="Arial" panose="020B0604020202020204" pitchFamily="34" charset="0"/>
              </a:rPr>
              <a:t>This data structure, however, is not efficient in operations that require any ordering information among the elements, such as findMin, findMax and printing the entire table in sorted order.</a:t>
            </a:r>
            <a:endParaRPr lang="" altLang="en-US" sz="2400" kern="1200" dirty="0">
              <a:latin typeface="Arial" panose="020B0604020202020204" pitchFamily="34" charset="0"/>
              <a:ea typeface="Arial" panose="020B0604020202020204" pitchFamily="34" charset="0"/>
              <a:cs typeface="+mn-cs"/>
            </a:endParaRPr>
          </a:p>
        </p:txBody>
      </p:sp>
      <p:sp>
        <p:nvSpPr>
          <p:cNvPr id="8196" name="Footer Placeholder 4"/>
          <p:cNvSpPr txBox="1">
            <a:spLocks noGrp="1"/>
          </p:cNvSpPr>
          <p:nvPr/>
        </p:nvSpPr>
        <p:spPr>
          <a:xfrm>
            <a:off x="3124200" y="6356350"/>
            <a:ext cx="2895600" cy="36512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457200" y="492125"/>
            <a:ext cx="8229600" cy="708025"/>
          </a:xfrm>
          <a:ln/>
        </p:spPr>
        <p:txBody>
          <a:bodyPr vert="horz" wrap="square" lIns="91440" tIns="45720" rIns="91440" bIns="45720" anchor="ctr" anchorCtr="0">
            <a:spAutoFit/>
          </a:bodyPr>
          <a:lstStyle/>
          <a:p>
            <a:pPr eaLnBrk="1" hangingPunct="1"/>
            <a:r>
              <a:rPr lang="en-US" altLang="en-US" sz="4000" b="1" kern="1200" dirty="0">
                <a:solidFill>
                  <a:srgbClr val="C00000"/>
                </a:solidFill>
                <a:latin typeface="Arial" panose="020B0604020202020204" pitchFamily="34" charset="0"/>
                <a:ea typeface="+mj-ea"/>
                <a:cs typeface="Arial" panose="020B0604020202020204" pitchFamily="34" charset="0"/>
              </a:rPr>
              <a:t>General Idea</a:t>
            </a:r>
            <a:endParaRPr lang="en-US" altLang="en-US" sz="4000" b="1" kern="1200" dirty="0">
              <a:solidFill>
                <a:srgbClr val="C00000"/>
              </a:solidFill>
              <a:latin typeface="Arial" panose="020B0604020202020204" pitchFamily="34" charset="0"/>
              <a:ea typeface="Arial" panose="020B0604020202020204" pitchFamily="34" charset="0"/>
              <a:cs typeface="+mj-cs"/>
            </a:endParaRPr>
          </a:p>
        </p:txBody>
      </p:sp>
      <p:sp>
        <p:nvSpPr>
          <p:cNvPr id="8197" name="Rectangle 3"/>
          <p:cNvSpPr>
            <a:spLocks noGrp="1" noChangeArrowheads="1"/>
          </p:cNvSpPr>
          <p:nvPr>
            <p:ph idx="1"/>
          </p:nvPr>
        </p:nvSpPr>
        <p:spPr>
          <a:xfrm>
            <a:off x="304800" y="1627188"/>
            <a:ext cx="8534400" cy="48768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tx2">
                  <a:lumMod val="60000"/>
                  <a:lumOff val="40000"/>
                </a:schemeClr>
              </a:buClr>
              <a:buSzPct val="80000"/>
              <a:buFont typeface="Wingdings" panose="05000000000000000000" pitchFamily="2" charset="2"/>
              <a:buChar char="l"/>
              <a:defRPr/>
            </a:pPr>
            <a:r>
              <a:rPr kumimoji="0" lang="en-US" sz="2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The ideal hash table structure is merely an array of some fixed size, containing the items.</a:t>
            </a:r>
          </a:p>
          <a:p>
            <a:pPr marL="342900" marR="0" lvl="0" indent="-342900" algn="l" defTabSz="914400" rtl="0" eaLnBrk="1" fontAlgn="base" latinLnBrk="0" hangingPunct="1">
              <a:lnSpc>
                <a:spcPct val="90000"/>
              </a:lnSpc>
              <a:spcBef>
                <a:spcPct val="20000"/>
              </a:spcBef>
              <a:spcAft>
                <a:spcPct val="0"/>
              </a:spcAft>
              <a:buClr>
                <a:schemeClr val="tx2">
                  <a:lumMod val="60000"/>
                  <a:lumOff val="40000"/>
                </a:schemeClr>
              </a:buClr>
              <a:buSzPct val="80000"/>
              <a:buFont typeface="Wingdings" panose="05000000000000000000" pitchFamily="2" charset="2"/>
              <a:buChar char="l"/>
              <a:defRPr/>
            </a:pPr>
            <a:r>
              <a:rPr kumimoji="0" lang="en-US" sz="2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 stored item needs to have a data member, called </a:t>
            </a:r>
            <a:r>
              <a:rPr kumimoji="0" lang="en-US" sz="2000" b="1" i="1"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key</a:t>
            </a:r>
            <a:r>
              <a:rPr kumimoji="0" lang="en-US" sz="2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 that will be used in computing the index value for the item.</a:t>
            </a:r>
          </a:p>
          <a:p>
            <a:pPr marL="742950" marR="0" lvl="1" indent="-285750" algn="l" defTabSz="914400" rtl="0" eaLnBrk="1" fontAlgn="base" latinLnBrk="0" hangingPunct="1">
              <a:lnSpc>
                <a:spcPct val="90000"/>
              </a:lnSpc>
              <a:spcBef>
                <a:spcPct val="20000"/>
              </a:spcBef>
              <a:spcAft>
                <a:spcPct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Key could be an </a:t>
            </a:r>
            <a:r>
              <a:rPr kumimoji="0" lang="en-US" sz="2000" b="0" i="1"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integer</a:t>
            </a:r>
            <a:r>
              <a:rPr kumimoji="0" lang="en-US" sz="2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 a </a:t>
            </a:r>
            <a:r>
              <a:rPr kumimoji="0" lang="en-US" sz="2000" b="0" i="1"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string</a:t>
            </a:r>
            <a:r>
              <a:rPr kumimoji="0" lang="en-US" sz="2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 etc</a:t>
            </a:r>
          </a:p>
          <a:p>
            <a:pPr marL="742950" marR="0" lvl="1" indent="-285750" algn="l" defTabSz="914400" rtl="0" eaLnBrk="1" fontAlgn="base" latinLnBrk="0" hangingPunct="1">
              <a:lnSpc>
                <a:spcPct val="90000"/>
              </a:lnSpc>
              <a:spcBef>
                <a:spcPct val="20000"/>
              </a:spcBef>
              <a:spcAft>
                <a:spcPct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e.g. a name or Id that is a part of a large employee structure </a:t>
            </a:r>
          </a:p>
          <a:p>
            <a:pPr marL="342900" marR="0" lvl="0" indent="-342900" algn="l" defTabSz="914400" rtl="0" eaLnBrk="1" fontAlgn="base" latinLnBrk="0" hangingPunct="1">
              <a:lnSpc>
                <a:spcPct val="90000"/>
              </a:lnSpc>
              <a:spcBef>
                <a:spcPct val="20000"/>
              </a:spcBef>
              <a:spcAft>
                <a:spcPct val="0"/>
              </a:spcAft>
              <a:buClr>
                <a:schemeClr val="tx2">
                  <a:lumMod val="60000"/>
                  <a:lumOff val="40000"/>
                </a:schemeClr>
              </a:buClr>
              <a:buSzPct val="80000"/>
              <a:buFont typeface="Wingdings" panose="05000000000000000000" pitchFamily="2" charset="2"/>
              <a:buChar char="l"/>
              <a:defRPr/>
            </a:pPr>
            <a:r>
              <a:rPr kumimoji="0" lang="en-US" sz="2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The size of the array is </a:t>
            </a:r>
            <a:r>
              <a:rPr kumimoji="0" lang="en-US" sz="2000" b="0" i="1" u="none" strike="noStrike" kern="1200" cap="none" spc="0" normalizeH="0" baseline="0" noProof="0" dirty="0" err="1">
                <a:ln>
                  <a:noFill/>
                </a:ln>
                <a:solidFill>
                  <a:schemeClr val="tx1"/>
                </a:solidFill>
                <a:effectLst/>
                <a:uLnTx/>
                <a:uFillTx/>
                <a:latin typeface="Arial" panose="020B0604020202020204" pitchFamily="34" charset="0"/>
                <a:ea typeface="+mn-ea"/>
                <a:cs typeface="Arial" panose="020B0604020202020204" pitchFamily="34" charset="0"/>
              </a:rPr>
              <a:t>TableSize</a:t>
            </a:r>
            <a:r>
              <a:rPr kumimoji="0" lang="en-US" sz="2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p>
            <a:pPr marL="342900" marR="0" lvl="0" indent="-342900" algn="l" defTabSz="914400" rtl="0" eaLnBrk="1" fontAlgn="base" latinLnBrk="0" hangingPunct="1">
              <a:lnSpc>
                <a:spcPct val="90000"/>
              </a:lnSpc>
              <a:spcBef>
                <a:spcPct val="20000"/>
              </a:spcBef>
              <a:spcAft>
                <a:spcPct val="0"/>
              </a:spcAft>
              <a:buClr>
                <a:schemeClr val="tx2">
                  <a:lumMod val="60000"/>
                  <a:lumOff val="40000"/>
                </a:schemeClr>
              </a:buClr>
              <a:buSzPct val="80000"/>
              <a:buFont typeface="Wingdings" panose="05000000000000000000" pitchFamily="2" charset="2"/>
              <a:buChar char="l"/>
              <a:defRPr/>
            </a:pPr>
            <a:r>
              <a:rPr kumimoji="0" lang="en-US" sz="2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The items that are stored in the hash table are indexed by values from </a:t>
            </a:r>
            <a:r>
              <a:rPr kumimoji="0" lang="en-US" sz="2000" b="0" i="1"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0</a:t>
            </a:r>
            <a:r>
              <a:rPr kumimoji="0" lang="en-US" sz="2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 to </a:t>
            </a:r>
            <a:r>
              <a:rPr kumimoji="0" lang="en-US" sz="2000" b="0" i="1" u="none" strike="noStrike" kern="1200" cap="none" spc="0" normalizeH="0" baseline="0" noProof="0" dirty="0" err="1">
                <a:ln>
                  <a:noFill/>
                </a:ln>
                <a:solidFill>
                  <a:schemeClr val="tx1"/>
                </a:solidFill>
                <a:effectLst/>
                <a:uLnTx/>
                <a:uFillTx/>
                <a:latin typeface="Arial" panose="020B0604020202020204" pitchFamily="34" charset="0"/>
                <a:ea typeface="+mn-ea"/>
                <a:cs typeface="Arial" panose="020B0604020202020204" pitchFamily="34" charset="0"/>
              </a:rPr>
              <a:t>TableSize</a:t>
            </a:r>
            <a:r>
              <a:rPr kumimoji="0" lang="en-US" sz="2000" b="0" i="1"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 – 1</a:t>
            </a:r>
            <a:r>
              <a:rPr kumimoji="0" lang="en-US" sz="2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p>
            <a:pPr marL="342900" marR="0" lvl="0" indent="-342900" algn="l" defTabSz="914400" rtl="0" eaLnBrk="1" fontAlgn="base" latinLnBrk="0" hangingPunct="1">
              <a:lnSpc>
                <a:spcPct val="90000"/>
              </a:lnSpc>
              <a:spcBef>
                <a:spcPct val="20000"/>
              </a:spcBef>
              <a:spcAft>
                <a:spcPct val="0"/>
              </a:spcAft>
              <a:buClr>
                <a:schemeClr val="tx2">
                  <a:lumMod val="60000"/>
                  <a:lumOff val="40000"/>
                </a:schemeClr>
              </a:buClr>
              <a:buSzPct val="80000"/>
              <a:buFont typeface="Wingdings" panose="05000000000000000000" pitchFamily="2" charset="2"/>
              <a:buChar char="l"/>
              <a:defRPr/>
            </a:pPr>
            <a:r>
              <a:rPr kumimoji="0" lang="en-US" sz="2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Each key is mapped into some number in the range 0 to </a:t>
            </a:r>
            <a:r>
              <a:rPr kumimoji="0" lang="en-US" sz="2000" b="0" i="1" u="none" strike="noStrike" kern="1200" cap="none" spc="0" normalizeH="0" baseline="0" noProof="0" dirty="0" err="1">
                <a:ln>
                  <a:noFill/>
                </a:ln>
                <a:solidFill>
                  <a:schemeClr val="tx1"/>
                </a:solidFill>
                <a:effectLst/>
                <a:uLnTx/>
                <a:uFillTx/>
                <a:latin typeface="Arial" panose="020B0604020202020204" pitchFamily="34" charset="0"/>
                <a:ea typeface="+mn-ea"/>
                <a:cs typeface="Arial" panose="020B0604020202020204" pitchFamily="34" charset="0"/>
              </a:rPr>
              <a:t>TableSize</a:t>
            </a:r>
            <a:r>
              <a:rPr kumimoji="0" lang="en-US" sz="2000" b="0" i="1"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 – 1.</a:t>
            </a:r>
          </a:p>
          <a:p>
            <a:pPr marL="342900" marR="0" lvl="0" indent="-342900" algn="l" defTabSz="914400" rtl="0" eaLnBrk="1" fontAlgn="base" latinLnBrk="0" hangingPunct="1">
              <a:lnSpc>
                <a:spcPct val="90000"/>
              </a:lnSpc>
              <a:spcBef>
                <a:spcPct val="20000"/>
              </a:spcBef>
              <a:spcAft>
                <a:spcPct val="0"/>
              </a:spcAft>
              <a:buClr>
                <a:schemeClr val="tx2">
                  <a:lumMod val="60000"/>
                  <a:lumOff val="40000"/>
                </a:schemeClr>
              </a:buClr>
              <a:buSzPct val="80000"/>
              <a:buFont typeface="Wingdings" panose="05000000000000000000" pitchFamily="2" charset="2"/>
              <a:buChar char="l"/>
              <a:defRPr/>
            </a:pPr>
            <a:r>
              <a:rPr kumimoji="0" lang="en-US" sz="2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The mapping is called a </a:t>
            </a:r>
            <a:r>
              <a:rPr kumimoji="0" lang="en-US" sz="2000" b="0" i="1"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hash function</a:t>
            </a:r>
            <a:r>
              <a:rPr kumimoji="0" lang="en-US" sz="2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p:txBody>
      </p:sp>
      <p:sp>
        <p:nvSpPr>
          <p:cNvPr id="10244" name="Footer Placeholder 4"/>
          <p:cNvSpPr txBox="1">
            <a:spLocks noGrp="1"/>
          </p:cNvSpPr>
          <p:nvPr/>
        </p:nvSpPr>
        <p:spPr>
          <a:xfrm>
            <a:off x="3124200" y="6356350"/>
            <a:ext cx="2895600" cy="36512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p:cNvSpPr>
          <p:nvPr>
            <p:ph type="title"/>
          </p:nvPr>
        </p:nvSpPr>
        <p:spPr>
          <a:xfrm>
            <a:off x="457200" y="495300"/>
            <a:ext cx="8229600" cy="701675"/>
          </a:xfrm>
          <a:ln/>
        </p:spPr>
        <p:txBody>
          <a:bodyPr vert="horz" wrap="square" lIns="91440" tIns="45720" rIns="91440" bIns="45720" anchor="ctr" anchorCtr="0">
            <a:spAutoFit/>
          </a:bodyPr>
          <a:lstStyle/>
          <a:p>
            <a:pPr eaLnBrk="1" hangingPunct="1"/>
            <a:r>
              <a:rPr lang="en-US" altLang="en-US" sz="4000" b="1" dirty="0">
                <a:solidFill>
                  <a:srgbClr val="C00000"/>
                </a:solidFill>
              </a:rPr>
              <a:t>Hash Table Example - 1</a:t>
            </a:r>
          </a:p>
        </p:txBody>
      </p:sp>
      <p:grpSp>
        <p:nvGrpSpPr>
          <p:cNvPr id="11267" name="Group 1"/>
          <p:cNvGrpSpPr/>
          <p:nvPr/>
        </p:nvGrpSpPr>
        <p:grpSpPr>
          <a:xfrm>
            <a:off x="682625" y="1652588"/>
            <a:ext cx="7777163" cy="4248150"/>
            <a:chOff x="755650" y="987425"/>
            <a:chExt cx="7777163" cy="4248150"/>
          </a:xfrm>
        </p:grpSpPr>
        <p:sp>
          <p:nvSpPr>
            <p:cNvPr id="11269" name="Rectangle 5"/>
            <p:cNvSpPr/>
            <p:nvPr/>
          </p:nvSpPr>
          <p:spPr>
            <a:xfrm>
              <a:off x="3995738" y="2276475"/>
              <a:ext cx="1081087" cy="2016125"/>
            </a:xfrm>
            <a:prstGeom prst="rect">
              <a:avLst/>
            </a:prstGeom>
            <a:solidFill>
              <a:srgbClr val="EAEAEA"/>
            </a:solidFill>
            <a:ln w="12700" cap="flat" cmpd="sng">
              <a:solidFill>
                <a:schemeClr val="tx1"/>
              </a:solidFill>
              <a:prstDash val="solid"/>
              <a:miter/>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800" b="1" dirty="0">
                  <a:latin typeface="Arial" panose="020B0604020202020204" pitchFamily="34" charset="0"/>
                </a:rPr>
                <a:t>Hash</a:t>
              </a:r>
            </a:p>
            <a:p>
              <a:pPr marL="0" lvl="0" indent="0" algn="ctr" eaLnBrk="1" hangingPunct="1">
                <a:spcBef>
                  <a:spcPct val="0"/>
                </a:spcBef>
                <a:buFontTx/>
                <a:buNone/>
              </a:pPr>
              <a:r>
                <a:rPr lang="en-US" altLang="en-US" sz="1800" b="1" dirty="0">
                  <a:latin typeface="Arial" panose="020B0604020202020204" pitchFamily="34" charset="0"/>
                </a:rPr>
                <a:t>Function</a:t>
              </a:r>
            </a:p>
          </p:txBody>
        </p:sp>
        <p:sp>
          <p:nvSpPr>
            <p:cNvPr id="11270" name="Line 16"/>
            <p:cNvSpPr/>
            <p:nvPr/>
          </p:nvSpPr>
          <p:spPr>
            <a:xfrm>
              <a:off x="5076825" y="3357563"/>
              <a:ext cx="719138" cy="0"/>
            </a:xfrm>
            <a:prstGeom prst="line">
              <a:avLst/>
            </a:prstGeom>
            <a:ln w="12700" cap="flat" cmpd="sng">
              <a:solidFill>
                <a:schemeClr val="tx1"/>
              </a:solidFill>
              <a:prstDash val="solid"/>
              <a:headEnd type="none" w="med" len="med"/>
              <a:tailEnd type="triangle" w="med" len="med"/>
            </a:ln>
          </p:spPr>
        </p:sp>
        <p:sp>
          <p:nvSpPr>
            <p:cNvPr id="11271" name="Line 17"/>
            <p:cNvSpPr/>
            <p:nvPr/>
          </p:nvSpPr>
          <p:spPr>
            <a:xfrm>
              <a:off x="3203575" y="3357563"/>
              <a:ext cx="792163" cy="0"/>
            </a:xfrm>
            <a:prstGeom prst="line">
              <a:avLst/>
            </a:prstGeom>
            <a:ln w="12700" cap="flat" cmpd="sng">
              <a:solidFill>
                <a:schemeClr val="tx1"/>
              </a:solidFill>
              <a:prstDash val="solid"/>
              <a:headEnd type="none" w="med" len="med"/>
              <a:tailEnd type="triangle" w="med" len="med"/>
            </a:ln>
          </p:spPr>
        </p:sp>
        <p:sp>
          <p:nvSpPr>
            <p:cNvPr id="11272" name="Rectangle 18"/>
            <p:cNvSpPr/>
            <p:nvPr/>
          </p:nvSpPr>
          <p:spPr>
            <a:xfrm>
              <a:off x="755650" y="3860800"/>
              <a:ext cx="2233613" cy="360363"/>
            </a:xfrm>
            <a:prstGeom prst="rect">
              <a:avLst/>
            </a:prstGeom>
            <a:noFill/>
            <a:ln w="12700">
              <a:noFill/>
            </a:ln>
          </p:spPr>
          <p:txBody>
            <a:bodyPr wrap="none" lIns="90000" tIns="46800" rIns="90000" bIns="468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800" b="1" dirty="0">
                  <a:latin typeface="Arial" panose="020B0604020202020204" pitchFamily="34" charset="0"/>
                </a:rPr>
                <a:t>mary</a:t>
              </a:r>
              <a:r>
                <a:rPr lang="en-US" altLang="en-US" sz="1800" dirty="0">
                  <a:latin typeface="Arial" panose="020B0604020202020204" pitchFamily="34" charset="0"/>
                </a:rPr>
                <a:t> 28200</a:t>
              </a:r>
            </a:p>
          </p:txBody>
        </p:sp>
        <p:sp>
          <p:nvSpPr>
            <p:cNvPr id="11273" name="Rectangle 19"/>
            <p:cNvSpPr/>
            <p:nvPr/>
          </p:nvSpPr>
          <p:spPr>
            <a:xfrm>
              <a:off x="755650" y="3429000"/>
              <a:ext cx="2233613" cy="360363"/>
            </a:xfrm>
            <a:prstGeom prst="rect">
              <a:avLst/>
            </a:prstGeom>
            <a:noFill/>
            <a:ln w="12700">
              <a:noFill/>
            </a:ln>
          </p:spPr>
          <p:txBody>
            <a:bodyPr wrap="none" lIns="90000" tIns="46800" rIns="90000" bIns="468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800" b="1" dirty="0">
                  <a:latin typeface="Arial" panose="020B0604020202020204" pitchFamily="34" charset="0"/>
                </a:rPr>
                <a:t>dave</a:t>
              </a:r>
              <a:r>
                <a:rPr lang="en-US" altLang="en-US" sz="1800" dirty="0">
                  <a:latin typeface="Arial" panose="020B0604020202020204" pitchFamily="34" charset="0"/>
                </a:rPr>
                <a:t> 27500</a:t>
              </a:r>
            </a:p>
          </p:txBody>
        </p:sp>
        <p:sp>
          <p:nvSpPr>
            <p:cNvPr id="11274" name="Rectangle 20"/>
            <p:cNvSpPr/>
            <p:nvPr/>
          </p:nvSpPr>
          <p:spPr>
            <a:xfrm>
              <a:off x="755650" y="2997200"/>
              <a:ext cx="2233613" cy="360363"/>
            </a:xfrm>
            <a:prstGeom prst="rect">
              <a:avLst/>
            </a:prstGeom>
            <a:noFill/>
            <a:ln w="12700">
              <a:noFill/>
            </a:ln>
          </p:spPr>
          <p:txBody>
            <a:bodyPr wrap="none" lIns="90000" tIns="46800" rIns="90000" bIns="468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800" b="1" dirty="0">
                  <a:latin typeface="Arial" panose="020B0604020202020204" pitchFamily="34" charset="0"/>
                </a:rPr>
                <a:t>phil</a:t>
              </a:r>
              <a:r>
                <a:rPr lang="en-US" altLang="en-US" sz="1800" dirty="0">
                  <a:latin typeface="Arial" panose="020B0604020202020204" pitchFamily="34" charset="0"/>
                </a:rPr>
                <a:t>   31250</a:t>
              </a:r>
            </a:p>
          </p:txBody>
        </p:sp>
        <p:sp>
          <p:nvSpPr>
            <p:cNvPr id="11275" name="Rectangle 21"/>
            <p:cNvSpPr/>
            <p:nvPr/>
          </p:nvSpPr>
          <p:spPr>
            <a:xfrm>
              <a:off x="755650" y="2565400"/>
              <a:ext cx="2233613" cy="360363"/>
            </a:xfrm>
            <a:prstGeom prst="rect">
              <a:avLst/>
            </a:prstGeom>
            <a:noFill/>
            <a:ln w="12700">
              <a:noFill/>
            </a:ln>
          </p:spPr>
          <p:txBody>
            <a:bodyPr wrap="none" lIns="90000" tIns="46800" rIns="90000" bIns="468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800" b="1" dirty="0">
                  <a:latin typeface="Arial" panose="020B0604020202020204" pitchFamily="34" charset="0"/>
                </a:rPr>
                <a:t>john</a:t>
              </a:r>
              <a:r>
                <a:rPr lang="en-US" altLang="en-US" sz="1800" dirty="0">
                  <a:latin typeface="Arial" panose="020B0604020202020204" pitchFamily="34" charset="0"/>
                </a:rPr>
                <a:t>  25000</a:t>
              </a:r>
            </a:p>
          </p:txBody>
        </p:sp>
        <p:sp>
          <p:nvSpPr>
            <p:cNvPr id="11276" name="Text Box 22"/>
            <p:cNvSpPr txBox="1"/>
            <p:nvPr/>
          </p:nvSpPr>
          <p:spPr>
            <a:xfrm>
              <a:off x="1457325" y="2205038"/>
              <a:ext cx="777875" cy="366712"/>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b="1" dirty="0">
                  <a:latin typeface="Arial" panose="020B0604020202020204" pitchFamily="34" charset="0"/>
                </a:rPr>
                <a:t>Items</a:t>
              </a:r>
            </a:p>
          </p:txBody>
        </p:sp>
        <p:sp>
          <p:nvSpPr>
            <p:cNvPr id="11277" name="Text Box 23"/>
            <p:cNvSpPr txBox="1"/>
            <p:nvPr/>
          </p:nvSpPr>
          <p:spPr>
            <a:xfrm>
              <a:off x="7019925" y="987425"/>
              <a:ext cx="803275" cy="641350"/>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b="1" dirty="0">
                  <a:latin typeface="Arial" panose="020B0604020202020204" pitchFamily="34" charset="0"/>
                </a:rPr>
                <a:t>Hash </a:t>
              </a:r>
            </a:p>
            <a:p>
              <a:pPr marL="0" lvl="0" indent="0" eaLnBrk="1" hangingPunct="1">
                <a:spcBef>
                  <a:spcPct val="0"/>
                </a:spcBef>
                <a:buFontTx/>
                <a:buNone/>
              </a:pPr>
              <a:r>
                <a:rPr lang="en-US" altLang="en-US" sz="1800" b="1" dirty="0">
                  <a:latin typeface="Arial" panose="020B0604020202020204" pitchFamily="34" charset="0"/>
                </a:rPr>
                <a:t>Table</a:t>
              </a:r>
            </a:p>
          </p:txBody>
        </p:sp>
        <p:sp>
          <p:nvSpPr>
            <p:cNvPr id="11278" name="Text Box 24"/>
            <p:cNvSpPr txBox="1"/>
            <p:nvPr/>
          </p:nvSpPr>
          <p:spPr>
            <a:xfrm>
              <a:off x="3348038" y="2990850"/>
              <a:ext cx="536575" cy="366713"/>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dirty="0">
                  <a:latin typeface="Arial" panose="020B0604020202020204" pitchFamily="34" charset="0"/>
                </a:rPr>
                <a:t>key</a:t>
              </a:r>
            </a:p>
          </p:txBody>
        </p:sp>
        <p:sp>
          <p:nvSpPr>
            <p:cNvPr id="11279" name="AutoShape 25"/>
            <p:cNvSpPr/>
            <p:nvPr/>
          </p:nvSpPr>
          <p:spPr>
            <a:xfrm rot="5400000">
              <a:off x="1331912" y="4076700"/>
              <a:ext cx="287338" cy="719137"/>
            </a:xfrm>
            <a:prstGeom prst="rightBrace">
              <a:avLst>
                <a:gd name="adj1" fmla="val 20844"/>
                <a:gd name="adj2" fmla="val 50000"/>
              </a:avLst>
            </a:prstGeom>
            <a:noFill/>
            <a:ln w="12700" cap="flat" cmpd="sng">
              <a:solidFill>
                <a:schemeClr val="tx1"/>
              </a:solidFill>
              <a:prstDash val="solid"/>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tr-TR" altLang="en-US" sz="3600" dirty="0">
                <a:latin typeface="Arial" panose="020B0604020202020204" pitchFamily="34" charset="0"/>
              </a:endParaRPr>
            </a:p>
          </p:txBody>
        </p:sp>
        <p:sp>
          <p:nvSpPr>
            <p:cNvPr id="11280" name="Text Box 26"/>
            <p:cNvSpPr txBox="1"/>
            <p:nvPr/>
          </p:nvSpPr>
          <p:spPr>
            <a:xfrm>
              <a:off x="1155700" y="4527550"/>
              <a:ext cx="536575" cy="366713"/>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dirty="0">
                  <a:latin typeface="Arial" panose="020B0604020202020204" pitchFamily="34" charset="0"/>
                </a:rPr>
                <a:t>key</a:t>
              </a:r>
            </a:p>
          </p:txBody>
        </p:sp>
        <p:sp>
          <p:nvSpPr>
            <p:cNvPr id="11281" name="Rectangle 36"/>
            <p:cNvSpPr/>
            <p:nvPr/>
          </p:nvSpPr>
          <p:spPr>
            <a:xfrm>
              <a:off x="6299200" y="4868863"/>
              <a:ext cx="2233613" cy="360362"/>
            </a:xfrm>
            <a:prstGeom prst="rect">
              <a:avLst/>
            </a:prstGeom>
            <a:solidFill>
              <a:srgbClr val="EAEAEA"/>
            </a:solidFill>
            <a:ln w="12700" cap="flat" cmpd="sng">
              <a:solidFill>
                <a:schemeClr val="tx1"/>
              </a:solidFill>
              <a:prstDash val="solid"/>
              <a:miter/>
              <a:headEnd type="none" w="med" len="med"/>
              <a:tailEnd type="none" w="med" len="med"/>
            </a:ln>
            <a:effectLst>
              <a:outerShdw dist="107763" dir="18900000" algn="ctr" rotWithShape="0">
                <a:schemeClr val="bg2">
                  <a:alpha val="50000"/>
                </a:schemeClr>
              </a:outerShdw>
            </a:effectLst>
          </p:spPr>
          <p:txBody>
            <a:bodyPr wrap="none" lIns="90000" tIns="46800" rIns="90000" bIns="468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tr-TR" altLang="en-US" sz="3600" dirty="0">
                <a:latin typeface="Arial" panose="020B0604020202020204" pitchFamily="34" charset="0"/>
              </a:endParaRPr>
            </a:p>
          </p:txBody>
        </p:sp>
        <p:sp>
          <p:nvSpPr>
            <p:cNvPr id="11282" name="Rectangle 37"/>
            <p:cNvSpPr/>
            <p:nvPr/>
          </p:nvSpPr>
          <p:spPr>
            <a:xfrm>
              <a:off x="6299200" y="4508500"/>
              <a:ext cx="2233613" cy="360363"/>
            </a:xfrm>
            <a:prstGeom prst="rect">
              <a:avLst/>
            </a:prstGeom>
            <a:solidFill>
              <a:srgbClr val="EAEAEA"/>
            </a:solidFill>
            <a:ln w="12700" cap="flat" cmpd="sng">
              <a:solidFill>
                <a:schemeClr val="tx1"/>
              </a:solidFill>
              <a:prstDash val="solid"/>
              <a:miter/>
              <a:headEnd type="none" w="med" len="med"/>
              <a:tailEnd type="none" w="med" len="med"/>
            </a:ln>
            <a:effectLst>
              <a:outerShdw dist="107763" dir="18900000" algn="ctr" rotWithShape="0">
                <a:schemeClr val="bg2">
                  <a:alpha val="50000"/>
                </a:schemeClr>
              </a:outerShdw>
            </a:effectLst>
          </p:spPr>
          <p:txBody>
            <a:bodyPr wrap="none" lIns="90000" tIns="46800" rIns="90000" bIns="468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tr-TR" altLang="en-US" sz="3600" dirty="0">
                <a:latin typeface="Arial" panose="020B0604020202020204" pitchFamily="34" charset="0"/>
              </a:endParaRPr>
            </a:p>
          </p:txBody>
        </p:sp>
        <p:sp>
          <p:nvSpPr>
            <p:cNvPr id="11283" name="Text Box 38"/>
            <p:cNvSpPr txBox="1"/>
            <p:nvPr/>
          </p:nvSpPr>
          <p:spPr>
            <a:xfrm>
              <a:off x="6011863" y="1628775"/>
              <a:ext cx="307975" cy="366713"/>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dirty="0">
                  <a:latin typeface="Arial" panose="020B0604020202020204" pitchFamily="34" charset="0"/>
                </a:rPr>
                <a:t>0</a:t>
              </a:r>
            </a:p>
          </p:txBody>
        </p:sp>
        <p:sp>
          <p:nvSpPr>
            <p:cNvPr id="11284" name="Text Box 39"/>
            <p:cNvSpPr txBox="1"/>
            <p:nvPr/>
          </p:nvSpPr>
          <p:spPr>
            <a:xfrm>
              <a:off x="6011863" y="1982788"/>
              <a:ext cx="307975" cy="366712"/>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dirty="0">
                  <a:latin typeface="Arial" panose="020B0604020202020204" pitchFamily="34" charset="0"/>
                </a:rPr>
                <a:t>1</a:t>
              </a:r>
            </a:p>
          </p:txBody>
        </p:sp>
        <p:sp>
          <p:nvSpPr>
            <p:cNvPr id="11285" name="Text Box 40"/>
            <p:cNvSpPr txBox="1"/>
            <p:nvPr/>
          </p:nvSpPr>
          <p:spPr>
            <a:xfrm>
              <a:off x="6011863" y="2341563"/>
              <a:ext cx="307975" cy="366712"/>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dirty="0">
                  <a:latin typeface="Arial" panose="020B0604020202020204" pitchFamily="34" charset="0"/>
                </a:rPr>
                <a:t>2</a:t>
              </a:r>
            </a:p>
          </p:txBody>
        </p:sp>
        <p:sp>
          <p:nvSpPr>
            <p:cNvPr id="11286" name="Text Box 41"/>
            <p:cNvSpPr txBox="1"/>
            <p:nvPr/>
          </p:nvSpPr>
          <p:spPr>
            <a:xfrm>
              <a:off x="6011863" y="2701925"/>
              <a:ext cx="307975" cy="366713"/>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dirty="0">
                  <a:latin typeface="Arial" panose="020B0604020202020204" pitchFamily="34" charset="0"/>
                </a:rPr>
                <a:t>3</a:t>
              </a:r>
            </a:p>
          </p:txBody>
        </p:sp>
        <p:sp>
          <p:nvSpPr>
            <p:cNvPr id="11287" name="Text Box 42"/>
            <p:cNvSpPr txBox="1"/>
            <p:nvPr/>
          </p:nvSpPr>
          <p:spPr>
            <a:xfrm>
              <a:off x="6011863" y="3068638"/>
              <a:ext cx="307975" cy="366712"/>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dirty="0">
                  <a:latin typeface="Arial" panose="020B0604020202020204" pitchFamily="34" charset="0"/>
                </a:rPr>
                <a:t>4</a:t>
              </a:r>
            </a:p>
          </p:txBody>
        </p:sp>
        <p:sp>
          <p:nvSpPr>
            <p:cNvPr id="11288" name="Text Box 43"/>
            <p:cNvSpPr txBox="1"/>
            <p:nvPr/>
          </p:nvSpPr>
          <p:spPr>
            <a:xfrm>
              <a:off x="6030913" y="3422650"/>
              <a:ext cx="307975" cy="366713"/>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dirty="0">
                  <a:latin typeface="Arial" panose="020B0604020202020204" pitchFamily="34" charset="0"/>
                </a:rPr>
                <a:t>5</a:t>
              </a:r>
            </a:p>
          </p:txBody>
        </p:sp>
        <p:sp>
          <p:nvSpPr>
            <p:cNvPr id="11289" name="Text Box 44"/>
            <p:cNvSpPr txBox="1"/>
            <p:nvPr/>
          </p:nvSpPr>
          <p:spPr>
            <a:xfrm>
              <a:off x="6030913" y="3781425"/>
              <a:ext cx="307975" cy="366713"/>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dirty="0">
                  <a:latin typeface="Arial" panose="020B0604020202020204" pitchFamily="34" charset="0"/>
                </a:rPr>
                <a:t>6</a:t>
              </a:r>
            </a:p>
          </p:txBody>
        </p:sp>
        <p:sp>
          <p:nvSpPr>
            <p:cNvPr id="11290" name="Text Box 45"/>
            <p:cNvSpPr txBox="1"/>
            <p:nvPr/>
          </p:nvSpPr>
          <p:spPr>
            <a:xfrm>
              <a:off x="6030913" y="4141788"/>
              <a:ext cx="307975" cy="366712"/>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dirty="0">
                  <a:latin typeface="Arial" panose="020B0604020202020204" pitchFamily="34" charset="0"/>
                </a:rPr>
                <a:t>7</a:t>
              </a:r>
            </a:p>
          </p:txBody>
        </p:sp>
        <p:sp>
          <p:nvSpPr>
            <p:cNvPr id="11291" name="Text Box 46"/>
            <p:cNvSpPr txBox="1"/>
            <p:nvPr/>
          </p:nvSpPr>
          <p:spPr>
            <a:xfrm>
              <a:off x="6011863" y="4502150"/>
              <a:ext cx="307975" cy="366713"/>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dirty="0">
                  <a:latin typeface="Arial" panose="020B0604020202020204" pitchFamily="34" charset="0"/>
                </a:rPr>
                <a:t>8</a:t>
              </a:r>
            </a:p>
          </p:txBody>
        </p:sp>
        <p:sp>
          <p:nvSpPr>
            <p:cNvPr id="11292" name="Text Box 47"/>
            <p:cNvSpPr txBox="1"/>
            <p:nvPr/>
          </p:nvSpPr>
          <p:spPr>
            <a:xfrm>
              <a:off x="6011863" y="4868863"/>
              <a:ext cx="307975" cy="366712"/>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dirty="0">
                  <a:latin typeface="Arial" panose="020B0604020202020204" pitchFamily="34" charset="0"/>
                </a:rPr>
                <a:t>9</a:t>
              </a:r>
            </a:p>
          </p:txBody>
        </p:sp>
        <p:sp>
          <p:nvSpPr>
            <p:cNvPr id="11293" name="Rectangle 48"/>
            <p:cNvSpPr/>
            <p:nvPr/>
          </p:nvSpPr>
          <p:spPr>
            <a:xfrm>
              <a:off x="6299200" y="4149725"/>
              <a:ext cx="2233613" cy="360363"/>
            </a:xfrm>
            <a:prstGeom prst="rect">
              <a:avLst/>
            </a:prstGeom>
            <a:solidFill>
              <a:srgbClr val="EAEAEA"/>
            </a:solidFill>
            <a:ln w="12700" cap="flat" cmpd="sng">
              <a:solidFill>
                <a:schemeClr val="tx1"/>
              </a:solidFill>
              <a:prstDash val="solid"/>
              <a:miter/>
              <a:headEnd type="none" w="med" len="med"/>
              <a:tailEnd type="none" w="med" len="med"/>
            </a:ln>
            <a:effectLst>
              <a:outerShdw dist="107763" dir="18900000" algn="ctr" rotWithShape="0">
                <a:schemeClr val="bg2">
                  <a:alpha val="50000"/>
                </a:schemeClr>
              </a:outerShdw>
            </a:effectLst>
          </p:spPr>
          <p:txBody>
            <a:bodyPr wrap="none" lIns="90000" tIns="46800" rIns="90000" bIns="468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800" dirty="0">
                  <a:latin typeface="Arial" panose="020B0604020202020204" pitchFamily="34" charset="0"/>
                </a:rPr>
                <a:t>mary 28200</a:t>
              </a:r>
            </a:p>
          </p:txBody>
        </p:sp>
        <p:sp>
          <p:nvSpPr>
            <p:cNvPr id="11294" name="Rectangle 49"/>
            <p:cNvSpPr/>
            <p:nvPr/>
          </p:nvSpPr>
          <p:spPr>
            <a:xfrm>
              <a:off x="6299200" y="3789363"/>
              <a:ext cx="2233613" cy="360362"/>
            </a:xfrm>
            <a:prstGeom prst="rect">
              <a:avLst/>
            </a:prstGeom>
            <a:solidFill>
              <a:srgbClr val="EAEAEA"/>
            </a:solidFill>
            <a:ln w="12700" cap="flat" cmpd="sng">
              <a:solidFill>
                <a:schemeClr val="tx1"/>
              </a:solidFill>
              <a:prstDash val="solid"/>
              <a:miter/>
              <a:headEnd type="none" w="med" len="med"/>
              <a:tailEnd type="none" w="med" len="med"/>
            </a:ln>
            <a:effectLst>
              <a:outerShdw dist="107763" dir="18900000" algn="ctr" rotWithShape="0">
                <a:schemeClr val="bg2">
                  <a:alpha val="50000"/>
                </a:schemeClr>
              </a:outerShdw>
            </a:effectLst>
          </p:spPr>
          <p:txBody>
            <a:bodyPr wrap="none" lIns="90000" tIns="46800" rIns="90000" bIns="468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800" dirty="0">
                  <a:latin typeface="Arial" panose="020B0604020202020204" pitchFamily="34" charset="0"/>
                </a:rPr>
                <a:t>dave 27500</a:t>
              </a:r>
            </a:p>
          </p:txBody>
        </p:sp>
        <p:sp>
          <p:nvSpPr>
            <p:cNvPr id="11295" name="Rectangle 50"/>
            <p:cNvSpPr/>
            <p:nvPr/>
          </p:nvSpPr>
          <p:spPr>
            <a:xfrm>
              <a:off x="6299200" y="3427413"/>
              <a:ext cx="2233613" cy="360362"/>
            </a:xfrm>
            <a:prstGeom prst="rect">
              <a:avLst/>
            </a:prstGeom>
            <a:solidFill>
              <a:srgbClr val="EAEAEA"/>
            </a:solidFill>
            <a:ln w="12700" cap="flat" cmpd="sng">
              <a:solidFill>
                <a:schemeClr val="tx1"/>
              </a:solidFill>
              <a:prstDash val="solid"/>
              <a:miter/>
              <a:headEnd type="none" w="med" len="med"/>
              <a:tailEnd type="none" w="med" len="med"/>
            </a:ln>
            <a:effectLst>
              <a:outerShdw dist="107763" dir="18900000" algn="ctr" rotWithShape="0">
                <a:schemeClr val="bg2">
                  <a:alpha val="50000"/>
                </a:schemeClr>
              </a:outerShdw>
            </a:effectLst>
          </p:spPr>
          <p:txBody>
            <a:bodyPr wrap="none" lIns="90000" tIns="46800" rIns="90000" bIns="468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tr-TR" altLang="en-US" sz="3600" dirty="0">
                <a:latin typeface="Arial" panose="020B0604020202020204" pitchFamily="34" charset="0"/>
              </a:endParaRPr>
            </a:p>
          </p:txBody>
        </p:sp>
        <p:sp>
          <p:nvSpPr>
            <p:cNvPr id="11296" name="Rectangle 51"/>
            <p:cNvSpPr/>
            <p:nvPr/>
          </p:nvSpPr>
          <p:spPr>
            <a:xfrm>
              <a:off x="6299200" y="3068638"/>
              <a:ext cx="2233613" cy="360362"/>
            </a:xfrm>
            <a:prstGeom prst="rect">
              <a:avLst/>
            </a:prstGeom>
            <a:solidFill>
              <a:srgbClr val="EAEAEA"/>
            </a:solidFill>
            <a:ln w="12700" cap="flat" cmpd="sng">
              <a:solidFill>
                <a:schemeClr val="tx1"/>
              </a:solidFill>
              <a:prstDash val="solid"/>
              <a:miter/>
              <a:headEnd type="none" w="med" len="med"/>
              <a:tailEnd type="none" w="med" len="med"/>
            </a:ln>
            <a:effectLst>
              <a:outerShdw dist="107763" dir="18900000" algn="ctr" rotWithShape="0">
                <a:schemeClr val="bg2">
                  <a:alpha val="50000"/>
                </a:schemeClr>
              </a:outerShdw>
            </a:effectLst>
          </p:spPr>
          <p:txBody>
            <a:bodyPr wrap="none" lIns="90000" tIns="46800" rIns="90000" bIns="468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800" dirty="0">
                  <a:latin typeface="Arial" panose="020B0604020202020204" pitchFamily="34" charset="0"/>
                </a:rPr>
                <a:t>phil 31250</a:t>
              </a:r>
            </a:p>
          </p:txBody>
        </p:sp>
        <p:sp>
          <p:nvSpPr>
            <p:cNvPr id="11297" name="Rectangle 52"/>
            <p:cNvSpPr/>
            <p:nvPr/>
          </p:nvSpPr>
          <p:spPr>
            <a:xfrm>
              <a:off x="6299200" y="2708275"/>
              <a:ext cx="2233613" cy="360363"/>
            </a:xfrm>
            <a:prstGeom prst="rect">
              <a:avLst/>
            </a:prstGeom>
            <a:solidFill>
              <a:srgbClr val="EAEAEA"/>
            </a:solidFill>
            <a:ln w="12700" cap="flat" cmpd="sng">
              <a:solidFill>
                <a:schemeClr val="tx1"/>
              </a:solidFill>
              <a:prstDash val="solid"/>
              <a:miter/>
              <a:headEnd type="none" w="med" len="med"/>
              <a:tailEnd type="none" w="med" len="med"/>
            </a:ln>
            <a:effectLst>
              <a:outerShdw dist="107763" dir="18900000" algn="ctr" rotWithShape="0">
                <a:schemeClr val="bg2">
                  <a:alpha val="50000"/>
                </a:schemeClr>
              </a:outerShdw>
            </a:effectLst>
          </p:spPr>
          <p:txBody>
            <a:bodyPr wrap="none" lIns="90000" tIns="46800" rIns="90000" bIns="468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800" dirty="0">
                  <a:latin typeface="Arial" panose="020B0604020202020204" pitchFamily="34" charset="0"/>
                </a:rPr>
                <a:t>john 25000</a:t>
              </a:r>
            </a:p>
          </p:txBody>
        </p:sp>
        <p:sp>
          <p:nvSpPr>
            <p:cNvPr id="11298" name="Rectangle 53"/>
            <p:cNvSpPr/>
            <p:nvPr/>
          </p:nvSpPr>
          <p:spPr>
            <a:xfrm>
              <a:off x="6299200" y="2347913"/>
              <a:ext cx="2233613" cy="360362"/>
            </a:xfrm>
            <a:prstGeom prst="rect">
              <a:avLst/>
            </a:prstGeom>
            <a:solidFill>
              <a:srgbClr val="EAEAEA"/>
            </a:solidFill>
            <a:ln w="12700" cap="flat" cmpd="sng">
              <a:solidFill>
                <a:schemeClr val="tx1"/>
              </a:solidFill>
              <a:prstDash val="solid"/>
              <a:miter/>
              <a:headEnd type="none" w="med" len="med"/>
              <a:tailEnd type="none" w="med" len="med"/>
            </a:ln>
            <a:effectLst>
              <a:outerShdw dist="107763" dir="18900000" algn="ctr" rotWithShape="0">
                <a:schemeClr val="bg2">
                  <a:alpha val="50000"/>
                </a:schemeClr>
              </a:outerShdw>
            </a:effectLst>
          </p:spPr>
          <p:txBody>
            <a:bodyPr wrap="none" lIns="90000" tIns="46800" rIns="90000" bIns="468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tr-TR" altLang="en-US" sz="3600" dirty="0">
                <a:latin typeface="Arial" panose="020B0604020202020204" pitchFamily="34" charset="0"/>
              </a:endParaRPr>
            </a:p>
          </p:txBody>
        </p:sp>
        <p:sp>
          <p:nvSpPr>
            <p:cNvPr id="11299" name="Rectangle 54"/>
            <p:cNvSpPr/>
            <p:nvPr/>
          </p:nvSpPr>
          <p:spPr>
            <a:xfrm>
              <a:off x="6299200" y="1989138"/>
              <a:ext cx="2233613" cy="360362"/>
            </a:xfrm>
            <a:prstGeom prst="rect">
              <a:avLst/>
            </a:prstGeom>
            <a:solidFill>
              <a:srgbClr val="EAEAEA"/>
            </a:solidFill>
            <a:ln w="12700" cap="flat" cmpd="sng">
              <a:solidFill>
                <a:schemeClr val="tx1"/>
              </a:solidFill>
              <a:prstDash val="solid"/>
              <a:miter/>
              <a:headEnd type="none" w="med" len="med"/>
              <a:tailEnd type="none" w="med" len="med"/>
            </a:ln>
            <a:effectLst>
              <a:outerShdw dist="107763" dir="18900000" algn="ctr" rotWithShape="0">
                <a:schemeClr val="bg2">
                  <a:alpha val="50000"/>
                </a:schemeClr>
              </a:outerShdw>
            </a:effectLst>
          </p:spPr>
          <p:txBody>
            <a:bodyPr wrap="none" lIns="90000" tIns="46800" rIns="90000" bIns="468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tr-TR" altLang="en-US" sz="3600" dirty="0">
                <a:latin typeface="Arial" panose="020B0604020202020204" pitchFamily="34" charset="0"/>
              </a:endParaRPr>
            </a:p>
          </p:txBody>
        </p:sp>
        <p:sp>
          <p:nvSpPr>
            <p:cNvPr id="11300" name="Rectangle 55"/>
            <p:cNvSpPr/>
            <p:nvPr/>
          </p:nvSpPr>
          <p:spPr>
            <a:xfrm>
              <a:off x="6299200" y="1628775"/>
              <a:ext cx="2233613" cy="360363"/>
            </a:xfrm>
            <a:prstGeom prst="rect">
              <a:avLst/>
            </a:prstGeom>
            <a:solidFill>
              <a:srgbClr val="EAEAEA"/>
            </a:solidFill>
            <a:ln w="12700" cap="flat" cmpd="sng">
              <a:solidFill>
                <a:schemeClr val="tx1"/>
              </a:solidFill>
              <a:prstDash val="solid"/>
              <a:miter/>
              <a:headEnd type="none" w="med" len="med"/>
              <a:tailEnd type="none" w="med" len="med"/>
            </a:ln>
            <a:effectLst>
              <a:outerShdw dist="107763" dir="18900000" algn="ctr" rotWithShape="0">
                <a:schemeClr val="bg2">
                  <a:alpha val="50000"/>
                </a:schemeClr>
              </a:outerShdw>
            </a:effectLst>
          </p:spPr>
          <p:txBody>
            <a:bodyPr wrap="none" lIns="90000" tIns="46800" rIns="90000" bIns="468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tr-TR" altLang="en-US" sz="3600" dirty="0">
                <a:latin typeface="Arial" panose="020B0604020202020204" pitchFamily="34" charset="0"/>
              </a:endParaRPr>
            </a:p>
          </p:txBody>
        </p:sp>
      </p:grpSp>
      <p:sp>
        <p:nvSpPr>
          <p:cNvPr id="11268" name="Footer Placeholder 4"/>
          <p:cNvSpPr txBox="1">
            <a:spLocks noGrp="1"/>
          </p:cNvSpPr>
          <p:nvPr/>
        </p:nvSpPr>
        <p:spPr>
          <a:xfrm>
            <a:off x="3124200" y="6356350"/>
            <a:ext cx="2895600" cy="36512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457200" y="492125"/>
            <a:ext cx="8229600" cy="708025"/>
          </a:xfrm>
          <a:ln/>
        </p:spPr>
        <p:txBody>
          <a:bodyPr vert="horz" wrap="square" lIns="91440" tIns="45720" rIns="91440" bIns="45720" anchor="ctr" anchorCtr="0">
            <a:spAutoFit/>
          </a:bodyPr>
          <a:lstStyle/>
          <a:p>
            <a:pPr eaLnBrk="1" hangingPunct="1"/>
            <a:r>
              <a:rPr lang="en-US" altLang="en-US" sz="4000" b="1" kern="1200" dirty="0">
                <a:solidFill>
                  <a:srgbClr val="C00000"/>
                </a:solidFill>
                <a:latin typeface="Arial" panose="020B0604020202020204" pitchFamily="34" charset="0"/>
                <a:ea typeface="+mj-ea"/>
                <a:cs typeface="Arial" panose="020B0604020202020204" pitchFamily="34" charset="0"/>
              </a:rPr>
              <a:t>Hash Function - 1</a:t>
            </a:r>
            <a:endParaRPr lang="en-US" altLang="en-US" sz="4000" b="1" kern="1200" dirty="0">
              <a:solidFill>
                <a:srgbClr val="C00000"/>
              </a:solidFill>
              <a:latin typeface="Arial" panose="020B0604020202020204" pitchFamily="34" charset="0"/>
              <a:ea typeface="Arial" panose="020B0604020202020204" pitchFamily="34" charset="0"/>
              <a:cs typeface="+mj-cs"/>
            </a:endParaRPr>
          </a:p>
        </p:txBody>
      </p:sp>
      <p:sp>
        <p:nvSpPr>
          <p:cNvPr id="10245" name="Rectangle 3"/>
          <p:cNvSpPr>
            <a:spLocks noGrp="1" noChangeArrowheads="1"/>
          </p:cNvSpPr>
          <p:nvPr>
            <p:ph idx="1"/>
          </p:nvPr>
        </p:nvSpPr>
        <p:spPr>
          <a:xfrm>
            <a:off x="457200" y="1944688"/>
            <a:ext cx="8229600" cy="2286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2">
                  <a:lumMod val="60000"/>
                  <a:lumOff val="40000"/>
                </a:schemeClr>
              </a:buClr>
              <a:buSzPct val="80000"/>
              <a:buFont typeface="Wingdings" panose="05000000000000000000" pitchFamily="2" charset="2"/>
              <a:buChar char="l"/>
              <a:defRPr/>
            </a:pPr>
            <a:r>
              <a:rPr kumimoji="0" lang="en-US" sz="22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The hash function: </a:t>
            </a:r>
          </a:p>
          <a:p>
            <a:pPr marL="742950" marR="0" lvl="1"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en-US" sz="2200" b="1" i="0" u="none" strike="noStrike" kern="1200" cap="none" spc="0" normalizeH="0" baseline="0" noProof="0" dirty="0">
                <a:ln>
                  <a:noFill/>
                </a:ln>
                <a:solidFill>
                  <a:srgbClr val="00B050"/>
                </a:solidFill>
                <a:effectLst/>
                <a:uLnTx/>
                <a:uFillTx/>
                <a:latin typeface="+mn-lt"/>
                <a:ea typeface="+mn-ea"/>
                <a:cs typeface="+mn-cs"/>
              </a:rPr>
              <a:t>must be simple to compute.</a:t>
            </a:r>
          </a:p>
          <a:p>
            <a:pPr marL="742950" marR="0" lvl="1"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en-US" sz="2200" b="1" i="0" u="none" strike="noStrike" kern="1200" cap="none" spc="0" normalizeH="0" baseline="0" noProof="0" dirty="0">
                <a:ln>
                  <a:noFill/>
                </a:ln>
                <a:solidFill>
                  <a:srgbClr val="00B050"/>
                </a:solidFill>
                <a:effectLst/>
                <a:uLnTx/>
                <a:uFillTx/>
                <a:latin typeface="+mn-lt"/>
                <a:ea typeface="+mn-ea"/>
                <a:cs typeface="+mn-cs"/>
              </a:rPr>
              <a:t>must distribute the keys evenly among the cells.</a:t>
            </a:r>
          </a:p>
          <a:p>
            <a:pPr marL="342900" marR="0" lvl="0" indent="-342900" algn="l" defTabSz="914400" rtl="0" eaLnBrk="1" fontAlgn="base" latinLnBrk="0" hangingPunct="1">
              <a:lnSpc>
                <a:spcPct val="100000"/>
              </a:lnSpc>
              <a:spcBef>
                <a:spcPct val="20000"/>
              </a:spcBef>
              <a:spcAft>
                <a:spcPct val="0"/>
              </a:spcAft>
              <a:buClr>
                <a:schemeClr val="tx2">
                  <a:lumMod val="60000"/>
                  <a:lumOff val="40000"/>
                </a:schemeClr>
              </a:buClr>
              <a:buSzPct val="80000"/>
              <a:buFont typeface="Wingdings" panose="05000000000000000000" pitchFamily="2" charset="2"/>
              <a:buChar char="l"/>
              <a:defRPr/>
            </a:pPr>
            <a:r>
              <a:rPr kumimoji="0" lang="en-US" sz="22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If we know which keys will occur in advance we can write </a:t>
            </a:r>
            <a:r>
              <a:rPr kumimoji="0" lang="en-US" sz="2200" b="0" i="1"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perfect</a:t>
            </a:r>
            <a:r>
              <a:rPr kumimoji="0" lang="en-US" sz="22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 hash functions, but in many cases we don’t.</a:t>
            </a:r>
          </a:p>
        </p:txBody>
      </p:sp>
      <p:sp>
        <p:nvSpPr>
          <p:cNvPr id="12292" name="Footer Placeholder 4"/>
          <p:cNvSpPr txBox="1">
            <a:spLocks noGrp="1"/>
          </p:cNvSpPr>
          <p:nvPr/>
        </p:nvSpPr>
        <p:spPr>
          <a:xfrm>
            <a:off x="3124200" y="6356350"/>
            <a:ext cx="2895600" cy="36512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3"/>
          <p:cNvSpPr>
            <a:spLocks noGrp="1" noChangeArrowheads="1"/>
          </p:cNvSpPr>
          <p:nvPr>
            <p:ph idx="1"/>
          </p:nvPr>
        </p:nvSpPr>
        <p:spPr/>
        <p:txBody>
          <a:bodyPr vert="horz" wrap="square" lIns="91440" tIns="45720" rIns="91440" bIns="45720" numCol="1" anchor="t" anchorCtr="0" compatLnSpc="1"/>
          <a:lstStyle/>
          <a:p>
            <a:pPr marL="609600" marR="0" lvl="0" indent="-609600" algn="l" defTabSz="914400" rtl="0" eaLnBrk="1" fontAlgn="base" latinLnBrk="0" hangingPunct="1">
              <a:lnSpc>
                <a:spcPct val="100000"/>
              </a:lnSpc>
              <a:spcBef>
                <a:spcPct val="20000"/>
              </a:spcBef>
              <a:spcAft>
                <a:spcPct val="0"/>
              </a:spcAft>
              <a:buClr>
                <a:schemeClr val="tx2">
                  <a:lumMod val="60000"/>
                  <a:lumOff val="40000"/>
                </a:schemeClr>
              </a:buClr>
              <a:buSzPct val="80000"/>
              <a:buFontTx/>
              <a:buNone/>
              <a:defRPr/>
            </a:pPr>
            <a:r>
              <a:rPr kumimoji="0" lang="en-US" sz="22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Problems:</a:t>
            </a:r>
          </a:p>
          <a:p>
            <a:pPr marL="609600" marR="0" lvl="0" indent="-609600" algn="l" defTabSz="914400" rtl="0" eaLnBrk="1" fontAlgn="base" latinLnBrk="0" hangingPunct="1">
              <a:lnSpc>
                <a:spcPct val="100000"/>
              </a:lnSpc>
              <a:spcBef>
                <a:spcPct val="20000"/>
              </a:spcBef>
              <a:spcAft>
                <a:spcPct val="0"/>
              </a:spcAft>
              <a:buClr>
                <a:schemeClr val="tx2">
                  <a:lumMod val="60000"/>
                  <a:lumOff val="40000"/>
                </a:schemeClr>
              </a:buClr>
              <a:buSzPct val="80000"/>
              <a:buFont typeface="Wingdings" panose="05000000000000000000" pitchFamily="2" charset="2"/>
              <a:buChar char="l"/>
              <a:defRPr/>
            </a:pPr>
            <a:r>
              <a:rPr kumimoji="0" lang="en-US" sz="22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Keys may not be numeric.</a:t>
            </a:r>
          </a:p>
          <a:p>
            <a:pPr marL="609600" marR="0" lvl="0" indent="-609600" algn="l" defTabSz="914400" rtl="0" eaLnBrk="1" fontAlgn="base" latinLnBrk="0" hangingPunct="1">
              <a:lnSpc>
                <a:spcPct val="100000"/>
              </a:lnSpc>
              <a:spcBef>
                <a:spcPct val="20000"/>
              </a:spcBef>
              <a:spcAft>
                <a:spcPct val="0"/>
              </a:spcAft>
              <a:buClr>
                <a:schemeClr val="tx2">
                  <a:lumMod val="60000"/>
                  <a:lumOff val="40000"/>
                </a:schemeClr>
              </a:buClr>
              <a:buSzPct val="80000"/>
              <a:buFont typeface="Wingdings" panose="05000000000000000000" pitchFamily="2" charset="2"/>
              <a:buChar char="l"/>
              <a:defRPr/>
            </a:pPr>
            <a:r>
              <a:rPr kumimoji="0" lang="en-US" sz="22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Number of possible keys is much larger than the space available in table.</a:t>
            </a:r>
          </a:p>
          <a:p>
            <a:pPr marL="609600" marR="0" lvl="0" indent="-609600" algn="l" defTabSz="914400" rtl="0" eaLnBrk="1" fontAlgn="base" latinLnBrk="0" hangingPunct="1">
              <a:lnSpc>
                <a:spcPct val="100000"/>
              </a:lnSpc>
              <a:spcBef>
                <a:spcPct val="20000"/>
              </a:spcBef>
              <a:spcAft>
                <a:spcPct val="0"/>
              </a:spcAft>
              <a:buClr>
                <a:schemeClr val="tx2">
                  <a:lumMod val="60000"/>
                  <a:lumOff val="40000"/>
                </a:schemeClr>
              </a:buClr>
              <a:buSzPct val="80000"/>
              <a:buFont typeface="Wingdings" panose="05000000000000000000" pitchFamily="2" charset="2"/>
              <a:buChar char="l"/>
              <a:defRPr/>
            </a:pPr>
            <a:r>
              <a:rPr kumimoji="0" lang="en-US" sz="22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Different keys may map into same location</a:t>
            </a:r>
          </a:p>
          <a:p>
            <a:pPr marL="990600" marR="0" lvl="1" indent="-53340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en-US" sz="22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Hash function is not one-to-one =&gt; collision.</a:t>
            </a:r>
          </a:p>
          <a:p>
            <a:pPr marL="990600" marR="0" lvl="1" indent="-53340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en-US" sz="22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If there are too many collisions, the performance of the hash table will suffer dramatically.</a:t>
            </a:r>
          </a:p>
          <a:p>
            <a:pPr marL="990600" marR="0" lvl="1" indent="-533400" algn="l" defTabSz="914400" rtl="0" eaLnBrk="1" fontAlgn="base" latinLnBrk="0" hangingPunct="1">
              <a:lnSpc>
                <a:spcPct val="100000"/>
              </a:lnSpc>
              <a:spcBef>
                <a:spcPct val="20000"/>
              </a:spcBef>
              <a:spcAft>
                <a:spcPct val="0"/>
              </a:spcAft>
              <a:buClrTx/>
              <a:buSzTx/>
              <a:buFontTx/>
              <a:buNone/>
              <a:defRPr/>
            </a:pPr>
            <a:endParaRPr kumimoji="0" lang="en-US" sz="22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3315" name="Rectangle 2"/>
          <p:cNvSpPr>
            <a:spLocks noGrp="1"/>
          </p:cNvSpPr>
          <p:nvPr>
            <p:ph type="title"/>
          </p:nvPr>
        </p:nvSpPr>
        <p:spPr>
          <a:xfrm>
            <a:off x="457200" y="492125"/>
            <a:ext cx="8229600" cy="708025"/>
          </a:xfrm>
          <a:ln/>
        </p:spPr>
        <p:txBody>
          <a:bodyPr vert="horz" wrap="square" lIns="91440" tIns="45720" rIns="91440" bIns="45720" anchor="ctr" anchorCtr="0">
            <a:spAutoFit/>
          </a:bodyPr>
          <a:lstStyle/>
          <a:p>
            <a:pPr eaLnBrk="1" hangingPunct="1"/>
            <a:r>
              <a:rPr lang="en-US" altLang="en-US" sz="4000" b="1" kern="1200" dirty="0">
                <a:solidFill>
                  <a:srgbClr val="C00000"/>
                </a:solidFill>
                <a:latin typeface="Arial" panose="020B0604020202020204" pitchFamily="34" charset="0"/>
                <a:ea typeface="+mj-ea"/>
                <a:cs typeface="Arial" panose="020B0604020202020204" pitchFamily="34" charset="0"/>
              </a:rPr>
              <a:t>Hash Function - 2</a:t>
            </a:r>
            <a:endParaRPr lang="en-US" altLang="en-US" sz="4000" b="1" kern="1200" dirty="0">
              <a:solidFill>
                <a:srgbClr val="C00000"/>
              </a:solidFill>
              <a:latin typeface="Arial" panose="020B0604020202020204" pitchFamily="34" charset="0"/>
              <a:ea typeface="Arial" panose="020B0604020202020204" pitchFamily="34" charset="0"/>
              <a:cs typeface="+mj-cs"/>
            </a:endParaRPr>
          </a:p>
        </p:txBody>
      </p:sp>
      <p:sp>
        <p:nvSpPr>
          <p:cNvPr id="13316" name="Footer Placeholder 4"/>
          <p:cNvSpPr txBox="1">
            <a:spLocks noGrp="1"/>
          </p:cNvSpPr>
          <p:nvPr/>
        </p:nvSpPr>
        <p:spPr>
          <a:xfrm>
            <a:off x="3124200" y="6356350"/>
            <a:ext cx="2895600" cy="36512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2">
                  <a:lumMod val="60000"/>
                  <a:lumOff val="40000"/>
                </a:schemeClr>
              </a:buClr>
              <a:buSzPct val="80000"/>
              <a:buFont typeface="Wingdings" panose="05000000000000000000" pitchFamily="2" charset="2"/>
              <a:buChar char="l"/>
              <a:defRPr/>
            </a:pPr>
            <a:r>
              <a:rPr kumimoji="0" lang="en-US" sz="22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If the input keys are integers then simply </a:t>
            </a:r>
            <a:r>
              <a:rPr kumimoji="0" lang="en-US" sz="2200" b="0" i="1"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Key</a:t>
            </a:r>
            <a:r>
              <a:rPr kumimoji="0" lang="en-US" sz="22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 mod </a:t>
            </a:r>
            <a:r>
              <a:rPr kumimoji="0" lang="en-US" sz="2200" b="0" i="1" u="none" strike="noStrike" kern="1200" cap="none" spc="0" normalizeH="0" baseline="0" noProof="0" dirty="0" err="1">
                <a:ln>
                  <a:noFill/>
                </a:ln>
                <a:solidFill>
                  <a:schemeClr val="tx1"/>
                </a:solidFill>
                <a:effectLst/>
                <a:uLnTx/>
                <a:uFillTx/>
                <a:latin typeface="Arial" panose="020B0604020202020204" pitchFamily="34" charset="0"/>
                <a:ea typeface="+mn-ea"/>
                <a:cs typeface="Arial" panose="020B0604020202020204" pitchFamily="34" charset="0"/>
              </a:rPr>
              <a:t>TableSize</a:t>
            </a:r>
            <a:r>
              <a:rPr kumimoji="0" lang="en-US" sz="2200" b="0" i="1"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 </a:t>
            </a:r>
            <a:r>
              <a:rPr kumimoji="0" lang="en-US" sz="22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is a</a:t>
            </a:r>
            <a:r>
              <a:rPr kumimoji="0" lang="en-US" sz="2200" b="0" i="1"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 </a:t>
            </a:r>
            <a:r>
              <a:rPr kumimoji="0" lang="en-US" sz="22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general strategy.</a:t>
            </a:r>
          </a:p>
          <a:p>
            <a:pPr marL="742950" marR="0" lvl="1"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en-US" sz="22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Unless key happens to have some undesirable properties. (e.g. all keys end in 0 and we use mod 10)</a:t>
            </a:r>
          </a:p>
          <a:p>
            <a:pPr marL="342900" marR="0" lvl="0" indent="-342900" algn="l" defTabSz="914400" rtl="0" eaLnBrk="1" fontAlgn="base" latinLnBrk="0" hangingPunct="1">
              <a:lnSpc>
                <a:spcPct val="100000"/>
              </a:lnSpc>
              <a:spcBef>
                <a:spcPct val="20000"/>
              </a:spcBef>
              <a:spcAft>
                <a:spcPct val="0"/>
              </a:spcAft>
              <a:buClr>
                <a:schemeClr val="tx2">
                  <a:lumMod val="60000"/>
                  <a:lumOff val="40000"/>
                </a:schemeClr>
              </a:buClr>
              <a:buSzPct val="80000"/>
              <a:buFont typeface="Wingdings" panose="05000000000000000000" pitchFamily="2" charset="2"/>
              <a:buChar char="l"/>
              <a:defRPr/>
            </a:pPr>
            <a:r>
              <a:rPr kumimoji="0" lang="en-US" sz="22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If the keys are strings, hash function needs more care.  </a:t>
            </a:r>
          </a:p>
          <a:p>
            <a:pPr marL="742950" marR="0" lvl="1"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en-US" sz="22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First convert it into a numeric value.</a:t>
            </a:r>
          </a:p>
        </p:txBody>
      </p:sp>
      <p:sp>
        <p:nvSpPr>
          <p:cNvPr id="14339" name="Rectangle 2"/>
          <p:cNvSpPr>
            <a:spLocks noGrp="1"/>
          </p:cNvSpPr>
          <p:nvPr>
            <p:ph type="title"/>
          </p:nvPr>
        </p:nvSpPr>
        <p:spPr>
          <a:xfrm>
            <a:off x="457200" y="492125"/>
            <a:ext cx="8229600" cy="708025"/>
          </a:xfrm>
          <a:ln/>
        </p:spPr>
        <p:txBody>
          <a:bodyPr vert="horz" wrap="square" lIns="91440" tIns="45720" rIns="91440" bIns="45720" anchor="ctr" anchorCtr="0">
            <a:spAutoFit/>
          </a:bodyPr>
          <a:lstStyle/>
          <a:p>
            <a:pPr eaLnBrk="1" hangingPunct="1"/>
            <a:r>
              <a:rPr lang="en-US" altLang="en-US" sz="4000" b="1" kern="1200" dirty="0">
                <a:solidFill>
                  <a:srgbClr val="C00000"/>
                </a:solidFill>
                <a:latin typeface="Arial" panose="020B0604020202020204" pitchFamily="34" charset="0"/>
                <a:ea typeface="+mj-ea"/>
                <a:cs typeface="Arial" panose="020B0604020202020204" pitchFamily="34" charset="0"/>
              </a:rPr>
              <a:t>Hash Function - 3</a:t>
            </a:r>
            <a:endParaRPr lang="en-US" altLang="en-US" sz="4000" b="1" kern="1200" dirty="0">
              <a:solidFill>
                <a:srgbClr val="C00000"/>
              </a:solidFill>
              <a:latin typeface="Arial" panose="020B0604020202020204" pitchFamily="34" charset="0"/>
              <a:ea typeface="Arial" panose="020B0604020202020204" pitchFamily="34" charset="0"/>
              <a:cs typeface="+mj-cs"/>
            </a:endParaRPr>
          </a:p>
        </p:txBody>
      </p:sp>
      <p:sp>
        <p:nvSpPr>
          <p:cNvPr id="14340" name="Footer Placeholder 4"/>
          <p:cNvSpPr txBox="1">
            <a:spLocks noGrp="1"/>
          </p:cNvSpPr>
          <p:nvPr/>
        </p:nvSpPr>
        <p:spPr>
          <a:xfrm>
            <a:off x="3124200" y="6356350"/>
            <a:ext cx="2895600" cy="36512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15363" name="Title 1"/>
          <p:cNvSpPr>
            <a:spLocks noGrp="1"/>
          </p:cNvSpPr>
          <p:nvPr>
            <p:ph type="title"/>
          </p:nvPr>
        </p:nvSpPr>
        <p:spPr>
          <a:xfrm>
            <a:off x="457200" y="495300"/>
            <a:ext cx="8229600" cy="701675"/>
          </a:xfrm>
          <a:ln/>
        </p:spPr>
        <p:txBody>
          <a:bodyPr vert="horz" wrap="square" lIns="91440" tIns="45720" rIns="91440" bIns="45720" anchor="ctr" anchorCtr="0">
            <a:spAutoFit/>
          </a:bodyPr>
          <a:lstStyle/>
          <a:p>
            <a:pPr eaLnBrk="1" hangingPunct="1"/>
            <a:r>
              <a:rPr lang="en-US" altLang="en-US" sz="4000" b="1" dirty="0">
                <a:solidFill>
                  <a:srgbClr val="CC3300"/>
                </a:solidFill>
              </a:rPr>
              <a:t>Hash table example - 2</a:t>
            </a:r>
          </a:p>
        </p:txBody>
      </p:sp>
      <p:sp>
        <p:nvSpPr>
          <p:cNvPr id="15364" name="Content Placeholder 6"/>
          <p:cNvSpPr>
            <a:spLocks noGrp="1"/>
          </p:cNvSpPr>
          <p:nvPr>
            <p:ph sz="quarter" idx="4294967295"/>
          </p:nvPr>
        </p:nvSpPr>
        <p:spPr>
          <a:xfrm>
            <a:off x="609600" y="1589088"/>
            <a:ext cx="4114796" cy="3668697"/>
          </a:xfrm>
          <a:ln/>
        </p:spPr>
        <p:txBody>
          <a:bodyPr vert="horz" wrap="square" lIns="91440" tIns="45720" rIns="91440" bIns="45720" anchor="t" anchorCtr="0">
            <a:spAutoFit/>
          </a:bodyPr>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319405" lvl="0" indent="-319405" eaLnBrk="1" hangingPunct="1">
              <a:lnSpc>
                <a:spcPct val="90000"/>
              </a:lnSpc>
            </a:pPr>
            <a:r>
              <a:rPr lang="en-US" altLang="en-US" sz="2800" dirty="0"/>
              <a:t>We design a hash table for a map storing entries as (ID, Name), where ID is a nine-digit positive integer</a:t>
            </a:r>
          </a:p>
          <a:p>
            <a:pPr marL="319405" lvl="0" indent="-319405" eaLnBrk="1" hangingPunct="1">
              <a:lnSpc>
                <a:spcPct val="90000"/>
              </a:lnSpc>
            </a:pPr>
            <a:r>
              <a:rPr lang="en-US" altLang="en-US" sz="2800" dirty="0"/>
              <a:t>Our </a:t>
            </a:r>
            <a:r>
              <a:rPr lang="en-US" altLang="en-US" sz="2800" b="1" i="1" dirty="0"/>
              <a:t>hash table</a:t>
            </a:r>
            <a:r>
              <a:rPr lang="en-US" altLang="en-US" sz="2800" dirty="0"/>
              <a:t> uses an array of </a:t>
            </a:r>
            <a:r>
              <a:rPr lang="en-US" altLang="en-US" sz="2800" b="1" dirty="0"/>
              <a:t>size N = 10,000 </a:t>
            </a:r>
            <a:r>
              <a:rPr lang="en-US" altLang="en-US" sz="2800" dirty="0"/>
              <a:t>and the </a:t>
            </a:r>
            <a:r>
              <a:rPr lang="en-US" altLang="en-US" sz="2800" dirty="0">
                <a:solidFill>
                  <a:srgbClr val="00B050"/>
                </a:solidFill>
              </a:rPr>
              <a:t>hash function h(x) = last four digits of x</a:t>
            </a:r>
          </a:p>
        </p:txBody>
      </p:sp>
      <p:sp>
        <p:nvSpPr>
          <p:cNvPr id="15365"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10</a:t>
            </a:fld>
            <a:endParaRPr lang="en-US" altLang="zh-CN" sz="1200" b="1" dirty="0">
              <a:solidFill>
                <a:srgbClr val="FFFFFF"/>
              </a:solidFill>
              <a:latin typeface="Arial" panose="020B0604020202020204" pitchFamily="34" charset="0"/>
              <a:ea typeface="SimSun" panose="02010600030101010101" pitchFamily="2" charset="-122"/>
            </a:endParaRPr>
          </a:p>
        </p:txBody>
      </p:sp>
      <p:pic>
        <p:nvPicPr>
          <p:cNvPr id="15366" name="Picture 2"/>
          <p:cNvPicPr>
            <a:picLocks noChangeAspect="1"/>
          </p:cNvPicPr>
          <p:nvPr/>
        </p:nvPicPr>
        <p:blipFill>
          <a:blip r:embed="rId3"/>
          <a:stretch>
            <a:fillRect/>
          </a:stretch>
        </p:blipFill>
        <p:spPr>
          <a:xfrm>
            <a:off x="4876800" y="1600200"/>
            <a:ext cx="3786188" cy="3581400"/>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17411" name="Rectangle 2"/>
          <p:cNvSpPr>
            <a:spLocks noGrp="1"/>
          </p:cNvSpPr>
          <p:nvPr>
            <p:ph type="title"/>
          </p:nvPr>
        </p:nvSpPr>
        <p:spPr>
          <a:xfrm>
            <a:off x="457200" y="495300"/>
            <a:ext cx="8229600" cy="701675"/>
          </a:xfrm>
          <a:ln/>
        </p:spPr>
        <p:txBody>
          <a:bodyPr vert="horz" wrap="square" lIns="91440" tIns="45720" rIns="91440" bIns="45720" anchor="ctr" anchorCtr="0">
            <a:spAutoFit/>
          </a:bodyPr>
          <a:lstStyle/>
          <a:p>
            <a:pPr>
              <a:buNone/>
            </a:pPr>
            <a:r>
              <a:rPr lang="en-US" altLang="zh-TW" sz="4000" b="1" kern="1200" dirty="0">
                <a:solidFill>
                  <a:srgbClr val="CC3300"/>
                </a:solidFill>
                <a:latin typeface="+mj-lt"/>
                <a:ea typeface="PMingLiU" pitchFamily="18" charset="-120"/>
                <a:cs typeface="+mj-cs"/>
              </a:rPr>
              <a:t>How to select Hash Functions?</a:t>
            </a:r>
          </a:p>
        </p:txBody>
      </p:sp>
      <p:sp>
        <p:nvSpPr>
          <p:cNvPr id="15365" name="Rectangle 3"/>
          <p:cNvSpPr>
            <a:spLocks noGrp="1"/>
          </p:cNvSpPr>
          <p:nvPr>
            <p:ph idx="1"/>
          </p:nvPr>
        </p:nvSpPr>
        <p:spPr>
          <a:xfrm>
            <a:off x="455613" y="1371600"/>
            <a:ext cx="8226425" cy="4394200"/>
          </a:xfrm>
        </p:spPr>
        <p:txBody>
          <a:bodyPr vert="horz" wrap="square" lIns="91440" tIns="45720" rIns="91440" bIns="45720" numCol="1" anchor="t" anchorCtr="0" compatLnSpc="1">
            <a:spAutoFit/>
          </a:bodyPr>
          <a:lstStyle/>
          <a:p>
            <a:pPr marL="342900" marR="0" lvl="0" indent="-342900" algn="l" defTabSz="914400" rtl="0" eaLnBrk="0" fontAlgn="base" latinLnBrk="0" hangingPunct="0">
              <a:lnSpc>
                <a:spcPct val="110000"/>
              </a:lnSpc>
              <a:spcBef>
                <a:spcPct val="20000"/>
              </a:spcBef>
              <a:spcAft>
                <a:spcPct val="0"/>
              </a:spcAft>
              <a:buClr>
                <a:schemeClr val="tx2">
                  <a:lumMod val="60000"/>
                  <a:lumOff val="40000"/>
                </a:schemeClr>
              </a:buClr>
              <a:buSzPct val="80000"/>
              <a:buFont typeface="Arial" panose="020B0604020202020204" pitchFamily="34" charset="0"/>
              <a:buChar char="•"/>
              <a:defRPr/>
            </a:pPr>
            <a:r>
              <a:rPr kumimoji="0" lang="en-US" altLang="zh-TW" sz="3000" b="0" i="0" u="none" strike="noStrike" kern="1200" cap="none" spc="0" normalizeH="0" baseline="0" noProof="1">
                <a:ln>
                  <a:noFill/>
                </a:ln>
                <a:solidFill>
                  <a:schemeClr val="tx1"/>
                </a:solidFill>
                <a:effectLst/>
                <a:uLnTx/>
                <a:uFillTx/>
                <a:latin typeface="+mn-lt"/>
                <a:ea typeface="+mn-ea"/>
                <a:cs typeface="+mn-cs"/>
              </a:rPr>
              <a:t>We want a hash function that is easy to compute and that </a:t>
            </a:r>
            <a:r>
              <a:rPr kumimoji="0" lang="en-US" altLang="zh-TW" sz="3000" b="0" i="0" u="none" strike="noStrike" kern="1200" cap="none" spc="0" normalizeH="0" baseline="0" noProof="1">
                <a:ln>
                  <a:noFill/>
                </a:ln>
                <a:solidFill>
                  <a:srgbClr val="00B050"/>
                </a:solidFill>
                <a:effectLst/>
                <a:uLnTx/>
                <a:uFillTx/>
                <a:latin typeface="+mn-lt"/>
                <a:ea typeface="+mn-ea"/>
                <a:cs typeface="+mn-cs"/>
              </a:rPr>
              <a:t>minimizes the number of collisions</a:t>
            </a:r>
            <a:r>
              <a:rPr kumimoji="0" lang="en-US" altLang="zh-TW" sz="3000" b="0" i="0" u="none" strike="noStrike" kern="1200" cap="none" spc="0" normalizeH="0" baseline="0" noProof="1">
                <a:ln>
                  <a:noFill/>
                </a:ln>
                <a:solidFill>
                  <a:schemeClr val="tx1"/>
                </a:solidFill>
                <a:effectLst/>
                <a:uLnTx/>
                <a:uFillTx/>
                <a:latin typeface="+mn-lt"/>
                <a:ea typeface="+mn-ea"/>
                <a:cs typeface="+mn-cs"/>
              </a:rPr>
              <a:t>.</a:t>
            </a:r>
          </a:p>
          <a:p>
            <a:pPr marL="342900" marR="0" lvl="0" indent="-342900" algn="l" defTabSz="914400" rtl="0" eaLnBrk="0" fontAlgn="base" latinLnBrk="0" hangingPunct="0">
              <a:lnSpc>
                <a:spcPct val="110000"/>
              </a:lnSpc>
              <a:spcBef>
                <a:spcPct val="20000"/>
              </a:spcBef>
              <a:spcAft>
                <a:spcPct val="0"/>
              </a:spcAft>
              <a:buClr>
                <a:schemeClr val="tx2">
                  <a:lumMod val="60000"/>
                  <a:lumOff val="40000"/>
                </a:schemeClr>
              </a:buClr>
              <a:buSzPct val="80000"/>
              <a:buFont typeface="Arial" panose="020B0604020202020204" pitchFamily="34" charset="0"/>
              <a:buChar char="•"/>
              <a:defRPr/>
            </a:pPr>
            <a:r>
              <a:rPr kumimoji="0" lang="en-US" altLang="zh-TW" sz="3000" b="0" i="0" u="none" strike="noStrike" kern="1200" cap="none" spc="0" normalizeH="0" baseline="0" noProof="1">
                <a:ln>
                  <a:noFill/>
                </a:ln>
                <a:solidFill>
                  <a:schemeClr val="tx1"/>
                </a:solidFill>
                <a:effectLst/>
                <a:uLnTx/>
                <a:uFillTx/>
                <a:latin typeface="+mn-lt"/>
                <a:ea typeface="+mn-ea"/>
                <a:cs typeface="+mn-cs"/>
              </a:rPr>
              <a:t>Hashing functions should be </a:t>
            </a:r>
            <a:r>
              <a:rPr kumimoji="0" lang="en-US" altLang="zh-TW" sz="3000" b="0" i="0" u="none" strike="noStrike" kern="1200" cap="none" spc="0" normalizeH="0" baseline="0" noProof="1">
                <a:ln>
                  <a:noFill/>
                </a:ln>
                <a:solidFill>
                  <a:srgbClr val="00B050"/>
                </a:solidFill>
                <a:effectLst/>
                <a:uLnTx/>
                <a:uFillTx/>
                <a:latin typeface="+mn-lt"/>
                <a:ea typeface="+mn-ea"/>
                <a:cs typeface="+mn-cs"/>
              </a:rPr>
              <a:t>unbiased</a:t>
            </a:r>
            <a:r>
              <a:rPr kumimoji="0" lang="en-US" altLang="zh-TW" sz="3000" b="0" i="0" u="none" strike="noStrike" kern="1200" cap="none" spc="0" normalizeH="0" baseline="0" noProof="1">
                <a:ln>
                  <a:noFill/>
                </a:ln>
                <a:solidFill>
                  <a:schemeClr val="tx1"/>
                </a:solidFill>
                <a:effectLst/>
                <a:uLnTx/>
                <a:uFillTx/>
                <a:latin typeface="+mn-lt"/>
                <a:ea typeface="+mn-ea"/>
                <a:cs typeface="+mn-cs"/>
              </a:rPr>
              <a:t>.</a:t>
            </a:r>
          </a:p>
          <a:p>
            <a:pPr marL="742950" marR="0" lvl="1" indent="-285750" algn="l" defTabSz="914400" rtl="0" eaLnBrk="0" fontAlgn="base" latinLnBrk="0" hangingPunct="0">
              <a:lnSpc>
                <a:spcPct val="110000"/>
              </a:lnSpc>
              <a:spcBef>
                <a:spcPct val="20000"/>
              </a:spcBef>
              <a:spcAft>
                <a:spcPct val="0"/>
              </a:spcAft>
              <a:buClrTx/>
              <a:buSzTx/>
              <a:buFont typeface="Arial" panose="020B0604020202020204" pitchFamily="34" charset="0"/>
              <a:buChar char="–"/>
              <a:defRPr/>
            </a:pPr>
            <a:r>
              <a:rPr kumimoji="0" lang="en-US" altLang="zh-TW" sz="3000" b="0" i="0" u="none" strike="noStrike" kern="1200" cap="none" spc="0" normalizeH="0" baseline="0" noProof="1">
                <a:ln>
                  <a:noFill/>
                </a:ln>
                <a:solidFill>
                  <a:schemeClr val="tx1"/>
                </a:solidFill>
                <a:effectLst/>
                <a:uLnTx/>
                <a:uFillTx/>
                <a:latin typeface="+mn-lt"/>
                <a:ea typeface="+mn-ea"/>
                <a:cs typeface="+mn-cs"/>
              </a:rPr>
              <a:t>That is, if we randomly choose a key, </a:t>
            </a:r>
            <a:r>
              <a:rPr kumimoji="0" lang="en-US" altLang="zh-TW" sz="3000" b="0" i="1" u="none" strike="noStrike" kern="1200" cap="none" spc="0" normalizeH="0" baseline="0" noProof="1">
                <a:ln>
                  <a:noFill/>
                </a:ln>
                <a:solidFill>
                  <a:schemeClr val="tx1"/>
                </a:solidFill>
                <a:effectLst/>
                <a:uLnTx/>
                <a:uFillTx/>
                <a:latin typeface="+mn-lt"/>
                <a:ea typeface="+mn-ea"/>
                <a:cs typeface="+mn-cs"/>
              </a:rPr>
              <a:t>x</a:t>
            </a:r>
            <a:r>
              <a:rPr kumimoji="0" lang="en-US" altLang="zh-TW" sz="3000" b="0" i="0" u="none" strike="noStrike" kern="1200" cap="none" spc="0" normalizeH="0" baseline="0" noProof="1">
                <a:ln>
                  <a:noFill/>
                </a:ln>
                <a:solidFill>
                  <a:schemeClr val="tx1"/>
                </a:solidFill>
                <a:effectLst/>
                <a:uLnTx/>
                <a:uFillTx/>
                <a:latin typeface="+mn-lt"/>
                <a:ea typeface="+mn-ea"/>
                <a:cs typeface="+mn-cs"/>
              </a:rPr>
              <a:t>, from the key space, the probability that </a:t>
            </a:r>
            <a:r>
              <a:rPr kumimoji="0" lang="en-US" altLang="zh-TW" sz="3000" b="0" i="1" u="none" strike="noStrike" kern="1200" cap="none" spc="0" normalizeH="0" baseline="0" noProof="1">
                <a:ln>
                  <a:noFill/>
                </a:ln>
                <a:solidFill>
                  <a:schemeClr val="tx1"/>
                </a:solidFill>
                <a:effectLst/>
                <a:uLnTx/>
                <a:uFillTx/>
                <a:latin typeface="+mn-lt"/>
                <a:ea typeface="+mn-ea"/>
                <a:cs typeface="+mn-cs"/>
              </a:rPr>
              <a:t>f</a:t>
            </a:r>
            <a:r>
              <a:rPr kumimoji="0" lang="en-US" altLang="zh-TW" sz="3000" b="0" i="0" u="none" strike="noStrike" kern="1200" cap="none" spc="0" normalizeH="0" baseline="0" noProof="1">
                <a:ln>
                  <a:noFill/>
                </a:ln>
                <a:solidFill>
                  <a:schemeClr val="tx1"/>
                </a:solidFill>
                <a:effectLst/>
                <a:uLnTx/>
                <a:uFillTx/>
                <a:latin typeface="+mn-lt"/>
                <a:ea typeface="+mn-ea"/>
                <a:cs typeface="+mn-cs"/>
              </a:rPr>
              <a:t>(</a:t>
            </a:r>
            <a:r>
              <a:rPr kumimoji="0" lang="en-US" altLang="zh-TW" sz="3000" b="0" i="1" u="none" strike="noStrike" kern="1200" cap="none" spc="0" normalizeH="0" baseline="0" noProof="1">
                <a:ln>
                  <a:noFill/>
                </a:ln>
                <a:solidFill>
                  <a:schemeClr val="tx1"/>
                </a:solidFill>
                <a:effectLst/>
                <a:uLnTx/>
                <a:uFillTx/>
                <a:latin typeface="+mn-lt"/>
                <a:ea typeface="+mn-ea"/>
                <a:cs typeface="+mn-cs"/>
              </a:rPr>
              <a:t>x</a:t>
            </a:r>
            <a:r>
              <a:rPr kumimoji="0" lang="en-US" altLang="zh-TW" sz="3000" b="0" i="0" u="none" strike="noStrike" kern="1200" cap="none" spc="0" normalizeH="0" baseline="0" noProof="1">
                <a:ln>
                  <a:noFill/>
                </a:ln>
                <a:solidFill>
                  <a:schemeClr val="tx1"/>
                </a:solidFill>
                <a:effectLst/>
                <a:uLnTx/>
                <a:uFillTx/>
                <a:latin typeface="+mn-lt"/>
                <a:ea typeface="+mn-ea"/>
                <a:cs typeface="+mn-cs"/>
              </a:rPr>
              <a:t>) = i  is  1/M, where M is the size of the hash table.</a:t>
            </a:r>
          </a:p>
          <a:p>
            <a:pPr marL="742950" marR="0" lvl="1" indent="-285750" algn="l" defTabSz="914400" rtl="0" eaLnBrk="0" fontAlgn="base" latinLnBrk="0" hangingPunct="0">
              <a:lnSpc>
                <a:spcPct val="110000"/>
              </a:lnSpc>
              <a:spcBef>
                <a:spcPct val="20000"/>
              </a:spcBef>
              <a:spcAft>
                <a:spcPct val="0"/>
              </a:spcAft>
              <a:buClrTx/>
              <a:buSzTx/>
              <a:buFont typeface="Arial" panose="020B0604020202020204" pitchFamily="34" charset="0"/>
              <a:buChar char="–"/>
              <a:defRPr/>
            </a:pPr>
            <a:r>
              <a:rPr kumimoji="0" lang="en-US" altLang="zh-TW" sz="3000" b="0" i="0" u="none" strike="noStrike" kern="1200" cap="none" spc="0" normalizeH="0" baseline="0" noProof="1">
                <a:ln>
                  <a:noFill/>
                </a:ln>
                <a:solidFill>
                  <a:schemeClr val="tx1"/>
                </a:solidFill>
                <a:effectLst/>
                <a:uLnTx/>
                <a:uFillTx/>
                <a:latin typeface="+mn-lt"/>
                <a:ea typeface="+mn-ea"/>
                <a:cs typeface="+mn-cs"/>
              </a:rPr>
              <a:t>We call a hash function that satisfies</a:t>
            </a:r>
            <a:r>
              <a:rPr kumimoji="0" lang="en-US" altLang="zh-TW" sz="3000" b="0" i="0" u="none" strike="noStrike" kern="1200" cap="none" spc="0" normalizeH="0" baseline="0" noProof="1">
                <a:ln>
                  <a:noFill/>
                </a:ln>
                <a:solidFill>
                  <a:schemeClr val="tx2"/>
                </a:solidFill>
                <a:effectLst/>
                <a:uLnTx/>
                <a:uFillTx/>
                <a:latin typeface="+mn-lt"/>
                <a:ea typeface="+mn-ea"/>
                <a:cs typeface="+mn-cs"/>
              </a:rPr>
              <a:t> unbiased property</a:t>
            </a:r>
            <a:r>
              <a:rPr kumimoji="0" lang="en-US" altLang="zh-TW" sz="3000" b="0" i="0" u="none" strike="noStrike" kern="1200" cap="none" spc="0" normalizeH="0" baseline="0" noProof="1">
                <a:ln>
                  <a:noFill/>
                </a:ln>
                <a:solidFill>
                  <a:schemeClr val="tx1"/>
                </a:solidFill>
                <a:effectLst/>
                <a:uLnTx/>
                <a:uFillTx/>
                <a:latin typeface="+mn-lt"/>
                <a:ea typeface="+mn-ea"/>
                <a:cs typeface="+mn-cs"/>
              </a:rPr>
              <a:t> a </a:t>
            </a:r>
            <a:r>
              <a:rPr kumimoji="0" lang="en-US" altLang="zh-TW" sz="3000" b="0" i="1" u="none" strike="noStrike" kern="1200" cap="none" spc="0" normalizeH="0" baseline="0" noProof="1">
                <a:ln>
                  <a:noFill/>
                </a:ln>
                <a:solidFill>
                  <a:srgbClr val="CE0000"/>
                </a:solidFill>
                <a:effectLst/>
                <a:uLnTx/>
                <a:uFillTx/>
                <a:latin typeface="+mn-lt"/>
                <a:ea typeface="+mn-ea"/>
                <a:cs typeface="+mn-cs"/>
              </a:rPr>
              <a:t>uniform hash function</a:t>
            </a:r>
            <a:r>
              <a:rPr kumimoji="0" lang="en-US" altLang="zh-TW" sz="3000" b="0" i="0" u="none" strike="noStrike" kern="1200" cap="none" spc="0" normalizeH="0" baseline="0" noProof="1">
                <a:ln>
                  <a:noFill/>
                </a:ln>
                <a:solidFill>
                  <a:srgbClr val="CE0000"/>
                </a:solidFill>
                <a:effectLst/>
                <a:uLnTx/>
                <a:uFillTx/>
                <a:latin typeface="+mn-lt"/>
                <a:ea typeface="+mn-ea"/>
                <a:cs typeface="+mn-cs"/>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12</a:t>
            </a:fld>
            <a:r>
              <a:rPr lang="en-US" altLang="en-US" sz="1200" dirty="0">
                <a:solidFill>
                  <a:srgbClr val="898989"/>
                </a:solidFill>
                <a:latin typeface="Arial" panose="020B0604020202020204" pitchFamily="34" charset="0"/>
              </a:rPr>
              <a:t>/40</a:t>
            </a:r>
          </a:p>
        </p:txBody>
      </p:sp>
      <p:sp>
        <p:nvSpPr>
          <p:cNvPr id="107522" name="Text Placeholder 107521"/>
          <p:cNvSpPr>
            <a:spLocks noGrp="1"/>
          </p:cNvSpPr>
          <p:nvPr>
            <p:ph idx="1"/>
          </p:nvPr>
        </p:nvSpPr>
        <p:spPr>
          <a:xfrm>
            <a:off x="457200" y="603250"/>
            <a:ext cx="8453438" cy="6118225"/>
          </a:xfrm>
        </p:spPr>
        <p:txBody>
          <a:bodyPr vert="horz" wrap="square" lIns="91440" tIns="45720" rIns="91440" bIns="45720" numCol="1" anchor="t" anchorCtr="0" compatLnSpc="1">
            <a:spAutoFit/>
          </a:bodyPr>
          <a:lstStyle/>
          <a:p>
            <a:pPr marL="342900" marR="0" lvl="0" indent="-342900" algn="l" defTabSz="914400" rtl="0" eaLnBrk="0" fontAlgn="base" latinLnBrk="0" hangingPunct="0">
              <a:lnSpc>
                <a:spcPct val="100000"/>
              </a:lnSpc>
              <a:spcBef>
                <a:spcPct val="20000"/>
              </a:spcBef>
              <a:spcAft>
                <a:spcPct val="0"/>
              </a:spcAft>
              <a:buClr>
                <a:schemeClr val="tx2">
                  <a:lumMod val="60000"/>
                  <a:lumOff val="40000"/>
                </a:schemeClr>
              </a:buClr>
              <a:buSzPct val="80000"/>
              <a:buFont typeface="Arial" panose="020B0604020202020204" pitchFamily="34" charset="0"/>
              <a:buChar char="•"/>
              <a:defRPr/>
            </a:pPr>
            <a:r>
              <a:rPr kumimoji="0" lang="en-US" altLang="zh-TW" sz="2200" b="1" i="0" u="none" strike="noStrike" kern="1200" cap="none" spc="0" normalizeH="0" baseline="0" noProof="1">
                <a:ln>
                  <a:noFill/>
                </a:ln>
                <a:solidFill>
                  <a:srgbClr val="00B050"/>
                </a:solidFill>
                <a:effectLst/>
                <a:uLnTx/>
                <a:uFillTx/>
                <a:latin typeface="+mn-lt"/>
                <a:ea typeface="+mn-ea"/>
                <a:cs typeface="+mn-cs"/>
              </a:rPr>
              <a:t>Division </a:t>
            </a:r>
            <a:r>
              <a:rPr kumimoji="0" lang="en-US" altLang="zh-TW" sz="2200" b="1" i="1" u="none" strike="noStrike" kern="1200" cap="none" spc="0" normalizeH="0" baseline="0" noProof="1">
                <a:ln>
                  <a:noFill/>
                </a:ln>
                <a:solidFill>
                  <a:srgbClr val="00B050"/>
                </a:solidFill>
                <a:effectLst/>
                <a:uLnTx/>
                <a:uFillTx/>
                <a:latin typeface="+mn-lt"/>
                <a:ea typeface="+mn-ea"/>
                <a:cs typeface="+mn-cs"/>
              </a:rPr>
              <a:t>h</a:t>
            </a:r>
            <a:r>
              <a:rPr kumimoji="0" lang="en-US" altLang="zh-TW" sz="2200" b="1" i="1" u="none" strike="noStrike" kern="1200" cap="none" spc="0" normalizeH="0" baseline="-25000" noProof="1">
                <a:ln>
                  <a:noFill/>
                </a:ln>
                <a:solidFill>
                  <a:srgbClr val="00B050"/>
                </a:solidFill>
                <a:effectLst/>
                <a:uLnTx/>
                <a:uFillTx/>
                <a:latin typeface="+mn-lt"/>
                <a:ea typeface="+mn-ea"/>
                <a:cs typeface="+mn-cs"/>
              </a:rPr>
              <a:t>D</a:t>
            </a:r>
            <a:r>
              <a:rPr kumimoji="0" lang="en-US" altLang="zh-TW" sz="2200" b="1" i="0" u="none" strike="noStrike" kern="1200" cap="none" spc="0" normalizeH="0" baseline="0" noProof="1">
                <a:ln>
                  <a:noFill/>
                </a:ln>
                <a:solidFill>
                  <a:srgbClr val="00B050"/>
                </a:solidFill>
                <a:effectLst/>
                <a:uLnTx/>
                <a:uFillTx/>
                <a:latin typeface="+mn-lt"/>
                <a:ea typeface="+mn-ea"/>
                <a:cs typeface="+mn-cs"/>
              </a:rPr>
              <a:t>(</a:t>
            </a:r>
            <a:r>
              <a:rPr kumimoji="0" lang="en-US" altLang="zh-TW" sz="2200" b="1" i="1" u="none" strike="noStrike" kern="1200" cap="none" spc="0" normalizeH="0" baseline="0" noProof="1">
                <a:ln>
                  <a:noFill/>
                </a:ln>
                <a:solidFill>
                  <a:srgbClr val="00B050"/>
                </a:solidFill>
                <a:effectLst/>
                <a:uLnTx/>
                <a:uFillTx/>
                <a:latin typeface="+mn-lt"/>
                <a:ea typeface="+mn-ea"/>
                <a:cs typeface="+mn-cs"/>
              </a:rPr>
              <a:t>x</a:t>
            </a:r>
            <a:r>
              <a:rPr kumimoji="0" lang="en-US" altLang="zh-TW" sz="2200" b="1" i="0" u="none" strike="noStrike" kern="1200" cap="none" spc="0" normalizeH="0" baseline="0" noProof="1">
                <a:ln>
                  <a:noFill/>
                </a:ln>
                <a:solidFill>
                  <a:srgbClr val="00B050"/>
                </a:solidFill>
                <a:effectLst/>
                <a:uLnTx/>
                <a:uFillTx/>
                <a:latin typeface="+mn-lt"/>
                <a:ea typeface="+mn-ea"/>
                <a:cs typeface="+mn-cs"/>
              </a:rPr>
              <a:t>) = </a:t>
            </a:r>
            <a:r>
              <a:rPr kumimoji="0" lang="en-US" altLang="zh-TW" sz="2200" b="1" i="1" u="none" strike="noStrike" kern="1200" cap="none" spc="0" normalizeH="0" baseline="0" noProof="1">
                <a:ln>
                  <a:noFill/>
                </a:ln>
                <a:solidFill>
                  <a:srgbClr val="00B050"/>
                </a:solidFill>
                <a:effectLst/>
                <a:uLnTx/>
                <a:uFillTx/>
                <a:latin typeface="+mn-lt"/>
                <a:ea typeface="+mn-ea"/>
                <a:cs typeface="+mn-cs"/>
              </a:rPr>
              <a:t>x</a:t>
            </a:r>
            <a:r>
              <a:rPr kumimoji="0" lang="en-US" altLang="zh-TW" sz="2200" b="1" i="0" u="none" strike="noStrike" kern="1200" cap="none" spc="0" normalizeH="0" baseline="0" noProof="1">
                <a:ln>
                  <a:noFill/>
                </a:ln>
                <a:solidFill>
                  <a:srgbClr val="00B050"/>
                </a:solidFill>
                <a:effectLst/>
                <a:uLnTx/>
                <a:uFillTx/>
                <a:latin typeface="+mn-lt"/>
                <a:ea typeface="+mn-ea"/>
                <a:cs typeface="+mn-cs"/>
              </a:rPr>
              <a:t> % </a:t>
            </a:r>
            <a:r>
              <a:rPr kumimoji="0" lang="en-US" altLang="zh-TW" sz="2200" b="1" i="1" u="none" strike="noStrike" kern="1200" cap="none" spc="0" normalizeH="0" baseline="0" noProof="1">
                <a:ln>
                  <a:noFill/>
                </a:ln>
                <a:solidFill>
                  <a:srgbClr val="00B050"/>
                </a:solidFill>
                <a:effectLst/>
                <a:uLnTx/>
                <a:uFillTx/>
                <a:latin typeface="+mn-lt"/>
                <a:ea typeface="+mn-ea"/>
                <a:cs typeface="+mn-cs"/>
              </a:rPr>
              <a:t>M </a:t>
            </a:r>
            <a:r>
              <a:rPr kumimoji="0" lang="en-US" altLang="zh-TW" sz="2200" b="1" i="0" u="none" strike="noStrike" kern="1200" cap="none" spc="0" normalizeH="0" baseline="0" noProof="1">
                <a:ln>
                  <a:noFill/>
                </a:ln>
                <a:solidFill>
                  <a:srgbClr val="00B050"/>
                </a:solidFill>
                <a:effectLst/>
                <a:uLnTx/>
                <a:uFillTx/>
                <a:latin typeface="+mn-lt"/>
                <a:ea typeface="+mn-ea"/>
                <a:cs typeface="+mn-cs"/>
              </a:rPr>
              <a:t>:</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zh-TW" sz="2200" b="0" i="0" u="none" strike="noStrike" kern="1200" cap="none" spc="0" normalizeH="0" baseline="0" noProof="1">
                <a:ln>
                  <a:noFill/>
                </a:ln>
                <a:solidFill>
                  <a:schemeClr val="tx1"/>
                </a:solidFill>
                <a:effectLst/>
                <a:uLnTx/>
                <a:uFillTx/>
                <a:latin typeface="+mn-lt"/>
                <a:ea typeface="+mn-ea"/>
                <a:cs typeface="+mn-cs"/>
              </a:rPr>
              <a:t>Using the modulus (%) operator.</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zh-TW" sz="2200" b="0" i="0" u="none" strike="noStrike" kern="1200" cap="none" spc="0" normalizeH="0" baseline="0" noProof="1">
                <a:ln>
                  <a:noFill/>
                </a:ln>
                <a:solidFill>
                  <a:schemeClr val="tx1"/>
                </a:solidFill>
                <a:effectLst/>
                <a:uLnTx/>
                <a:uFillTx/>
                <a:latin typeface="+mn-lt"/>
                <a:ea typeface="+mn-ea"/>
                <a:cs typeface="+mn-cs"/>
              </a:rPr>
              <a:t>We divide the key </a:t>
            </a:r>
            <a:r>
              <a:rPr kumimoji="0" lang="en-US" altLang="zh-TW" sz="2200" b="0" i="1" u="none" strike="noStrike" kern="1200" cap="none" spc="0" normalizeH="0" baseline="0" noProof="1">
                <a:ln>
                  <a:noFill/>
                </a:ln>
                <a:solidFill>
                  <a:schemeClr val="tx1"/>
                </a:solidFill>
                <a:effectLst/>
                <a:uLnTx/>
                <a:uFillTx/>
                <a:latin typeface="+mn-lt"/>
                <a:ea typeface="+mn-ea"/>
                <a:cs typeface="+mn-cs"/>
              </a:rPr>
              <a:t>x</a:t>
            </a:r>
            <a:r>
              <a:rPr kumimoji="0" lang="en-US" altLang="zh-TW" sz="2200" b="0" i="0" u="none" strike="noStrike" kern="1200" cap="none" spc="0" normalizeH="0" baseline="0" noProof="1">
                <a:ln>
                  <a:noFill/>
                </a:ln>
                <a:solidFill>
                  <a:schemeClr val="tx1"/>
                </a:solidFill>
                <a:effectLst/>
                <a:uLnTx/>
                <a:uFillTx/>
                <a:latin typeface="+mn-lt"/>
                <a:ea typeface="+mn-ea"/>
                <a:cs typeface="+mn-cs"/>
              </a:rPr>
              <a:t> by some number </a:t>
            </a:r>
            <a:r>
              <a:rPr kumimoji="0" lang="en-US" altLang="zh-TW" sz="2200" b="0" i="1" u="none" strike="noStrike" kern="1200" cap="none" spc="0" normalizeH="0" baseline="0" noProof="1">
                <a:ln>
                  <a:noFill/>
                </a:ln>
                <a:solidFill>
                  <a:schemeClr val="tx1"/>
                </a:solidFill>
                <a:effectLst/>
                <a:uLnTx/>
                <a:uFillTx/>
                <a:latin typeface="+mn-lt"/>
                <a:ea typeface="+mn-ea"/>
                <a:cs typeface="+mn-cs"/>
              </a:rPr>
              <a:t>M</a:t>
            </a:r>
            <a:r>
              <a:rPr kumimoji="0" lang="en-US" altLang="zh-TW" sz="2200" b="0" i="0" u="none" strike="noStrike" kern="1200" cap="none" spc="0" normalizeH="0" baseline="0" noProof="1">
                <a:ln>
                  <a:noFill/>
                </a:ln>
                <a:solidFill>
                  <a:schemeClr val="tx1"/>
                </a:solidFill>
                <a:effectLst/>
                <a:uLnTx/>
                <a:uFillTx/>
                <a:latin typeface="+mn-lt"/>
                <a:ea typeface="+mn-ea"/>
                <a:cs typeface="+mn-cs"/>
              </a:rPr>
              <a:t> and use the remainder as the hash index for </a:t>
            </a:r>
            <a:r>
              <a:rPr kumimoji="0" lang="en-US" altLang="zh-TW" sz="2200" b="0" i="1" u="none" strike="noStrike" kern="1200" cap="none" spc="0" normalizeH="0" baseline="0" noProof="1">
                <a:ln>
                  <a:noFill/>
                </a:ln>
                <a:solidFill>
                  <a:schemeClr val="tx1"/>
                </a:solidFill>
                <a:effectLst/>
                <a:uLnTx/>
                <a:uFillTx/>
                <a:latin typeface="+mn-lt"/>
                <a:ea typeface="+mn-ea"/>
                <a:cs typeface="+mn-cs"/>
              </a:rPr>
              <a:t>x</a:t>
            </a:r>
            <a:r>
              <a:rPr kumimoji="0" lang="en-US" altLang="zh-TW" sz="2200" b="0" i="0" u="none" strike="noStrike" kern="1200" cap="none" spc="0" normalizeH="0" baseline="0" noProof="1">
                <a:ln>
                  <a:noFill/>
                </a:ln>
                <a:solidFill>
                  <a:schemeClr val="tx1"/>
                </a:solidFill>
                <a:effectLst/>
                <a:uLnTx/>
                <a:uFillTx/>
                <a:latin typeface="+mn-lt"/>
                <a:ea typeface="+mn-ea"/>
                <a:cs typeface="+mn-cs"/>
              </a:rPr>
              <a:t>.</a:t>
            </a:r>
          </a:p>
          <a:p>
            <a:pPr marL="1143000" marR="0" lvl="2" indent="-2286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zh-TW" sz="2200" b="0" i="0" u="none" strike="noStrike" kern="1200" cap="none" spc="0" normalizeH="0" baseline="0" noProof="1">
                <a:ln>
                  <a:noFill/>
                </a:ln>
                <a:solidFill>
                  <a:schemeClr val="tx1"/>
                </a:solidFill>
                <a:effectLst/>
                <a:uLnTx/>
                <a:uFillTx/>
                <a:latin typeface="+mn-lt"/>
                <a:ea typeface="+mn-ea"/>
                <a:cs typeface="+mn-cs"/>
              </a:rPr>
              <a:t>This gives indexes that range from 0 to </a:t>
            </a:r>
            <a:r>
              <a:rPr kumimoji="0" lang="en-US" altLang="zh-TW" sz="2200" b="0" i="1" u="none" strike="noStrike" kern="1200" cap="none" spc="0" normalizeH="0" baseline="0" noProof="1">
                <a:ln>
                  <a:noFill/>
                </a:ln>
                <a:solidFill>
                  <a:schemeClr val="tx1"/>
                </a:solidFill>
                <a:effectLst/>
                <a:uLnTx/>
                <a:uFillTx/>
                <a:latin typeface="+mn-lt"/>
                <a:ea typeface="+mn-ea"/>
                <a:cs typeface="+mn-cs"/>
              </a:rPr>
              <a:t>M</a:t>
            </a:r>
            <a:r>
              <a:rPr kumimoji="0" lang="en-US" altLang="zh-TW" sz="2200" b="0" i="0" u="none" strike="noStrike" kern="1200" cap="none" spc="0" normalizeH="0" baseline="0" noProof="1">
                <a:ln>
                  <a:noFill/>
                </a:ln>
                <a:solidFill>
                  <a:schemeClr val="tx1"/>
                </a:solidFill>
                <a:effectLst/>
                <a:uLnTx/>
                <a:uFillTx/>
                <a:latin typeface="+mn-lt"/>
                <a:ea typeface="+mn-ea"/>
                <a:cs typeface="+mn-cs"/>
              </a:rPr>
              <a:t> - 1, </a:t>
            </a:r>
          </a:p>
          <a:p>
            <a:pPr marL="1143000" marR="0" lvl="2" indent="-2286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TW" sz="2200" b="0" i="0" u="none" strike="noStrike" kern="1200" cap="none" spc="0" normalizeH="0" baseline="0" noProof="1">
                <a:ln>
                  <a:noFill/>
                </a:ln>
                <a:solidFill>
                  <a:schemeClr val="tx1"/>
                </a:solidFill>
                <a:effectLst/>
                <a:uLnTx/>
                <a:uFillTx/>
                <a:latin typeface="+mn-lt"/>
                <a:ea typeface="+mn-ea"/>
                <a:cs typeface="+mn-cs"/>
              </a:rPr>
              <a:t>	where </a:t>
            </a:r>
            <a:r>
              <a:rPr kumimoji="0" lang="en-US" altLang="zh-TW" sz="2200" b="0" i="1" u="none" strike="noStrike" kern="1200" cap="none" spc="0" normalizeH="0" baseline="0" noProof="1">
                <a:ln>
                  <a:noFill/>
                </a:ln>
                <a:solidFill>
                  <a:schemeClr val="tx1"/>
                </a:solidFill>
                <a:effectLst/>
                <a:uLnTx/>
                <a:uFillTx/>
                <a:latin typeface="+mn-lt"/>
                <a:ea typeface="+mn-ea"/>
                <a:cs typeface="+mn-cs"/>
              </a:rPr>
              <a:t>M</a:t>
            </a:r>
            <a:r>
              <a:rPr kumimoji="0" lang="en-US" altLang="zh-TW" sz="2200" b="0" i="0" u="none" strike="noStrike" kern="1200" cap="none" spc="0" normalizeH="0" baseline="0" noProof="1">
                <a:ln>
                  <a:noFill/>
                </a:ln>
                <a:solidFill>
                  <a:schemeClr val="tx1"/>
                </a:solidFill>
                <a:effectLst/>
                <a:uLnTx/>
                <a:uFillTx/>
                <a:latin typeface="+mn-lt"/>
                <a:ea typeface="+mn-ea"/>
                <a:cs typeface="+mn-cs"/>
              </a:rPr>
              <a:t> = that table size (hash table).</a:t>
            </a:r>
          </a:p>
          <a:p>
            <a:pPr marL="342900" marR="0" lvl="0" indent="-342900" algn="l" defTabSz="914400" rtl="0" eaLnBrk="0" fontAlgn="base" latinLnBrk="0" hangingPunct="0">
              <a:lnSpc>
                <a:spcPct val="100000"/>
              </a:lnSpc>
              <a:spcBef>
                <a:spcPct val="20000"/>
              </a:spcBef>
              <a:spcAft>
                <a:spcPct val="0"/>
              </a:spcAft>
              <a:buClr>
                <a:schemeClr val="tx2">
                  <a:lumMod val="60000"/>
                  <a:lumOff val="40000"/>
                </a:schemeClr>
              </a:buClr>
              <a:buSzPct val="80000"/>
              <a:buFont typeface="Arial" panose="020B0604020202020204" pitchFamily="34" charset="0"/>
              <a:buChar char="•"/>
              <a:defRPr/>
            </a:pPr>
            <a:r>
              <a:rPr kumimoji="0" lang="en-US" altLang="zh-TW" sz="2200" b="0" i="0" u="none" strike="noStrike" kern="1200" cap="none" spc="0" normalizeH="0" baseline="0" noProof="1">
                <a:ln>
                  <a:noFill/>
                </a:ln>
                <a:solidFill>
                  <a:schemeClr val="tx1"/>
                </a:solidFill>
                <a:effectLst/>
                <a:uLnTx/>
                <a:uFillTx/>
                <a:latin typeface="+mn-lt"/>
                <a:ea typeface="+mn-ea"/>
                <a:cs typeface="+mn-cs"/>
              </a:rPr>
              <a:t>The choice of </a:t>
            </a:r>
            <a:r>
              <a:rPr kumimoji="0" lang="en-US" altLang="zh-TW" sz="2200" b="0" i="1" u="none" strike="noStrike" kern="1200" cap="none" spc="0" normalizeH="0" baseline="0" noProof="1">
                <a:ln>
                  <a:noFill/>
                </a:ln>
                <a:solidFill>
                  <a:schemeClr val="tx1"/>
                </a:solidFill>
                <a:effectLst/>
                <a:uLnTx/>
                <a:uFillTx/>
                <a:latin typeface="+mn-lt"/>
                <a:ea typeface="+mn-ea"/>
                <a:cs typeface="+mn-cs"/>
              </a:rPr>
              <a:t>M</a:t>
            </a:r>
            <a:r>
              <a:rPr kumimoji="0" lang="en-US" altLang="zh-TW" sz="2200" b="0" i="0" u="none" strike="noStrike" kern="1200" cap="none" spc="0" normalizeH="0" baseline="0" noProof="1">
                <a:ln>
                  <a:noFill/>
                </a:ln>
                <a:solidFill>
                  <a:schemeClr val="tx1"/>
                </a:solidFill>
                <a:effectLst/>
                <a:uLnTx/>
                <a:uFillTx/>
                <a:latin typeface="+mn-lt"/>
                <a:ea typeface="+mn-ea"/>
                <a:cs typeface="+mn-cs"/>
              </a:rPr>
              <a:t> is critical.</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zh-TW" sz="2200" b="0" i="0" u="none" strike="noStrike" kern="1200" cap="none" spc="0" normalizeH="0" baseline="0" noProof="1">
                <a:ln>
                  <a:noFill/>
                </a:ln>
                <a:solidFill>
                  <a:schemeClr val="tx1"/>
                </a:solidFill>
                <a:effectLst/>
                <a:uLnTx/>
                <a:uFillTx/>
                <a:latin typeface="+mn-lt"/>
                <a:ea typeface="+mn-ea"/>
                <a:cs typeface="+mn-cs"/>
              </a:rPr>
              <a:t>If </a:t>
            </a:r>
            <a:r>
              <a:rPr kumimoji="0" lang="en-US" altLang="zh-TW" sz="2200" b="0" i="1" u="none" strike="noStrike" kern="1200" cap="none" spc="0" normalizeH="0" baseline="0" noProof="1">
                <a:ln>
                  <a:noFill/>
                </a:ln>
                <a:solidFill>
                  <a:schemeClr val="tx1"/>
                </a:solidFill>
                <a:effectLst/>
                <a:uLnTx/>
                <a:uFillTx/>
                <a:latin typeface="+mn-lt"/>
                <a:ea typeface="+mn-ea"/>
                <a:cs typeface="+mn-cs"/>
              </a:rPr>
              <a:t>M</a:t>
            </a:r>
            <a:r>
              <a:rPr kumimoji="0" lang="en-US" altLang="zh-TW" sz="2200" b="0" i="0" u="none" strike="noStrike" kern="1200" cap="none" spc="0" normalizeH="0" baseline="0" noProof="1">
                <a:ln>
                  <a:noFill/>
                </a:ln>
                <a:solidFill>
                  <a:schemeClr val="tx1"/>
                </a:solidFill>
                <a:effectLst/>
                <a:uLnTx/>
                <a:uFillTx/>
                <a:latin typeface="+mn-lt"/>
                <a:ea typeface="+mn-ea"/>
                <a:cs typeface="+mn-cs"/>
              </a:rPr>
              <a:t> is divisible by 2, then odd keys to odd indexes and even keys to even ones. (biased!!)</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zh-TW" sz="2200" b="0" i="0" u="none" strike="noStrike" kern="1200" cap="none" spc="0" normalizeH="0" baseline="0" noProof="1">
                <a:ln>
                  <a:noFill/>
                </a:ln>
                <a:solidFill>
                  <a:schemeClr val="tx1"/>
                </a:solidFill>
                <a:effectLst/>
                <a:uLnTx/>
                <a:uFillTx/>
                <a:latin typeface="+mn-lt"/>
                <a:ea typeface="+mn-ea"/>
                <a:cs typeface="+mn-cs"/>
              </a:rPr>
              <a:t>If M is a power of 2, i.e. m = 2^p , then h(k) is just the p lowest-order bits of k. (biased!!)</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zh-TW" sz="2200" b="0" i="0" u="none" strike="noStrike" kern="1200" cap="none" spc="0" normalizeH="0" baseline="0" noProof="1">
                <a:ln>
                  <a:noFill/>
                </a:ln>
                <a:solidFill>
                  <a:schemeClr val="tx1"/>
                </a:solidFill>
                <a:effectLst/>
                <a:uLnTx/>
                <a:uFillTx/>
                <a:latin typeface="+mn-lt"/>
                <a:ea typeface="+mn-ea"/>
                <a:cs typeface="+mn-cs"/>
              </a:rPr>
              <a:t>If M = pH, then keys in the set {H, 2H, 3H, …, (p-1)H, pH, (p+1)H,…, kH,…} map to  p  positions {H, 2H, 3H, …, (p-1)H, 0}  only  (biased!!) </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zh-TW" sz="2200" i="0" u="none" strike="noStrike" kern="1200" cap="none" spc="0" normalizeH="0" baseline="0" noProof="1">
                <a:ln>
                  <a:noFill/>
                </a:ln>
                <a:effectLst/>
                <a:uLnTx/>
                <a:uFillTx/>
                <a:latin typeface="+mn-lt"/>
                <a:ea typeface="+mn-ea"/>
                <a:cs typeface="+mn-cs"/>
              </a:rPr>
              <a:t>A </a:t>
            </a:r>
            <a:r>
              <a:rPr kumimoji="0" lang="en-US" altLang="zh-TW" sz="2200" b="1" i="0" u="none" strike="noStrike" kern="1200" cap="none" spc="0" normalizeH="0" baseline="0" noProof="1">
                <a:ln>
                  <a:noFill/>
                </a:ln>
                <a:solidFill>
                  <a:srgbClr val="00B050"/>
                </a:solidFill>
                <a:effectLst/>
                <a:uLnTx/>
                <a:uFillTx/>
                <a:latin typeface="+mn-lt"/>
                <a:ea typeface="+mn-ea"/>
                <a:cs typeface="+mn-cs"/>
              </a:rPr>
              <a:t>good choice for </a:t>
            </a:r>
            <a:r>
              <a:rPr kumimoji="0" lang="en-US" altLang="zh-TW" sz="2200" b="1" i="1" u="none" strike="noStrike" kern="1200" cap="none" spc="0" normalizeH="0" baseline="0" noProof="1">
                <a:ln>
                  <a:noFill/>
                </a:ln>
                <a:solidFill>
                  <a:srgbClr val="00B050"/>
                </a:solidFill>
                <a:effectLst/>
                <a:uLnTx/>
                <a:uFillTx/>
                <a:latin typeface="+mn-lt"/>
                <a:ea typeface="+mn-ea"/>
                <a:cs typeface="+mn-cs"/>
              </a:rPr>
              <a:t>M</a:t>
            </a:r>
            <a:r>
              <a:rPr kumimoji="0" lang="en-US" altLang="zh-TW" sz="2200" b="1" i="0" u="none" strike="noStrike" kern="1200" cap="none" spc="0" normalizeH="0" baseline="0" noProof="1">
                <a:ln>
                  <a:noFill/>
                </a:ln>
                <a:solidFill>
                  <a:srgbClr val="00B050"/>
                </a:solidFill>
                <a:effectLst/>
                <a:uLnTx/>
                <a:uFillTx/>
                <a:latin typeface="+mn-lt"/>
                <a:ea typeface="+mn-ea"/>
                <a:cs typeface="+mn-cs"/>
              </a:rPr>
              <a:t> </a:t>
            </a:r>
            <a:r>
              <a:rPr kumimoji="0" lang="en-US" altLang="zh-TW" sz="2200" i="0" u="none" strike="noStrike" kern="1200" cap="none" spc="0" normalizeH="0" baseline="0" noProof="1">
                <a:ln>
                  <a:noFill/>
                </a:ln>
                <a:effectLst/>
                <a:uLnTx/>
                <a:uFillTx/>
                <a:latin typeface="+mn-lt"/>
                <a:ea typeface="+mn-ea"/>
                <a:cs typeface="+mn-cs"/>
              </a:rPr>
              <a:t>would be : </a:t>
            </a:r>
            <a:r>
              <a:rPr kumimoji="0" lang="en-US" altLang="zh-TW" sz="2200" i="1" u="none" strike="noStrike" kern="1200" cap="none" spc="0" normalizeH="0" baseline="0" noProof="1">
                <a:ln>
                  <a:noFill/>
                </a:ln>
                <a:effectLst/>
                <a:uLnTx/>
                <a:uFillTx/>
                <a:latin typeface="+mn-lt"/>
                <a:ea typeface="+mn-ea"/>
                <a:cs typeface="+mn-cs"/>
              </a:rPr>
              <a:t>M</a:t>
            </a:r>
            <a:r>
              <a:rPr kumimoji="0" lang="en-US" altLang="zh-TW" sz="2200" i="0" u="none" strike="noStrike" kern="1200" cap="none" spc="0" normalizeH="0" baseline="0" noProof="1">
                <a:ln>
                  <a:noFill/>
                </a:ln>
                <a:effectLst/>
                <a:uLnTx/>
                <a:uFillTx/>
                <a:latin typeface="+mn-lt"/>
                <a:ea typeface="+mn-ea"/>
                <a:cs typeface="+mn-cs"/>
              </a:rPr>
              <a:t> a </a:t>
            </a:r>
            <a:r>
              <a:rPr kumimoji="0" lang="en-US" altLang="zh-TW" sz="2200" b="1" i="0" u="none" strike="noStrike" kern="1200" cap="none" spc="0" normalizeH="0" baseline="0" noProof="1">
                <a:ln>
                  <a:noFill/>
                </a:ln>
                <a:solidFill>
                  <a:srgbClr val="00B050"/>
                </a:solidFill>
                <a:effectLst/>
                <a:uLnTx/>
                <a:uFillTx/>
                <a:latin typeface="+mn-lt"/>
                <a:ea typeface="+mn-ea"/>
                <a:cs typeface="+mn-cs"/>
              </a:rPr>
              <a:t>prime number </a:t>
            </a:r>
            <a:r>
              <a:rPr kumimoji="0" lang="en-US" altLang="zh-TW" sz="2200" i="0" u="none" strike="noStrike" kern="1200" cap="none" spc="0" normalizeH="0" baseline="0" noProof="1">
                <a:ln>
                  <a:noFill/>
                </a:ln>
                <a:effectLst/>
                <a:uLnTx/>
                <a:uFillTx/>
                <a:latin typeface="+mn-lt"/>
                <a:ea typeface="+mn-ea"/>
                <a:cs typeface="+mn-cs"/>
              </a:rPr>
              <a:t>such that </a:t>
            </a:r>
            <a:r>
              <a:rPr kumimoji="0" lang="en-US" altLang="zh-TW" sz="2200" i="1" u="none" strike="noStrike" kern="1200" cap="none" spc="0" normalizeH="0" baseline="0" noProof="1">
                <a:ln>
                  <a:noFill/>
                </a:ln>
                <a:effectLst/>
                <a:uLnTx/>
                <a:uFillTx/>
                <a:latin typeface="+mn-lt"/>
                <a:ea typeface="+mn-ea"/>
                <a:cs typeface="+mn-cs"/>
              </a:rPr>
              <a:t>M</a:t>
            </a:r>
            <a:r>
              <a:rPr kumimoji="0" lang="en-US" altLang="zh-TW" sz="2200" i="0" u="none" strike="noStrike" kern="1200" cap="none" spc="0" normalizeH="0" baseline="0" noProof="1">
                <a:ln>
                  <a:noFill/>
                </a:ln>
                <a:effectLst/>
                <a:uLnTx/>
                <a:uFillTx/>
                <a:latin typeface="+mn-lt"/>
                <a:ea typeface="+mn-ea"/>
                <a:cs typeface="+mn-cs"/>
              </a:rPr>
              <a:t> does not divide </a:t>
            </a:r>
            <a:r>
              <a:rPr kumimoji="0" lang="en-US" altLang="zh-TW" sz="2200" i="1" u="none" strike="noStrike" kern="1200" cap="none" spc="0" normalizeH="0" baseline="0" noProof="1">
                <a:ln>
                  <a:noFill/>
                </a:ln>
                <a:effectLst/>
                <a:uLnTx/>
                <a:uFillTx/>
                <a:latin typeface="+mn-lt"/>
                <a:ea typeface="+mn-ea"/>
                <a:cs typeface="+mn-cs"/>
              </a:rPr>
              <a:t>r</a:t>
            </a:r>
            <a:r>
              <a:rPr kumimoji="0" lang="en-US" altLang="zh-TW" sz="2200" i="1" u="none" strike="noStrike" kern="1200" cap="none" spc="0" normalizeH="0" baseline="30000" noProof="1">
                <a:ln>
                  <a:noFill/>
                </a:ln>
                <a:effectLst/>
                <a:uLnTx/>
                <a:uFillTx/>
                <a:latin typeface="+mn-lt"/>
                <a:ea typeface="+mn-ea"/>
                <a:cs typeface="+mn-cs"/>
              </a:rPr>
              <a:t>k</a:t>
            </a:r>
            <a:r>
              <a:rPr kumimoji="0" lang="en-US" altLang="zh-TW" sz="2200" i="0" u="none" strike="noStrike" kern="1200" cap="none" spc="0" normalizeH="0" baseline="0" noProof="1">
                <a:ln>
                  <a:noFill/>
                </a:ln>
                <a:effectLst/>
                <a:uLnTx/>
                <a:uFillTx/>
                <a:latin typeface="+mn-lt"/>
                <a:ea typeface="+mn-ea"/>
                <a:cs typeface="+mn-cs"/>
                <a:sym typeface="Symbol" panose="05050102010706020507" pitchFamily="18" charset="2"/>
              </a:rPr>
              <a:t></a:t>
            </a:r>
            <a:r>
              <a:rPr kumimoji="0" lang="en-US" altLang="zh-TW" sz="2200" i="1" u="none" strike="noStrike" kern="1200" cap="none" spc="0" normalizeH="0" baseline="0" noProof="1">
                <a:ln>
                  <a:noFill/>
                </a:ln>
                <a:effectLst/>
                <a:uLnTx/>
                <a:uFillTx/>
                <a:latin typeface="+mn-lt"/>
                <a:ea typeface="+mn-ea"/>
                <a:cs typeface="+mn-cs"/>
                <a:sym typeface="Symbol" panose="05050102010706020507" pitchFamily="18" charset="2"/>
              </a:rPr>
              <a:t>a</a:t>
            </a:r>
            <a:r>
              <a:rPr kumimoji="0" lang="en-US" altLang="zh-TW" sz="2200" i="0" u="none" strike="noStrike" kern="1200" cap="none" spc="0" normalizeH="0" baseline="0" noProof="1">
                <a:ln>
                  <a:noFill/>
                </a:ln>
                <a:effectLst/>
                <a:uLnTx/>
                <a:uFillTx/>
                <a:latin typeface="+mn-lt"/>
                <a:ea typeface="+mn-ea"/>
                <a:cs typeface="+mn-cs"/>
                <a:sym typeface="Symbol" panose="05050102010706020507" pitchFamily="18" charset="2"/>
              </a:rPr>
              <a:t> for small </a:t>
            </a:r>
            <a:r>
              <a:rPr kumimoji="0" lang="en-US" altLang="zh-TW" sz="2200" i="1" u="none" strike="noStrike" kern="1200" cap="none" spc="0" normalizeH="0" baseline="0" noProof="1">
                <a:ln>
                  <a:noFill/>
                </a:ln>
                <a:effectLst/>
                <a:uLnTx/>
                <a:uFillTx/>
                <a:latin typeface="+mn-lt"/>
                <a:ea typeface="+mn-ea"/>
                <a:cs typeface="+mn-cs"/>
                <a:sym typeface="Symbol" panose="05050102010706020507" pitchFamily="18" charset="2"/>
              </a:rPr>
              <a:t>k</a:t>
            </a:r>
            <a:r>
              <a:rPr kumimoji="0" lang="en-US" altLang="zh-TW" sz="2200" i="0" u="none" strike="noStrike" kern="1200" cap="none" spc="0" normalizeH="0" baseline="0" noProof="1">
                <a:ln>
                  <a:noFill/>
                </a:ln>
                <a:effectLst/>
                <a:uLnTx/>
                <a:uFillTx/>
                <a:latin typeface="+mn-lt"/>
                <a:ea typeface="+mn-ea"/>
                <a:cs typeface="+mn-cs"/>
                <a:sym typeface="Symbol" panose="05050102010706020507" pitchFamily="18" charset="2"/>
              </a:rPr>
              <a:t> and </a:t>
            </a:r>
            <a:r>
              <a:rPr kumimoji="0" lang="en-US" altLang="zh-TW" sz="2200" i="1" u="none" strike="noStrike" kern="1200" cap="none" spc="0" normalizeH="0" baseline="0" noProof="1">
                <a:ln>
                  <a:noFill/>
                </a:ln>
                <a:effectLst/>
                <a:uLnTx/>
                <a:uFillTx/>
                <a:latin typeface="+mn-lt"/>
                <a:ea typeface="+mn-ea"/>
                <a:cs typeface="+mn-cs"/>
                <a:sym typeface="Symbol" panose="05050102010706020507" pitchFamily="18" charset="2"/>
              </a:rPr>
              <a:t>a</a:t>
            </a:r>
            <a:r>
              <a:rPr kumimoji="0" lang="en-US" altLang="zh-TW" sz="2200" i="0" u="none" strike="noStrike" kern="1200" cap="none" spc="0" normalizeH="0" baseline="0" noProof="1">
                <a:ln>
                  <a:noFill/>
                </a:ln>
                <a:effectLst/>
                <a:uLnTx/>
                <a:uFillTx/>
                <a:latin typeface="+mn-lt"/>
                <a:ea typeface="+mn-ea"/>
                <a:cs typeface="+mn-cs"/>
                <a:sym typeface="Symbol" panose="05050102010706020507" pitchFamily="18" charset="2"/>
              </a:rPr>
              <a:t>.</a:t>
            </a:r>
          </a:p>
        </p:txBody>
      </p:sp>
      <p:sp>
        <p:nvSpPr>
          <p:cNvPr id="19460" name="Rectangle 2"/>
          <p:cNvSpPr/>
          <p:nvPr/>
        </p:nvSpPr>
        <p:spPr>
          <a:xfrm>
            <a:off x="2286000" y="-98425"/>
            <a:ext cx="7235825" cy="7016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4000" b="1" dirty="0">
                <a:solidFill>
                  <a:srgbClr val="CC3300"/>
                </a:solidFill>
              </a:rPr>
              <a:t>Division Hash Functions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13</a:t>
            </a:fld>
            <a:r>
              <a:rPr lang="en-US" altLang="en-US" sz="1200" dirty="0">
                <a:solidFill>
                  <a:srgbClr val="898989"/>
                </a:solidFill>
                <a:latin typeface="Arial" panose="020B0604020202020204" pitchFamily="34" charset="0"/>
              </a:rPr>
              <a:t>/40</a:t>
            </a:r>
          </a:p>
        </p:txBody>
      </p:sp>
      <p:sp>
        <p:nvSpPr>
          <p:cNvPr id="109570" name="Text Placeholder 109569"/>
          <p:cNvSpPr>
            <a:spLocks noGrp="1"/>
          </p:cNvSpPr>
          <p:nvPr>
            <p:ph idx="1"/>
          </p:nvPr>
        </p:nvSpPr>
        <p:spPr>
          <a:xfrm>
            <a:off x="228600" y="762000"/>
            <a:ext cx="8686800" cy="5663089"/>
          </a:xfrm>
        </p:spPr>
        <p:txBody>
          <a:bodyPr vert="horz" wrap="square" lIns="91440" tIns="45720" rIns="91440" bIns="45720" numCol="1" anchor="t" anchorCtr="0" compatLnSpc="1">
            <a:spAutoFit/>
          </a:bodyPr>
          <a:lstStyle/>
          <a:p>
            <a:pPr>
              <a:lnSpc>
                <a:spcPct val="90000"/>
              </a:lnSpc>
              <a:buClr>
                <a:srgbClr val="558ED5"/>
              </a:buClr>
              <a:buSzPct val="80000"/>
              <a:buFont typeface="Arial" panose="020B0604020202020204" pitchFamily="34" charset="0"/>
              <a:buChar char="•"/>
            </a:pPr>
            <a:r>
              <a:rPr lang="" altLang="zh-TW" sz="2800" b="1" kern="1200" dirty="0">
                <a:latin typeface="+mn-lt"/>
                <a:ea typeface="PMingLiU" pitchFamily="18" charset="-120"/>
                <a:cs typeface="+mn-cs"/>
              </a:rPr>
              <a:t>Folding</a:t>
            </a:r>
          </a:p>
          <a:p>
            <a:pPr lvl="1">
              <a:lnSpc>
                <a:spcPct val="90000"/>
              </a:lnSpc>
            </a:pPr>
            <a:r>
              <a:rPr lang="" altLang="zh-TW" sz="2400" kern="1200" dirty="0">
                <a:latin typeface="+mn-lt"/>
                <a:ea typeface="PMingLiU" pitchFamily="18" charset="-120"/>
                <a:cs typeface="+mn-cs"/>
              </a:rPr>
              <a:t>Partition key </a:t>
            </a:r>
            <a:r>
              <a:rPr lang="" altLang="zh-TW" sz="2400" i="1" kern="1200" dirty="0">
                <a:latin typeface="+mn-lt"/>
                <a:ea typeface="PMingLiU" pitchFamily="18" charset="-120"/>
                <a:cs typeface="+mn-cs"/>
              </a:rPr>
              <a:t>x</a:t>
            </a:r>
            <a:r>
              <a:rPr lang="" altLang="zh-TW" sz="2400" kern="1200" dirty="0">
                <a:latin typeface="+mn-lt"/>
                <a:ea typeface="PMingLiU" pitchFamily="18" charset="-120"/>
                <a:cs typeface="+mn-cs"/>
              </a:rPr>
              <a:t> into several parts.</a:t>
            </a:r>
          </a:p>
          <a:p>
            <a:pPr lvl="1">
              <a:lnSpc>
                <a:spcPct val="90000"/>
              </a:lnSpc>
            </a:pPr>
            <a:r>
              <a:rPr lang="" altLang="zh-TW" sz="2400" kern="1200" dirty="0">
                <a:latin typeface="+mn-lt"/>
                <a:ea typeface="PMingLiU" pitchFamily="18" charset="-120"/>
                <a:cs typeface="+mn-cs"/>
              </a:rPr>
              <a:t>All parts except for the last one have the same length.</a:t>
            </a:r>
          </a:p>
          <a:p>
            <a:pPr lvl="1">
              <a:lnSpc>
                <a:spcPct val="90000"/>
              </a:lnSpc>
            </a:pPr>
            <a:r>
              <a:rPr lang="" altLang="zh-TW" sz="2400" kern="1200" dirty="0">
                <a:latin typeface="+mn-lt"/>
                <a:ea typeface="PMingLiU" pitchFamily="18" charset="-120"/>
                <a:cs typeface="+mn-cs"/>
              </a:rPr>
              <a:t>Add the parts together to obtain the value y, the hash index then is  </a:t>
            </a:r>
            <a:r>
              <a:rPr lang="" altLang="zh-TW" sz="2400" i="1" kern="1200" dirty="0">
                <a:latin typeface="+mn-lt"/>
                <a:ea typeface="PMingLiU" pitchFamily="18" charset="-120"/>
                <a:cs typeface="+mn-cs"/>
              </a:rPr>
              <a:t>h</a:t>
            </a:r>
            <a:r>
              <a:rPr lang="" altLang="zh-TW" sz="2400" kern="1200" dirty="0">
                <a:latin typeface="+mn-lt"/>
                <a:ea typeface="PMingLiU" pitchFamily="18" charset="-120"/>
                <a:cs typeface="+mn-cs"/>
              </a:rPr>
              <a:t>(</a:t>
            </a:r>
            <a:r>
              <a:rPr lang="" altLang="zh-TW" sz="2400" i="1" kern="1200" dirty="0">
                <a:latin typeface="+mn-lt"/>
                <a:ea typeface="PMingLiU" pitchFamily="18" charset="-120"/>
                <a:cs typeface="+mn-cs"/>
              </a:rPr>
              <a:t>x</a:t>
            </a:r>
            <a:r>
              <a:rPr lang="" altLang="zh-TW" sz="2400" kern="1200" dirty="0">
                <a:latin typeface="+mn-lt"/>
                <a:ea typeface="PMingLiU" pitchFamily="18" charset="-120"/>
                <a:cs typeface="+mn-cs"/>
              </a:rPr>
              <a:t>) = y % </a:t>
            </a:r>
            <a:r>
              <a:rPr lang="" altLang="zh-TW" sz="2400" i="1" kern="1200" dirty="0">
                <a:latin typeface="+mn-lt"/>
                <a:ea typeface="PMingLiU" pitchFamily="18" charset="-120"/>
                <a:cs typeface="+mn-cs"/>
              </a:rPr>
              <a:t>M. </a:t>
            </a:r>
            <a:endParaRPr lang="" altLang="zh-TW" sz="2400" kern="1200" dirty="0">
              <a:latin typeface="+mn-lt"/>
              <a:ea typeface="PMingLiU" pitchFamily="18" charset="-120"/>
              <a:cs typeface="+mn-cs"/>
            </a:endParaRPr>
          </a:p>
          <a:p>
            <a:pPr>
              <a:lnSpc>
                <a:spcPct val="90000"/>
              </a:lnSpc>
              <a:buClr>
                <a:srgbClr val="558ED5"/>
              </a:buClr>
              <a:buSzPct val="80000"/>
              <a:buFont typeface="Arial" panose="020B0604020202020204" pitchFamily="34" charset="0"/>
              <a:buChar char="•"/>
            </a:pPr>
            <a:r>
              <a:rPr lang="" altLang="zh-TW" sz="2800" kern="1200" dirty="0">
                <a:latin typeface="+mn-lt"/>
                <a:ea typeface="PMingLiU" pitchFamily="18" charset="-120"/>
                <a:cs typeface="+mn-cs"/>
              </a:rPr>
              <a:t>Two possibilities (divide </a:t>
            </a:r>
            <a:r>
              <a:rPr lang="" altLang="zh-TW" sz="2800" i="1" kern="1200" dirty="0">
                <a:latin typeface="+mn-lt"/>
                <a:ea typeface="PMingLiU" pitchFamily="18" charset="-120"/>
                <a:cs typeface="+mn-cs"/>
              </a:rPr>
              <a:t>x</a:t>
            </a:r>
            <a:r>
              <a:rPr lang="" altLang="zh-TW" sz="2800" kern="1200" dirty="0">
                <a:latin typeface="+mn-lt"/>
                <a:ea typeface="PMingLiU" pitchFamily="18" charset="-120"/>
                <a:cs typeface="+mn-cs"/>
              </a:rPr>
              <a:t> into several parts)</a:t>
            </a:r>
          </a:p>
          <a:p>
            <a:pPr lvl="1">
              <a:lnSpc>
                <a:spcPct val="90000"/>
              </a:lnSpc>
            </a:pPr>
            <a:r>
              <a:rPr lang="" altLang="zh-TW" sz="2400" b="1" i="1" kern="1200" dirty="0">
                <a:solidFill>
                  <a:srgbClr val="0000FF"/>
                </a:solidFill>
                <a:latin typeface="+mn-lt"/>
                <a:ea typeface="PMingLiU" pitchFamily="18" charset="-120"/>
                <a:cs typeface="+mn-cs"/>
              </a:rPr>
              <a:t>Shift folding</a:t>
            </a:r>
            <a:r>
              <a:rPr lang="" altLang="zh-TW" sz="2400" kern="1200" dirty="0">
                <a:latin typeface="+mn-lt"/>
                <a:ea typeface="PMingLiU" pitchFamily="18" charset="-120"/>
                <a:cs typeface="+mn-cs"/>
              </a:rPr>
              <a:t>: </a:t>
            </a:r>
            <a:br>
              <a:rPr lang="en-US" altLang="zh-TW" sz="2400" kern="1200" dirty="0">
                <a:latin typeface="+mn-lt"/>
                <a:ea typeface="PMingLiU" pitchFamily="18" charset="-120"/>
                <a:cs typeface="+mn-cs"/>
              </a:rPr>
            </a:br>
            <a:r>
              <a:rPr lang="" altLang="zh-TW" sz="2400" kern="1200" dirty="0">
                <a:latin typeface="+mn-lt"/>
                <a:ea typeface="PMingLiU" pitchFamily="18" charset="-120"/>
                <a:cs typeface="+mn-cs"/>
              </a:rPr>
              <a:t>Shift all parts except for the last one, so that the least significant bit of each part lines up with corresponding bit of the last part. Suppose x = 72320354121324</a:t>
            </a:r>
          </a:p>
          <a:p>
            <a:pPr lvl="2">
              <a:lnSpc>
                <a:spcPct val="90000"/>
              </a:lnSpc>
            </a:pPr>
            <a:r>
              <a:rPr lang="" altLang="zh-TW" sz="2000" i="1" kern="1200" dirty="0">
                <a:latin typeface="+mn-lt"/>
                <a:ea typeface="PMingLiU" pitchFamily="18" charset="-120"/>
                <a:cs typeface="+mn-cs"/>
              </a:rPr>
              <a:t>x</a:t>
            </a:r>
            <a:r>
              <a:rPr lang="" altLang="zh-TW" sz="2000" kern="1200" baseline="-25000" dirty="0">
                <a:latin typeface="+mn-lt"/>
                <a:ea typeface="PMingLiU" pitchFamily="18" charset="-120"/>
                <a:cs typeface="+mn-cs"/>
              </a:rPr>
              <a:t>1</a:t>
            </a:r>
            <a:r>
              <a:rPr lang="" altLang="zh-TW" sz="2000" kern="1200" dirty="0">
                <a:latin typeface="+mn-lt"/>
                <a:ea typeface="PMingLiU" pitchFamily="18" charset="-120"/>
                <a:cs typeface="+mn-cs"/>
              </a:rPr>
              <a:t>=723, </a:t>
            </a:r>
            <a:r>
              <a:rPr lang="" altLang="zh-TW" sz="2000" i="1" kern="1200" dirty="0">
                <a:latin typeface="+mn-lt"/>
                <a:ea typeface="PMingLiU" pitchFamily="18" charset="-120"/>
                <a:cs typeface="+mn-cs"/>
              </a:rPr>
              <a:t>x</a:t>
            </a:r>
            <a:r>
              <a:rPr lang="" altLang="zh-TW" sz="2000" kern="1200" baseline="-25000" dirty="0">
                <a:latin typeface="+mn-lt"/>
                <a:ea typeface="PMingLiU" pitchFamily="18" charset="-120"/>
                <a:cs typeface="+mn-cs"/>
              </a:rPr>
              <a:t>2</a:t>
            </a:r>
            <a:r>
              <a:rPr lang="" altLang="zh-TW" sz="2000" kern="1200" dirty="0">
                <a:latin typeface="+mn-lt"/>
                <a:ea typeface="PMingLiU" pitchFamily="18" charset="-120"/>
                <a:cs typeface="+mn-cs"/>
              </a:rPr>
              <a:t>=203, </a:t>
            </a:r>
            <a:r>
              <a:rPr lang="" altLang="zh-TW" sz="2000" i="1" kern="1200" dirty="0">
                <a:latin typeface="+mn-lt"/>
                <a:ea typeface="PMingLiU" pitchFamily="18" charset="-120"/>
                <a:cs typeface="+mn-cs"/>
              </a:rPr>
              <a:t>x</a:t>
            </a:r>
            <a:r>
              <a:rPr lang="" altLang="zh-TW" sz="2000" kern="1200" baseline="-25000" dirty="0">
                <a:latin typeface="+mn-lt"/>
                <a:ea typeface="PMingLiU" pitchFamily="18" charset="-120"/>
                <a:cs typeface="+mn-cs"/>
              </a:rPr>
              <a:t>3</a:t>
            </a:r>
            <a:r>
              <a:rPr lang="" altLang="zh-TW" sz="2000" kern="1200" dirty="0">
                <a:latin typeface="+mn-lt"/>
                <a:ea typeface="PMingLiU" pitchFamily="18" charset="-120"/>
                <a:cs typeface="+mn-cs"/>
              </a:rPr>
              <a:t>=541, </a:t>
            </a:r>
            <a:r>
              <a:rPr lang="" altLang="zh-TW" sz="2000" i="1" kern="1200" dirty="0">
                <a:latin typeface="+mn-lt"/>
                <a:ea typeface="PMingLiU" pitchFamily="18" charset="-120"/>
                <a:cs typeface="+mn-cs"/>
              </a:rPr>
              <a:t>x</a:t>
            </a:r>
            <a:r>
              <a:rPr lang="" altLang="zh-TW" sz="2000" kern="1200" baseline="-25000" dirty="0">
                <a:latin typeface="+mn-lt"/>
                <a:ea typeface="PMingLiU" pitchFamily="18" charset="-120"/>
                <a:cs typeface="+mn-cs"/>
              </a:rPr>
              <a:t>4</a:t>
            </a:r>
            <a:r>
              <a:rPr lang="" altLang="zh-TW" sz="2000" kern="1200" dirty="0">
                <a:latin typeface="+mn-lt"/>
                <a:ea typeface="PMingLiU" pitchFamily="18" charset="-120"/>
                <a:cs typeface="+mn-cs"/>
              </a:rPr>
              <a:t>=213, </a:t>
            </a:r>
            <a:r>
              <a:rPr lang="" altLang="zh-TW" sz="2000" i="1" kern="1200" dirty="0">
                <a:latin typeface="+mn-lt"/>
                <a:ea typeface="PMingLiU" pitchFamily="18" charset="-120"/>
                <a:cs typeface="+mn-cs"/>
              </a:rPr>
              <a:t>x</a:t>
            </a:r>
            <a:r>
              <a:rPr lang="" altLang="zh-TW" sz="2000" kern="1200" baseline="-25000" dirty="0">
                <a:latin typeface="+mn-lt"/>
                <a:ea typeface="PMingLiU" pitchFamily="18" charset="-120"/>
                <a:cs typeface="+mn-cs"/>
              </a:rPr>
              <a:t>5</a:t>
            </a:r>
            <a:r>
              <a:rPr lang="" altLang="zh-TW" sz="2000" kern="1200" dirty="0">
                <a:latin typeface="+mn-lt"/>
                <a:ea typeface="PMingLiU" pitchFamily="18" charset="-120"/>
                <a:cs typeface="+mn-cs"/>
              </a:rPr>
              <a:t>=24, </a:t>
            </a:r>
          </a:p>
          <a:p>
            <a:pPr lvl="2">
              <a:lnSpc>
                <a:spcPct val="90000"/>
              </a:lnSpc>
              <a:buFont typeface="Arial" panose="020B0604020202020204" pitchFamily="34" charset="0"/>
              <a:buNone/>
            </a:pPr>
            <a:r>
              <a:rPr lang="" altLang="zh-TW" sz="2000" kern="1200" dirty="0">
                <a:latin typeface="+mn-lt"/>
                <a:ea typeface="PMingLiU" pitchFamily="18" charset="-120"/>
                <a:cs typeface="+mn-cs"/>
              </a:rPr>
              <a:t>index= (</a:t>
            </a:r>
            <a:r>
              <a:rPr lang="" altLang="zh-TW" sz="2000" i="1" kern="1200" dirty="0">
                <a:latin typeface="+mn-lt"/>
                <a:ea typeface="PMingLiU" pitchFamily="18" charset="-120"/>
                <a:cs typeface="+mn-cs"/>
              </a:rPr>
              <a:t>x</a:t>
            </a:r>
            <a:r>
              <a:rPr lang="" altLang="zh-TW" sz="2000" kern="1200" baseline="-25000" dirty="0">
                <a:latin typeface="+mn-lt"/>
                <a:ea typeface="PMingLiU" pitchFamily="18" charset="-120"/>
                <a:cs typeface="+mn-cs"/>
              </a:rPr>
              <a:t>1 </a:t>
            </a:r>
            <a:r>
              <a:rPr lang="" altLang="zh-TW" sz="2000" kern="1200" dirty="0">
                <a:latin typeface="+mn-lt"/>
                <a:ea typeface="PMingLiU" pitchFamily="18" charset="-120"/>
                <a:cs typeface="+mn-cs"/>
              </a:rPr>
              <a:t>+ </a:t>
            </a:r>
            <a:r>
              <a:rPr lang="" altLang="zh-TW" sz="2000" i="1" kern="1200" dirty="0">
                <a:latin typeface="+mn-lt"/>
                <a:ea typeface="PMingLiU" pitchFamily="18" charset="-120"/>
                <a:cs typeface="+mn-cs"/>
              </a:rPr>
              <a:t>x</a:t>
            </a:r>
            <a:r>
              <a:rPr lang="" altLang="zh-TW" sz="2000" kern="1200" baseline="-25000" dirty="0">
                <a:latin typeface="+mn-lt"/>
                <a:ea typeface="PMingLiU" pitchFamily="18" charset="-120"/>
                <a:cs typeface="+mn-cs"/>
              </a:rPr>
              <a:t>2 </a:t>
            </a:r>
            <a:r>
              <a:rPr lang="" altLang="zh-TW" sz="2000" kern="1200" dirty="0">
                <a:latin typeface="+mn-lt"/>
                <a:ea typeface="PMingLiU" pitchFamily="18" charset="-120"/>
                <a:cs typeface="+mn-cs"/>
              </a:rPr>
              <a:t>+ </a:t>
            </a:r>
            <a:r>
              <a:rPr lang="" altLang="zh-TW" sz="2000" i="1" kern="1200" dirty="0">
                <a:latin typeface="+mn-lt"/>
                <a:ea typeface="PMingLiU" pitchFamily="18" charset="-120"/>
                <a:cs typeface="+mn-cs"/>
              </a:rPr>
              <a:t>x</a:t>
            </a:r>
            <a:r>
              <a:rPr lang="" altLang="zh-TW" sz="2000" kern="1200" baseline="-25000" dirty="0">
                <a:latin typeface="+mn-lt"/>
                <a:ea typeface="PMingLiU" pitchFamily="18" charset="-120"/>
                <a:cs typeface="+mn-cs"/>
              </a:rPr>
              <a:t>3 </a:t>
            </a:r>
            <a:r>
              <a:rPr lang="" altLang="zh-TW" sz="2000" kern="1200" dirty="0">
                <a:latin typeface="+mn-lt"/>
                <a:ea typeface="PMingLiU" pitchFamily="18" charset="-120"/>
                <a:cs typeface="+mn-cs"/>
              </a:rPr>
              <a:t>+ </a:t>
            </a:r>
            <a:r>
              <a:rPr lang="" altLang="zh-TW" sz="2000" i="1" kern="1200" dirty="0">
                <a:latin typeface="+mn-lt"/>
                <a:ea typeface="PMingLiU" pitchFamily="18" charset="-120"/>
                <a:cs typeface="+mn-cs"/>
              </a:rPr>
              <a:t>x</a:t>
            </a:r>
            <a:r>
              <a:rPr lang="" altLang="zh-TW" sz="2000" kern="1200" baseline="-25000" dirty="0">
                <a:latin typeface="+mn-lt"/>
                <a:ea typeface="PMingLiU" pitchFamily="18" charset="-120"/>
                <a:cs typeface="+mn-cs"/>
              </a:rPr>
              <a:t>4 </a:t>
            </a:r>
            <a:r>
              <a:rPr lang="" altLang="zh-TW" sz="2000" kern="1200" dirty="0">
                <a:latin typeface="+mn-lt"/>
                <a:ea typeface="PMingLiU" pitchFamily="18" charset="-120"/>
                <a:cs typeface="+mn-cs"/>
              </a:rPr>
              <a:t>+ </a:t>
            </a:r>
            <a:r>
              <a:rPr lang="" altLang="zh-TW" sz="2000" i="1" kern="1200" dirty="0">
                <a:latin typeface="+mn-lt"/>
                <a:ea typeface="PMingLiU" pitchFamily="18" charset="-120"/>
                <a:cs typeface="+mn-cs"/>
              </a:rPr>
              <a:t>x</a:t>
            </a:r>
            <a:r>
              <a:rPr lang="" altLang="zh-TW" sz="2000" kern="1200" baseline="-25000" dirty="0">
                <a:latin typeface="+mn-lt"/>
                <a:ea typeface="PMingLiU" pitchFamily="18" charset="-120"/>
                <a:cs typeface="+mn-cs"/>
              </a:rPr>
              <a:t>5</a:t>
            </a:r>
            <a:r>
              <a:rPr lang="" altLang="zh-TW" sz="2000" kern="1200" dirty="0">
                <a:latin typeface="+mn-lt"/>
                <a:ea typeface="PMingLiU" pitchFamily="18" charset="-120"/>
                <a:cs typeface="+mn-cs"/>
              </a:rPr>
              <a:t>) % 1000 = 1704%1000 = 704</a:t>
            </a:r>
          </a:p>
          <a:p>
            <a:pPr lvl="1">
              <a:lnSpc>
                <a:spcPct val="90000"/>
              </a:lnSpc>
            </a:pPr>
            <a:r>
              <a:rPr lang="" altLang="zh-TW" sz="2400" b="1" i="1" kern="1200" dirty="0">
                <a:solidFill>
                  <a:schemeClr val="hlink"/>
                </a:solidFill>
                <a:latin typeface="+mn-lt"/>
                <a:ea typeface="PMingLiU" pitchFamily="18" charset="-120"/>
                <a:cs typeface="+mn-cs"/>
              </a:rPr>
              <a:t>Boundary folding</a:t>
            </a:r>
            <a:r>
              <a:rPr lang="" altLang="zh-TW" sz="2400" kern="1200" dirty="0">
                <a:latin typeface="+mn-lt"/>
                <a:ea typeface="PMingLiU" pitchFamily="18" charset="-120"/>
                <a:cs typeface="+mn-cs"/>
              </a:rPr>
              <a:t> (folding at the boundaries): </a:t>
            </a:r>
            <a:br>
              <a:rPr lang="en-US" altLang="zh-TW" sz="2400" kern="1200" dirty="0">
                <a:latin typeface="+mn-lt"/>
                <a:ea typeface="PMingLiU" pitchFamily="18" charset="-120"/>
                <a:cs typeface="+mn-cs"/>
              </a:rPr>
            </a:br>
            <a:r>
              <a:rPr lang="" altLang="zh-TW" sz="2400" b="1" kern="1200" dirty="0">
                <a:solidFill>
                  <a:srgbClr val="00B050"/>
                </a:solidFill>
                <a:latin typeface="+mn-lt"/>
                <a:ea typeface="PMingLiU" pitchFamily="18" charset="-120"/>
                <a:cs typeface="+mn-cs"/>
              </a:rPr>
              <a:t>reverses every other partition before adding</a:t>
            </a:r>
          </a:p>
          <a:p>
            <a:pPr lvl="2">
              <a:lnSpc>
                <a:spcPct val="90000"/>
              </a:lnSpc>
            </a:pPr>
            <a:r>
              <a:rPr lang="" altLang="zh-TW" sz="2000" i="1" kern="1200" dirty="0">
                <a:latin typeface="+mn-lt"/>
                <a:ea typeface="PMingLiU" pitchFamily="18" charset="-120"/>
                <a:cs typeface="+mn-cs"/>
              </a:rPr>
              <a:t>x</a:t>
            </a:r>
            <a:r>
              <a:rPr lang="" altLang="zh-TW" sz="2000" kern="1200" baseline="-25000" dirty="0">
                <a:latin typeface="+mn-lt"/>
                <a:ea typeface="PMingLiU" pitchFamily="18" charset="-120"/>
                <a:cs typeface="+mn-cs"/>
              </a:rPr>
              <a:t>1</a:t>
            </a:r>
            <a:r>
              <a:rPr lang="" altLang="zh-TW" sz="2000" kern="1200" dirty="0">
                <a:latin typeface="+mn-lt"/>
                <a:ea typeface="PMingLiU" pitchFamily="18" charset="-120"/>
                <a:cs typeface="+mn-cs"/>
              </a:rPr>
              <a:t>=723, </a:t>
            </a:r>
            <a:r>
              <a:rPr lang="" altLang="zh-TW" sz="2000" b="1" i="1" kern="1200" dirty="0">
                <a:latin typeface="+mn-lt"/>
                <a:ea typeface="PMingLiU" pitchFamily="18" charset="-120"/>
                <a:cs typeface="+mn-cs"/>
              </a:rPr>
              <a:t>x</a:t>
            </a:r>
            <a:r>
              <a:rPr lang="" altLang="zh-TW" sz="2000" b="1" kern="1200" baseline="-25000" dirty="0">
                <a:latin typeface="+mn-lt"/>
                <a:ea typeface="PMingLiU" pitchFamily="18" charset="-120"/>
                <a:cs typeface="+mn-cs"/>
              </a:rPr>
              <a:t>2</a:t>
            </a:r>
            <a:r>
              <a:rPr lang="" altLang="zh-TW" sz="2000" b="1" kern="1200" dirty="0">
                <a:latin typeface="+mn-lt"/>
                <a:ea typeface="PMingLiU" pitchFamily="18" charset="-120"/>
                <a:cs typeface="+mn-cs"/>
              </a:rPr>
              <a:t>=</a:t>
            </a:r>
            <a:r>
              <a:rPr lang="" altLang="zh-TW" sz="2000" b="1" kern="1200" dirty="0">
                <a:solidFill>
                  <a:schemeClr val="accent1"/>
                </a:solidFill>
                <a:latin typeface="+mn-lt"/>
                <a:ea typeface="PMingLiU" pitchFamily="18" charset="-120"/>
                <a:cs typeface="+mn-cs"/>
              </a:rPr>
              <a:t>302</a:t>
            </a:r>
            <a:r>
              <a:rPr lang="" altLang="zh-TW" sz="2000" b="1" kern="1200" dirty="0">
                <a:latin typeface="+mn-lt"/>
                <a:ea typeface="PMingLiU" pitchFamily="18" charset="-120"/>
                <a:cs typeface="+mn-cs"/>
              </a:rPr>
              <a:t>, </a:t>
            </a:r>
            <a:r>
              <a:rPr lang="" altLang="zh-TW" sz="2000" b="1" i="1" kern="1200" dirty="0">
                <a:latin typeface="+mn-lt"/>
                <a:ea typeface="PMingLiU" pitchFamily="18" charset="-120"/>
                <a:cs typeface="+mn-cs"/>
              </a:rPr>
              <a:t>x</a:t>
            </a:r>
            <a:r>
              <a:rPr lang="" altLang="zh-TW" sz="2000" b="1" kern="1200" baseline="-25000" dirty="0">
                <a:latin typeface="+mn-lt"/>
                <a:ea typeface="PMingLiU" pitchFamily="18" charset="-120"/>
                <a:cs typeface="+mn-cs"/>
              </a:rPr>
              <a:t>3</a:t>
            </a:r>
            <a:r>
              <a:rPr lang="" altLang="zh-TW" sz="2000" b="1" kern="1200" dirty="0">
                <a:latin typeface="+mn-lt"/>
                <a:ea typeface="PMingLiU" pitchFamily="18" charset="-120"/>
                <a:cs typeface="+mn-cs"/>
              </a:rPr>
              <a:t>=541, </a:t>
            </a:r>
            <a:r>
              <a:rPr lang="" altLang="zh-TW" sz="2000" b="1" i="1" kern="1200" dirty="0">
                <a:latin typeface="+mn-lt"/>
                <a:ea typeface="PMingLiU" pitchFamily="18" charset="-120"/>
                <a:cs typeface="+mn-cs"/>
              </a:rPr>
              <a:t>x</a:t>
            </a:r>
            <a:r>
              <a:rPr lang="" altLang="zh-TW" sz="2000" b="1" kern="1200" baseline="-25000" dirty="0">
                <a:latin typeface="+mn-lt"/>
                <a:ea typeface="PMingLiU" pitchFamily="18" charset="-120"/>
                <a:cs typeface="+mn-cs"/>
              </a:rPr>
              <a:t>4</a:t>
            </a:r>
            <a:r>
              <a:rPr lang="" altLang="zh-TW" sz="2000" b="1" kern="1200" dirty="0">
                <a:latin typeface="+mn-lt"/>
                <a:ea typeface="PMingLiU" pitchFamily="18" charset="-120"/>
                <a:cs typeface="+mn-cs"/>
              </a:rPr>
              <a:t>=</a:t>
            </a:r>
            <a:r>
              <a:rPr lang="" altLang="zh-TW" sz="2000" b="1" kern="1200" dirty="0">
                <a:solidFill>
                  <a:schemeClr val="accent1"/>
                </a:solidFill>
                <a:latin typeface="+mn-lt"/>
                <a:ea typeface="PMingLiU" pitchFamily="18" charset="-120"/>
                <a:cs typeface="+mn-cs"/>
              </a:rPr>
              <a:t>312</a:t>
            </a:r>
            <a:r>
              <a:rPr lang="" altLang="zh-TW" sz="2000" kern="1200" dirty="0">
                <a:latin typeface="+mn-lt"/>
                <a:ea typeface="PMingLiU" pitchFamily="18" charset="-120"/>
                <a:cs typeface="+mn-cs"/>
              </a:rPr>
              <a:t>, </a:t>
            </a:r>
            <a:r>
              <a:rPr lang="" altLang="zh-TW" sz="2000" i="1" kern="1200" dirty="0">
                <a:latin typeface="+mn-lt"/>
                <a:ea typeface="PMingLiU" pitchFamily="18" charset="-120"/>
                <a:cs typeface="+mn-cs"/>
              </a:rPr>
              <a:t>x</a:t>
            </a:r>
            <a:r>
              <a:rPr lang="" altLang="zh-TW" sz="2000" kern="1200" baseline="-25000" dirty="0">
                <a:latin typeface="+mn-lt"/>
                <a:ea typeface="PMingLiU" pitchFamily="18" charset="-120"/>
                <a:cs typeface="+mn-cs"/>
              </a:rPr>
              <a:t>5</a:t>
            </a:r>
            <a:r>
              <a:rPr lang="" altLang="zh-TW" sz="2000" kern="1200" dirty="0">
                <a:latin typeface="+mn-lt"/>
                <a:ea typeface="PMingLiU" pitchFamily="18" charset="-120"/>
                <a:cs typeface="+mn-cs"/>
              </a:rPr>
              <a:t>=24, index=1902%1000 = 902</a:t>
            </a:r>
          </a:p>
        </p:txBody>
      </p:sp>
      <p:sp>
        <p:nvSpPr>
          <p:cNvPr id="21508" name="Rectangle 2"/>
          <p:cNvSpPr/>
          <p:nvPr/>
        </p:nvSpPr>
        <p:spPr>
          <a:xfrm>
            <a:off x="917575" y="152400"/>
            <a:ext cx="7235825" cy="7016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4000" b="1" dirty="0">
                <a:solidFill>
                  <a:srgbClr val="CC3300"/>
                </a:solidFill>
              </a:rPr>
              <a:t>Folding Hash Functions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14</a:t>
            </a:fld>
            <a:r>
              <a:rPr lang="en-US" altLang="en-US" sz="1200" dirty="0">
                <a:solidFill>
                  <a:srgbClr val="898989"/>
                </a:solidFill>
                <a:latin typeface="Arial" panose="020B0604020202020204" pitchFamily="34" charset="0"/>
              </a:rPr>
              <a:t>/40</a:t>
            </a:r>
          </a:p>
        </p:txBody>
      </p:sp>
      <p:sp>
        <p:nvSpPr>
          <p:cNvPr id="23555"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14</a:t>
            </a:fld>
            <a:endParaRPr lang="en-US" altLang="zh-CN" sz="1200" b="1" dirty="0">
              <a:solidFill>
                <a:srgbClr val="FFFFFF"/>
              </a:solidFill>
              <a:latin typeface="Arial" panose="020B0604020202020204" pitchFamily="34" charset="0"/>
              <a:ea typeface="SimSun" panose="02010600030101010101" pitchFamily="2" charset="-122"/>
            </a:endParaRPr>
          </a:p>
        </p:txBody>
      </p:sp>
      <p:sp>
        <p:nvSpPr>
          <p:cNvPr id="23556" name="Rectangle 3"/>
          <p:cNvSpPr>
            <a:spLocks noGrp="1"/>
          </p:cNvSpPr>
          <p:nvPr>
            <p:ph sz="quarter" idx="4294967295"/>
          </p:nvPr>
        </p:nvSpPr>
        <p:spPr>
          <a:xfrm>
            <a:off x="457200" y="1371600"/>
            <a:ext cx="8229600" cy="4856714"/>
          </a:xfrm>
          <a:ln/>
        </p:spPr>
        <p:txBody>
          <a:bodyPr vert="horz" wrap="square" lIns="91440" tIns="45720" rIns="91440" bIns="45720" anchor="t" anchorCtr="0">
            <a:spAutoFit/>
          </a:bodyPr>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319405" lvl="0" indent="-319405" eaLnBrk="1" hangingPunct="1">
              <a:lnSpc>
                <a:spcPct val="90000"/>
              </a:lnSpc>
            </a:pPr>
            <a:r>
              <a:rPr lang="en-US" altLang="en-US" dirty="0"/>
              <a:t>In the </a:t>
            </a:r>
            <a:r>
              <a:rPr lang="en-US" altLang="en-US" b="1" dirty="0">
                <a:solidFill>
                  <a:srgbClr val="0000FF"/>
                </a:solidFill>
              </a:rPr>
              <a:t>mid-square</a:t>
            </a:r>
            <a:r>
              <a:rPr lang="en-US" altLang="en-US" dirty="0"/>
              <a:t> method, the key is </a:t>
            </a:r>
            <a:r>
              <a:rPr lang="en-US" altLang="en-US" i="1" dirty="0"/>
              <a:t>squared </a:t>
            </a:r>
            <a:r>
              <a:rPr lang="en-US" altLang="en-US" dirty="0"/>
              <a:t>and the middle or </a:t>
            </a:r>
            <a:r>
              <a:rPr lang="en-US" altLang="en-US" i="1" dirty="0"/>
              <a:t>mid </a:t>
            </a:r>
            <a:r>
              <a:rPr lang="en-US" altLang="en-US" dirty="0"/>
              <a:t>part of the result is used as the address</a:t>
            </a:r>
          </a:p>
          <a:p>
            <a:pPr marL="319405" lvl="0" indent="-319405" eaLnBrk="1" hangingPunct="1">
              <a:lnSpc>
                <a:spcPct val="90000"/>
              </a:lnSpc>
              <a:buFontTx/>
              <a:buNone/>
            </a:pPr>
            <a:r>
              <a:rPr lang="en-US" altLang="en-US" dirty="0"/>
              <a:t>    Exp: key = 3121² = 9 7</a:t>
            </a:r>
            <a:r>
              <a:rPr lang="en-US" altLang="en-US" u="sng" dirty="0"/>
              <a:t>40 6</a:t>
            </a:r>
            <a:r>
              <a:rPr lang="en-US" altLang="en-US" dirty="0"/>
              <a:t>41 -&gt;index = 406 mod Tsize</a:t>
            </a:r>
          </a:p>
          <a:p>
            <a:pPr marL="319405" lvl="0" indent="-319405" eaLnBrk="1" hangingPunct="1">
              <a:lnSpc>
                <a:spcPct val="90000"/>
              </a:lnSpc>
              <a:buFontTx/>
              <a:buNone/>
            </a:pPr>
            <a:r>
              <a:rPr lang="en-US" altLang="zh-TW" dirty="0">
                <a:ea typeface="PMingLiU" pitchFamily="18" charset="-120"/>
              </a:rPr>
              <a:t>	Since the middle bits of the square usually depend upon all the characters in a key, there is high probability that different keys will produce different hash indexes.</a:t>
            </a:r>
            <a:endParaRPr lang="en-US" altLang="en-US" dirty="0"/>
          </a:p>
          <a:p>
            <a:pPr marL="319405" lvl="0" indent="-319405" eaLnBrk="1" hangingPunct="1">
              <a:lnSpc>
                <a:spcPct val="90000"/>
              </a:lnSpc>
              <a:buFont typeface="Arial" panose="020B0604020202020204" pitchFamily="34" charset="0"/>
              <a:buChar char="•"/>
            </a:pPr>
            <a:r>
              <a:rPr lang="en-US" altLang="en-US" dirty="0"/>
              <a:t>In the </a:t>
            </a:r>
            <a:r>
              <a:rPr lang="en-US" altLang="en-US" b="1" dirty="0">
                <a:solidFill>
                  <a:srgbClr val="0000FF"/>
                </a:solidFill>
              </a:rPr>
              <a:t>extraction</a:t>
            </a:r>
            <a:r>
              <a:rPr lang="en-US" altLang="en-US" dirty="0"/>
              <a:t> method, only a part of the key is used to compute the address</a:t>
            </a:r>
          </a:p>
          <a:p>
            <a:pPr marL="319405" lvl="0" indent="-319405" eaLnBrk="1" hangingPunct="1">
              <a:lnSpc>
                <a:spcPct val="90000"/>
              </a:lnSpc>
              <a:buFontTx/>
              <a:buNone/>
            </a:pPr>
            <a:r>
              <a:rPr lang="en-US" altLang="en-US" dirty="0"/>
              <a:t>    Exp: 123-45-6789-&gt;</a:t>
            </a:r>
            <a:r>
              <a:rPr lang="en-US" altLang="en-US" u="sng" dirty="0"/>
              <a:t>12</a:t>
            </a:r>
            <a:r>
              <a:rPr lang="en-US" altLang="en-US" dirty="0"/>
              <a:t>34-5-67</a:t>
            </a:r>
            <a:r>
              <a:rPr lang="en-US" altLang="en-US" u="sng" dirty="0"/>
              <a:t>89 </a:t>
            </a:r>
            <a:r>
              <a:rPr lang="en-US" altLang="en-US" dirty="0"/>
              <a:t>-&gt; index = 1289 mod TSize</a:t>
            </a:r>
          </a:p>
          <a:p>
            <a:pPr marL="319405" lvl="0" indent="-319405" eaLnBrk="1" hangingPunct="1">
              <a:lnSpc>
                <a:spcPct val="90000"/>
              </a:lnSpc>
              <a:buFont typeface="Arial" panose="020B0604020202020204" pitchFamily="34" charset="0"/>
              <a:buChar char="•"/>
            </a:pPr>
            <a:r>
              <a:rPr lang="en-US" altLang="en-US" dirty="0"/>
              <a:t>Using the </a:t>
            </a:r>
            <a:r>
              <a:rPr lang="en-US" altLang="en-US" b="1" dirty="0">
                <a:solidFill>
                  <a:srgbClr val="0000FF"/>
                </a:solidFill>
              </a:rPr>
              <a:t>radix transformation</a:t>
            </a:r>
            <a:r>
              <a:rPr lang="en-US" altLang="en-US" dirty="0"/>
              <a:t>, the key </a:t>
            </a:r>
            <a:r>
              <a:rPr lang="en-US" altLang="en-US" i="1" dirty="0"/>
              <a:t>K </a:t>
            </a:r>
            <a:r>
              <a:rPr lang="en-US" altLang="en-US" dirty="0"/>
              <a:t>is transformed into another number base; </a:t>
            </a:r>
            <a:r>
              <a:rPr lang="en-US" altLang="en-US" i="1" dirty="0"/>
              <a:t>K </a:t>
            </a:r>
            <a:r>
              <a:rPr lang="en-US" altLang="en-US" dirty="0"/>
              <a:t>is expressed in a numerical system using a different radix. </a:t>
            </a:r>
          </a:p>
          <a:p>
            <a:pPr marL="319405" lvl="0" indent="-319405" eaLnBrk="1" hangingPunct="1">
              <a:lnSpc>
                <a:spcPct val="90000"/>
              </a:lnSpc>
              <a:buFontTx/>
              <a:buNone/>
            </a:pPr>
            <a:r>
              <a:rPr lang="en-US" altLang="en-US" dirty="0"/>
              <a:t>    Exp: 345</a:t>
            </a:r>
            <a:r>
              <a:rPr lang="en-US" altLang="en-US" baseline="-25000" dirty="0"/>
              <a:t>10</a:t>
            </a:r>
            <a:r>
              <a:rPr lang="en-US" altLang="en-US" dirty="0"/>
              <a:t> = 423</a:t>
            </a:r>
            <a:r>
              <a:rPr lang="en-US" altLang="en-US" baseline="-25000" dirty="0"/>
              <a:t>9</a:t>
            </a:r>
            <a:r>
              <a:rPr lang="en-US" altLang="en-US" dirty="0"/>
              <a:t>  -&gt; index = 423 mod TSize</a:t>
            </a:r>
          </a:p>
        </p:txBody>
      </p:sp>
      <p:graphicFrame>
        <p:nvGraphicFramePr>
          <p:cNvPr id="23557" name="Object 2"/>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r:id="rId2" imgW="114300" imgH="215265" progId="Equation.3">
                  <p:embed/>
                </p:oleObj>
              </mc:Choice>
              <mc:Fallback>
                <p:oleObj r:id="rId2" imgW="114300" imgH="215265" progId="Equation.3">
                  <p:embed/>
                  <p:pic>
                    <p:nvPicPr>
                      <p:cNvPr id="0" name="Picture 3075"/>
                      <p:cNvPicPr/>
                      <p:nvPr/>
                    </p:nvPicPr>
                    <p:blipFill>
                      <a:blip r:embed="rId3"/>
                      <a:stretch>
                        <a:fillRect/>
                      </a:stretch>
                    </p:blipFill>
                    <p:spPr>
                      <a:xfrm>
                        <a:off x="4514850" y="3321050"/>
                        <a:ext cx="114300" cy="215900"/>
                      </a:xfrm>
                      <a:prstGeom prst="rect">
                        <a:avLst/>
                      </a:prstGeom>
                      <a:noFill/>
                      <a:ln w="38100">
                        <a:noFill/>
                        <a:miter/>
                      </a:ln>
                    </p:spPr>
                  </p:pic>
                </p:oleObj>
              </mc:Fallback>
            </mc:AlternateContent>
          </a:graphicData>
        </a:graphic>
      </p:graphicFrame>
      <p:sp>
        <p:nvSpPr>
          <p:cNvPr id="23558" name="Rectangle 2"/>
          <p:cNvSpPr/>
          <p:nvPr/>
        </p:nvSpPr>
        <p:spPr>
          <a:xfrm>
            <a:off x="762000" y="495300"/>
            <a:ext cx="7235825" cy="7016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4000" b="1" dirty="0">
                <a:solidFill>
                  <a:srgbClr val="CC3300"/>
                </a:solidFill>
              </a:rPr>
              <a:t>Other Hash Functions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24579" name="Title 1"/>
          <p:cNvSpPr>
            <a:spLocks noGrp="1"/>
          </p:cNvSpPr>
          <p:nvPr>
            <p:ph type="title"/>
          </p:nvPr>
        </p:nvSpPr>
        <p:spPr>
          <a:xfrm>
            <a:off x="917575" y="495300"/>
            <a:ext cx="6854825" cy="701675"/>
          </a:xfrm>
          <a:ln/>
        </p:spPr>
        <p:txBody>
          <a:bodyPr vert="horz" wrap="square" lIns="91440" tIns="45720" rIns="91440" bIns="45720" anchor="ctr" anchorCtr="0">
            <a:spAutoFit/>
          </a:bodyPr>
          <a:lstStyle/>
          <a:p>
            <a:pPr eaLnBrk="1" hangingPunct="1"/>
            <a:r>
              <a:rPr lang="en-US" altLang="en-US" sz="4000" b="1" dirty="0">
                <a:solidFill>
                  <a:srgbClr val="CC3300"/>
                </a:solidFill>
              </a:rPr>
              <a:t>Collision</a:t>
            </a:r>
          </a:p>
        </p:txBody>
      </p:sp>
      <p:sp>
        <p:nvSpPr>
          <p:cNvPr id="24580" name="Slide Number Placeholder 3"/>
          <p:cNvSpPr txBox="1">
            <a:spLocks noGrp="1"/>
          </p:cNvSpPr>
          <p:nvPr/>
        </p:nvSpPr>
        <p:spPr>
          <a:xfrm>
            <a:off x="0" y="1143000"/>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15</a:t>
            </a:fld>
            <a:endParaRPr lang="en-US" altLang="zh-CN" sz="1200" b="1" dirty="0">
              <a:solidFill>
                <a:srgbClr val="FFFFFF"/>
              </a:solidFill>
              <a:latin typeface="Arial" panose="020B0604020202020204" pitchFamily="34" charset="0"/>
              <a:ea typeface="SimSun" panose="02010600030101010101" pitchFamily="2" charset="-122"/>
            </a:endParaRPr>
          </a:p>
        </p:txBody>
      </p:sp>
      <p:sp>
        <p:nvSpPr>
          <p:cNvPr id="24581" name="Content Placeholder 4"/>
          <p:cNvSpPr>
            <a:spLocks noGrp="1"/>
          </p:cNvSpPr>
          <p:nvPr>
            <p:ph sz="quarter" idx="4294967295"/>
          </p:nvPr>
        </p:nvSpPr>
        <p:spPr>
          <a:xfrm>
            <a:off x="457200" y="1319213"/>
            <a:ext cx="8229600" cy="1066800"/>
          </a:xfrm>
          <a:ln/>
        </p:spPr>
        <p:txBody>
          <a:bodyPr vert="horz" wrap="square" lIns="91440" tIns="45720" rIns="91440" bIns="45720" anchor="t" anchorCtr="0">
            <a:spAutoFit/>
          </a:bodyPr>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319405" lvl="0" indent="-319405" eaLnBrk="1" hangingPunct="1"/>
            <a:r>
              <a:rPr lang="en-US" altLang="en-US" sz="3200" dirty="0"/>
              <a:t>Collisions occur when different elements are mapped to the same cell</a:t>
            </a:r>
          </a:p>
        </p:txBody>
      </p:sp>
      <p:pic>
        <p:nvPicPr>
          <p:cNvPr id="24582" name="Picture 3"/>
          <p:cNvPicPr>
            <a:picLocks noChangeAspect="1"/>
          </p:cNvPicPr>
          <p:nvPr/>
        </p:nvPicPr>
        <p:blipFill>
          <a:blip r:embed="rId3"/>
          <a:stretch>
            <a:fillRect/>
          </a:stretch>
        </p:blipFill>
        <p:spPr>
          <a:xfrm>
            <a:off x="2133600" y="2309813"/>
            <a:ext cx="4648200" cy="3675062"/>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26627" name="Rectangle 2"/>
          <p:cNvSpPr>
            <a:spLocks noGrp="1"/>
          </p:cNvSpPr>
          <p:nvPr>
            <p:ph type="title"/>
          </p:nvPr>
        </p:nvSpPr>
        <p:spPr>
          <a:xfrm>
            <a:off x="838200" y="152400"/>
            <a:ext cx="7162800" cy="701675"/>
          </a:xfrm>
          <a:ln/>
        </p:spPr>
        <p:txBody>
          <a:bodyPr vert="horz" wrap="square" lIns="91440" tIns="45720" rIns="91440" bIns="45720" anchor="ctr" anchorCtr="0">
            <a:spAutoFit/>
          </a:bodyPr>
          <a:lstStyle/>
          <a:p>
            <a:pPr eaLnBrk="1" hangingPunct="1"/>
            <a:r>
              <a:rPr lang="en-US" altLang="en-US" sz="4000" b="1" dirty="0">
                <a:solidFill>
                  <a:srgbClr val="CC3300"/>
                </a:solidFill>
              </a:rPr>
              <a:t>Collision Resolution</a:t>
            </a:r>
          </a:p>
        </p:txBody>
      </p:sp>
      <p:sp>
        <p:nvSpPr>
          <p:cNvPr id="26628"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16</a:t>
            </a:fld>
            <a:endParaRPr lang="en-US" altLang="zh-CN" sz="1200" b="1" dirty="0">
              <a:solidFill>
                <a:srgbClr val="FFFFFF"/>
              </a:solidFill>
              <a:latin typeface="Arial" panose="020B0604020202020204" pitchFamily="34" charset="0"/>
              <a:ea typeface="SimSun" panose="02010600030101010101" pitchFamily="2" charset="-122"/>
            </a:endParaRPr>
          </a:p>
        </p:txBody>
      </p:sp>
      <p:sp>
        <p:nvSpPr>
          <p:cNvPr id="26629" name="Rectangle 2"/>
          <p:cNvSpPr/>
          <p:nvPr/>
        </p:nvSpPr>
        <p:spPr>
          <a:xfrm>
            <a:off x="762000" y="762000"/>
            <a:ext cx="7162800" cy="579438"/>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b="1" i="1" dirty="0">
                <a:solidFill>
                  <a:schemeClr val="hlink"/>
                </a:solidFill>
              </a:rPr>
              <a:t>Open addressing method</a:t>
            </a:r>
          </a:p>
        </p:txBody>
      </p:sp>
      <p:sp>
        <p:nvSpPr>
          <p:cNvPr id="26630" name="Text Box 6"/>
          <p:cNvSpPr txBox="1"/>
          <p:nvPr/>
        </p:nvSpPr>
        <p:spPr>
          <a:xfrm>
            <a:off x="266700" y="1601788"/>
            <a:ext cx="8610600" cy="4494212"/>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2200" dirty="0">
                <a:latin typeface="Arial" panose="020B0604020202020204" pitchFamily="34" charset="0"/>
              </a:rPr>
              <a:t>In the </a:t>
            </a:r>
            <a:r>
              <a:rPr lang="en-US" altLang="en-US" sz="2200" b="1" dirty="0">
                <a:latin typeface="Arial" panose="020B0604020202020204" pitchFamily="34" charset="0"/>
              </a:rPr>
              <a:t>open addressing</a:t>
            </a:r>
            <a:r>
              <a:rPr lang="en-US" altLang="en-US" sz="2200" dirty="0">
                <a:latin typeface="Arial" panose="020B0604020202020204" pitchFamily="34" charset="0"/>
              </a:rPr>
              <a:t> method, when a key x collides with another key, the collision is resolved by finding an available table entry other than the position (address) to which the colliding key is originally hashed. Thus, if the position  k = h(x) is used, then the following positions are tried: </a:t>
            </a:r>
          </a:p>
          <a:p>
            <a:pPr marL="0" lvl="0" indent="0" eaLnBrk="1" hangingPunct="1">
              <a:spcBef>
                <a:spcPct val="0"/>
              </a:spcBef>
              <a:buFontTx/>
              <a:buNone/>
            </a:pPr>
            <a:r>
              <a:rPr lang="en-US" altLang="en-US" sz="2200" i="1" dirty="0">
                <a:latin typeface="Arial" panose="020B0604020202020204" pitchFamily="34" charset="0"/>
              </a:rPr>
              <a:t>	k = h</a:t>
            </a:r>
            <a:r>
              <a:rPr lang="en-US" altLang="en-US" sz="2200" i="1" baseline="-25000" dirty="0">
                <a:latin typeface="Arial" panose="020B0604020202020204" pitchFamily="34" charset="0"/>
              </a:rPr>
              <a:t>i</a:t>
            </a:r>
            <a:r>
              <a:rPr lang="en-US" altLang="en-US" sz="2200" dirty="0">
                <a:latin typeface="Arial" panose="020B0604020202020204" pitchFamily="34" charset="0"/>
              </a:rPr>
              <a:t>(x) = </a:t>
            </a:r>
            <a:r>
              <a:rPr lang="en-US" altLang="en-US" sz="2200" i="1" dirty="0">
                <a:latin typeface="Arial" panose="020B0604020202020204" pitchFamily="34" charset="0"/>
              </a:rPr>
              <a:t>h</a:t>
            </a:r>
            <a:r>
              <a:rPr lang="en-US" altLang="en-US" sz="2200" dirty="0">
                <a:latin typeface="Arial" panose="020B0604020202020204" pitchFamily="34" charset="0"/>
              </a:rPr>
              <a:t>(x)+ p(</a:t>
            </a:r>
            <a:r>
              <a:rPr lang="en-US" altLang="en-US" sz="2200" i="1" dirty="0">
                <a:latin typeface="Arial" panose="020B0604020202020204" pitchFamily="34" charset="0"/>
              </a:rPr>
              <a:t>i</a:t>
            </a:r>
            <a:r>
              <a:rPr lang="en-US" altLang="en-US" sz="2200" dirty="0">
                <a:latin typeface="Arial" panose="020B0604020202020204" pitchFamily="34" charset="0"/>
              </a:rPr>
              <a:t>) mod </a:t>
            </a:r>
            <a:r>
              <a:rPr lang="en-US" altLang="en-US" sz="2200" i="1" dirty="0">
                <a:latin typeface="Arial" panose="020B0604020202020204" pitchFamily="34" charset="0"/>
              </a:rPr>
              <a:t>M,  i = 1, 2, ... </a:t>
            </a:r>
            <a:r>
              <a:rPr lang="en-US" altLang="en-US" sz="2200" dirty="0">
                <a:latin typeface="Arial" panose="020B0604020202020204" pitchFamily="34" charset="0"/>
              </a:rPr>
              <a:t>(M = </a:t>
            </a:r>
            <a:r>
              <a:rPr lang="en-US" altLang="en-US" sz="2200" i="1" dirty="0">
                <a:latin typeface="Arial" panose="020B0604020202020204" pitchFamily="34" charset="0"/>
              </a:rPr>
              <a:t>Tsize)</a:t>
            </a:r>
          </a:p>
          <a:p>
            <a:pPr marL="0" lvl="0" indent="0" eaLnBrk="1" hangingPunct="1">
              <a:spcBef>
                <a:spcPct val="0"/>
              </a:spcBef>
              <a:buFontTx/>
              <a:buNone/>
            </a:pPr>
            <a:endParaRPr lang="en-US" altLang="en-US" sz="2200" dirty="0">
              <a:latin typeface="Arial" panose="020B0604020202020204" pitchFamily="34" charset="0"/>
            </a:endParaRPr>
          </a:p>
          <a:p>
            <a:pPr marL="457200" lvl="1" indent="0" eaLnBrk="1" hangingPunct="1">
              <a:spcBef>
                <a:spcPct val="0"/>
              </a:spcBef>
              <a:buFontTx/>
              <a:buChar char="•"/>
            </a:pPr>
            <a:r>
              <a:rPr lang="en-US" altLang="en-US" sz="2200" dirty="0">
                <a:latin typeface="Arial" panose="020B0604020202020204" pitchFamily="34" charset="0"/>
              </a:rPr>
              <a:t>The simplest method is </a:t>
            </a:r>
            <a:r>
              <a:rPr lang="en-US" altLang="en-US" sz="2200" b="1" dirty="0">
                <a:latin typeface="Arial" panose="020B0604020202020204" pitchFamily="34" charset="0"/>
              </a:rPr>
              <a:t>linear probing</a:t>
            </a:r>
            <a:r>
              <a:rPr lang="en-US" altLang="en-US" sz="2200" i="1" dirty="0">
                <a:latin typeface="Arial" panose="020B0604020202020204" pitchFamily="34" charset="0"/>
              </a:rPr>
              <a:t>, </a:t>
            </a:r>
            <a:r>
              <a:rPr lang="en-US" altLang="en-US" sz="2200" dirty="0">
                <a:latin typeface="Arial" panose="020B0604020202020204" pitchFamily="34" charset="0"/>
              </a:rPr>
              <a:t>for which </a:t>
            </a:r>
            <a:r>
              <a:rPr lang="en-US" altLang="en-US" sz="2200" i="1" dirty="0">
                <a:latin typeface="Arial" panose="020B0604020202020204" pitchFamily="34" charset="0"/>
              </a:rPr>
              <a:t>p</a:t>
            </a:r>
            <a:r>
              <a:rPr lang="en-US" altLang="en-US" sz="2200" dirty="0">
                <a:latin typeface="Arial" panose="020B0604020202020204" pitchFamily="34" charset="0"/>
              </a:rPr>
              <a:t>(</a:t>
            </a:r>
            <a:r>
              <a:rPr lang="en-US" altLang="en-US" sz="2200" i="1" dirty="0">
                <a:latin typeface="Arial" panose="020B0604020202020204" pitchFamily="34" charset="0"/>
              </a:rPr>
              <a:t>i</a:t>
            </a:r>
            <a:r>
              <a:rPr lang="en-US" altLang="en-US" sz="2200" dirty="0">
                <a:latin typeface="Arial" panose="020B0604020202020204" pitchFamily="34" charset="0"/>
              </a:rPr>
              <a:t>) = </a:t>
            </a:r>
            <a:r>
              <a:rPr lang="en-US" altLang="en-US" sz="2200" i="1" dirty="0">
                <a:latin typeface="Arial" panose="020B0604020202020204" pitchFamily="34" charset="0"/>
              </a:rPr>
              <a:t>i, </a:t>
            </a:r>
            <a:r>
              <a:rPr lang="en-US" altLang="en-US" sz="2200" dirty="0">
                <a:latin typeface="Arial" panose="020B0604020202020204" pitchFamily="34" charset="0"/>
              </a:rPr>
              <a:t>and for the </a:t>
            </a:r>
            <a:r>
              <a:rPr lang="en-US" altLang="en-US" sz="2200" i="1" dirty="0">
                <a:latin typeface="Arial" panose="020B0604020202020204" pitchFamily="34" charset="0"/>
              </a:rPr>
              <a:t>ith </a:t>
            </a:r>
            <a:r>
              <a:rPr lang="en-US" altLang="en-US" sz="2200" dirty="0">
                <a:latin typeface="Arial" panose="020B0604020202020204" pitchFamily="34" charset="0"/>
              </a:rPr>
              <a:t>probe, the position to be tried is (</a:t>
            </a:r>
            <a:r>
              <a:rPr lang="en-US" altLang="en-US" sz="2200" i="1" dirty="0">
                <a:latin typeface="Arial" panose="020B0604020202020204" pitchFamily="34" charset="0"/>
              </a:rPr>
              <a:t>h</a:t>
            </a:r>
            <a:r>
              <a:rPr lang="en-US" altLang="en-US" sz="2200" dirty="0">
                <a:latin typeface="Arial" panose="020B0604020202020204" pitchFamily="34" charset="0"/>
              </a:rPr>
              <a:t>(x) + </a:t>
            </a:r>
            <a:r>
              <a:rPr lang="en-US" altLang="en-US" sz="2200" i="1" dirty="0">
                <a:latin typeface="Arial" panose="020B0604020202020204" pitchFamily="34" charset="0"/>
              </a:rPr>
              <a:t>i</a:t>
            </a:r>
            <a:r>
              <a:rPr lang="en-US" altLang="en-US" sz="2200" dirty="0">
                <a:latin typeface="Arial" panose="020B0604020202020204" pitchFamily="34" charset="0"/>
              </a:rPr>
              <a:t>) mod M</a:t>
            </a:r>
            <a:r>
              <a:rPr lang="en-US" altLang="en-US" sz="2200" i="1" dirty="0">
                <a:latin typeface="Arial" panose="020B0604020202020204" pitchFamily="34" charset="0"/>
              </a:rPr>
              <a:t>, </a:t>
            </a:r>
          </a:p>
          <a:p>
            <a:pPr marL="457200" lvl="1" indent="0" eaLnBrk="1" hangingPunct="1">
              <a:spcBef>
                <a:spcPct val="0"/>
              </a:spcBef>
              <a:buFontTx/>
              <a:buNone/>
            </a:pPr>
            <a:r>
              <a:rPr lang="en-US" altLang="en-US" sz="2200" i="1" dirty="0">
                <a:latin typeface="Arial" panose="020B0604020202020204" pitchFamily="34" charset="0"/>
              </a:rPr>
              <a:t>i = 1,2,…</a:t>
            </a:r>
          </a:p>
          <a:p>
            <a:pPr marL="457200" lvl="1" indent="0" eaLnBrk="1" hangingPunct="1">
              <a:spcBef>
                <a:spcPct val="0"/>
              </a:spcBef>
              <a:buFontTx/>
              <a:buNone/>
            </a:pPr>
            <a:endParaRPr lang="en-US" altLang="en-US" sz="2200" i="1" dirty="0">
              <a:latin typeface="Arial" panose="020B0604020202020204" pitchFamily="34" charset="0"/>
            </a:endParaRPr>
          </a:p>
          <a:p>
            <a:pPr marL="457200" lvl="1" indent="0" eaLnBrk="1" hangingPunct="1">
              <a:spcBef>
                <a:spcPct val="0"/>
              </a:spcBef>
              <a:buFontTx/>
              <a:buChar char="•"/>
            </a:pPr>
            <a:r>
              <a:rPr lang="en-US" altLang="en-US" sz="2200" b="1" dirty="0">
                <a:latin typeface="Arial" panose="020B0604020202020204" pitchFamily="34" charset="0"/>
              </a:rPr>
              <a:t>Quadratic</a:t>
            </a:r>
            <a:r>
              <a:rPr lang="en-US" altLang="en-US" sz="2200" dirty="0">
                <a:latin typeface="Arial" panose="020B0604020202020204" pitchFamily="34" charset="0"/>
              </a:rPr>
              <a:t>: p(i) = i</a:t>
            </a:r>
            <a:r>
              <a:rPr lang="en-US" altLang="en-US" sz="2200" baseline="30000" dirty="0">
                <a:latin typeface="Arial" panose="020B0604020202020204" pitchFamily="34" charset="0"/>
              </a:rPr>
              <a:t>2</a:t>
            </a:r>
            <a:r>
              <a:rPr lang="en-US" altLang="en-US" sz="2200" dirty="0">
                <a:latin typeface="Arial" panose="020B0604020202020204" pitchFamily="34" charset="0"/>
              </a:rPr>
              <a:t> thus the position to be tried is (</a:t>
            </a:r>
            <a:r>
              <a:rPr lang="en-US" altLang="en-US" sz="2200" i="1" dirty="0">
                <a:latin typeface="Arial" panose="020B0604020202020204" pitchFamily="34" charset="0"/>
              </a:rPr>
              <a:t>h</a:t>
            </a:r>
            <a:r>
              <a:rPr lang="en-US" altLang="en-US" sz="2200" dirty="0">
                <a:latin typeface="Arial" panose="020B0604020202020204" pitchFamily="34" charset="0"/>
              </a:rPr>
              <a:t>(x) + i</a:t>
            </a:r>
            <a:r>
              <a:rPr lang="en-US" altLang="en-US" sz="2200" baseline="30000" dirty="0">
                <a:latin typeface="Arial" panose="020B0604020202020204" pitchFamily="34" charset="0"/>
              </a:rPr>
              <a:t>2</a:t>
            </a:r>
            <a:r>
              <a:rPr lang="en-US" altLang="en-US" sz="2200" dirty="0">
                <a:latin typeface="Arial" panose="020B0604020202020204" pitchFamily="34" charset="0"/>
              </a:rPr>
              <a:t>) mod M</a:t>
            </a:r>
            <a:r>
              <a:rPr lang="en-US" altLang="en-US" sz="2200" i="1" dirty="0">
                <a:latin typeface="Arial" panose="020B0604020202020204" pitchFamily="34" charset="0"/>
              </a:rPr>
              <a:t>, i = 1,2,…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28675" name="Title 1"/>
          <p:cNvSpPr>
            <a:spLocks noGrp="1"/>
          </p:cNvSpPr>
          <p:nvPr>
            <p:ph type="title"/>
          </p:nvPr>
        </p:nvSpPr>
        <p:spPr>
          <a:xfrm>
            <a:off x="1219200" y="180975"/>
            <a:ext cx="6629400" cy="1190625"/>
          </a:xfrm>
          <a:ln/>
        </p:spPr>
        <p:txBody>
          <a:bodyPr vert="horz" wrap="square" lIns="91440" tIns="45720" rIns="91440" bIns="45720" anchor="ctr" anchorCtr="0">
            <a:spAutoFit/>
          </a:bodyPr>
          <a:lstStyle/>
          <a:p>
            <a:pPr eaLnBrk="1" hangingPunct="1"/>
            <a:r>
              <a:rPr lang="en-US" altLang="en-US" sz="3600" b="1" dirty="0">
                <a:solidFill>
                  <a:srgbClr val="CC3300"/>
                </a:solidFill>
              </a:rPr>
              <a:t>Search an item in hash tables using linear Probing</a:t>
            </a:r>
            <a:endParaRPr lang="en-US" altLang="en-US" sz="3600" b="1" i="1" dirty="0">
              <a:solidFill>
                <a:srgbClr val="CC3300"/>
              </a:solidFill>
            </a:endParaRPr>
          </a:p>
        </p:txBody>
      </p:sp>
      <p:sp>
        <p:nvSpPr>
          <p:cNvPr id="28676" name="Content Placeholder 4"/>
          <p:cNvSpPr>
            <a:spLocks noGrp="1"/>
          </p:cNvSpPr>
          <p:nvPr>
            <p:ph sz="quarter" idx="4294967295"/>
          </p:nvPr>
        </p:nvSpPr>
        <p:spPr>
          <a:xfrm>
            <a:off x="609600" y="1589088"/>
            <a:ext cx="3886200" cy="4327525"/>
          </a:xfrm>
          <a:ln/>
        </p:spPr>
        <p:txBody>
          <a:bodyPr vert="horz" wrap="square" lIns="91440" tIns="45720" rIns="91440" bIns="45720" anchor="t" anchorCtr="0">
            <a:spAutoFit/>
          </a:bodyPr>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319405" lvl="0" indent="-319405" eaLnBrk="1" hangingPunct="1">
              <a:lnSpc>
                <a:spcPct val="80000"/>
              </a:lnSpc>
            </a:pPr>
            <a:r>
              <a:rPr lang="en-US" altLang="en-US" dirty="0"/>
              <a:t>Consider a hash table A that uses linear probing</a:t>
            </a:r>
          </a:p>
          <a:p>
            <a:pPr marL="319405" lvl="0" indent="-319405" eaLnBrk="1" hangingPunct="1">
              <a:lnSpc>
                <a:spcPct val="80000"/>
              </a:lnSpc>
            </a:pPr>
            <a:r>
              <a:rPr lang="en-US" altLang="en-US" dirty="0"/>
              <a:t>get(k)</a:t>
            </a:r>
          </a:p>
          <a:p>
            <a:pPr marL="640080" lvl="1" indent="-273050" eaLnBrk="1" hangingPunct="1">
              <a:lnSpc>
                <a:spcPct val="80000"/>
              </a:lnSpc>
            </a:pPr>
            <a:r>
              <a:rPr lang="en-US" altLang="en-US" sz="2400" dirty="0"/>
              <a:t>We start at cell h(k) </a:t>
            </a:r>
          </a:p>
          <a:p>
            <a:pPr marL="640080" lvl="1" indent="-273050" eaLnBrk="1" hangingPunct="1">
              <a:lnSpc>
                <a:spcPct val="80000"/>
              </a:lnSpc>
            </a:pPr>
            <a:r>
              <a:rPr lang="en-US" altLang="en-US" sz="2400" dirty="0"/>
              <a:t>We probe consecutive locations until one of the following occurs</a:t>
            </a:r>
          </a:p>
          <a:p>
            <a:pPr marL="640080" lvl="1" indent="-273050" eaLnBrk="1" hangingPunct="1">
              <a:lnSpc>
                <a:spcPct val="80000"/>
              </a:lnSpc>
            </a:pPr>
            <a:r>
              <a:rPr lang="en-US" altLang="en-US" sz="2400" dirty="0"/>
              <a:t>An item with key k is found, or</a:t>
            </a:r>
          </a:p>
          <a:p>
            <a:pPr marL="640080" lvl="1" indent="-273050" eaLnBrk="1" hangingPunct="1">
              <a:lnSpc>
                <a:spcPct val="80000"/>
              </a:lnSpc>
            </a:pPr>
            <a:r>
              <a:rPr lang="en-US" altLang="en-US" sz="2400" dirty="0"/>
              <a:t>An empty cell is found, or</a:t>
            </a:r>
          </a:p>
          <a:p>
            <a:pPr marL="640080" lvl="1" indent="-273050" eaLnBrk="1" hangingPunct="1">
              <a:lnSpc>
                <a:spcPct val="80000"/>
              </a:lnSpc>
            </a:pPr>
            <a:r>
              <a:rPr lang="en-US" altLang="en-US" sz="2400" dirty="0"/>
              <a:t> N cells have been unsuccessfully probed </a:t>
            </a:r>
          </a:p>
        </p:txBody>
      </p:sp>
      <p:sp>
        <p:nvSpPr>
          <p:cNvPr id="28677" name="Content Placeholder 5"/>
          <p:cNvSpPr>
            <a:spLocks noGrp="1"/>
          </p:cNvSpPr>
          <p:nvPr>
            <p:ph sz="quarter" idx="4294967295"/>
          </p:nvPr>
        </p:nvSpPr>
        <p:spPr>
          <a:xfrm>
            <a:off x="4845050" y="1589088"/>
            <a:ext cx="3886200" cy="4572000"/>
          </a:xfrm>
          <a:ln/>
        </p:spPr>
        <p:txBody>
          <a:bodyPr vert="horz" wrap="square" lIns="91440" tIns="45720" rIns="91440" bIns="45720"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319405" lvl="0" indent="-319405" eaLnBrk="1" hangingPunct="1">
              <a:lnSpc>
                <a:spcPct val="80000"/>
              </a:lnSpc>
            </a:pPr>
            <a:endParaRPr lang="en-US" altLang="en-US" sz="3000" dirty="0"/>
          </a:p>
        </p:txBody>
      </p:sp>
      <p:sp>
        <p:nvSpPr>
          <p:cNvPr id="28678"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17</a:t>
            </a:fld>
            <a:endParaRPr lang="en-US" altLang="zh-CN" sz="1200" b="1" dirty="0">
              <a:solidFill>
                <a:srgbClr val="FFFFFF"/>
              </a:solidFill>
              <a:latin typeface="Arial" panose="020B0604020202020204" pitchFamily="34" charset="0"/>
              <a:ea typeface="SimSun" panose="02010600030101010101" pitchFamily="2" charset="-122"/>
            </a:endParaRPr>
          </a:p>
        </p:txBody>
      </p:sp>
      <p:pic>
        <p:nvPicPr>
          <p:cNvPr id="28679" name="Picture 2"/>
          <p:cNvPicPr>
            <a:picLocks noChangeAspect="1"/>
          </p:cNvPicPr>
          <p:nvPr/>
        </p:nvPicPr>
        <p:blipFill>
          <a:blip r:embed="rId3"/>
          <a:stretch>
            <a:fillRect/>
          </a:stretch>
        </p:blipFill>
        <p:spPr>
          <a:xfrm>
            <a:off x="4800600" y="1600200"/>
            <a:ext cx="3962400" cy="4400550"/>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30723" name="Title 1"/>
          <p:cNvSpPr>
            <a:spLocks noGrp="1"/>
          </p:cNvSpPr>
          <p:nvPr>
            <p:ph type="title"/>
          </p:nvPr>
        </p:nvSpPr>
        <p:spPr>
          <a:xfrm>
            <a:off x="685800" y="425450"/>
            <a:ext cx="7924800" cy="701675"/>
          </a:xfrm>
          <a:ln/>
        </p:spPr>
        <p:txBody>
          <a:bodyPr vert="horz" wrap="square" lIns="91440" tIns="45720" rIns="91440" bIns="45720" anchor="ctr" anchorCtr="0">
            <a:spAutoFit/>
          </a:bodyPr>
          <a:lstStyle/>
          <a:p>
            <a:pPr eaLnBrk="1" hangingPunct="1"/>
            <a:r>
              <a:rPr lang="en-US" altLang="en-US" sz="4000" b="1" dirty="0">
                <a:solidFill>
                  <a:srgbClr val="CC3300"/>
                </a:solidFill>
              </a:rPr>
              <a:t>Factors affecting Search perfomance</a:t>
            </a:r>
            <a:endParaRPr lang="en-US" altLang="en-US" sz="4000" b="1" i="1" dirty="0">
              <a:solidFill>
                <a:srgbClr val="CC3300"/>
              </a:solidFill>
            </a:endParaRPr>
          </a:p>
        </p:txBody>
      </p:sp>
      <p:sp>
        <p:nvSpPr>
          <p:cNvPr id="30724" name="Content Placeholder 4"/>
          <p:cNvSpPr>
            <a:spLocks noGrp="1"/>
          </p:cNvSpPr>
          <p:nvPr>
            <p:ph sz="quarter" idx="4294967295"/>
          </p:nvPr>
        </p:nvSpPr>
        <p:spPr>
          <a:xfrm>
            <a:off x="990600" y="1524000"/>
            <a:ext cx="7315200" cy="4302125"/>
          </a:xfrm>
          <a:ln/>
        </p:spPr>
        <p:txBody>
          <a:bodyPr vert="horz" wrap="square" lIns="91440" tIns="45720" rIns="91440" bIns="45720" anchor="t" anchorCtr="0">
            <a:spAutoFit/>
          </a:bodyPr>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319405" lvl="0" indent="-319405"/>
            <a:r>
              <a:rPr lang="en-US" altLang="en-US" sz="3000" dirty="0"/>
              <a:t>Quality of hash function</a:t>
            </a:r>
          </a:p>
          <a:p>
            <a:pPr marL="640080" lvl="1" indent="-273050"/>
            <a:r>
              <a:rPr lang="en-US" altLang="en-US" sz="3000" dirty="0"/>
              <a:t>how uniform?</a:t>
            </a:r>
          </a:p>
          <a:p>
            <a:pPr marL="640080" lvl="1" indent="-273050"/>
            <a:r>
              <a:rPr lang="en-US" altLang="en-US" sz="3000" dirty="0"/>
              <a:t>depends on actual data </a:t>
            </a:r>
          </a:p>
          <a:p>
            <a:pPr marL="319405" lvl="0" indent="-319405"/>
            <a:r>
              <a:rPr lang="en-US" altLang="en-US" sz="3000" dirty="0"/>
              <a:t>Collision resolution strategy used</a:t>
            </a:r>
          </a:p>
          <a:p>
            <a:pPr marL="319405" lvl="0" indent="-319405"/>
            <a:r>
              <a:rPr lang="en-US" altLang="en-US" sz="3000" dirty="0">
                <a:solidFill>
                  <a:srgbClr val="0000FF"/>
                </a:solidFill>
              </a:rPr>
              <a:t>Load factor </a:t>
            </a:r>
            <a:r>
              <a:rPr lang="en-US" altLang="en-US" sz="3000" dirty="0"/>
              <a:t>of the HashTable</a:t>
            </a:r>
          </a:p>
          <a:p>
            <a:pPr marL="640080" lvl="1" indent="-273050"/>
            <a:r>
              <a:rPr lang="en-US" altLang="en-US" sz="3000" dirty="0">
                <a:solidFill>
                  <a:srgbClr val="0000FF"/>
                </a:solidFill>
              </a:rPr>
              <a:t>N/Tsize</a:t>
            </a:r>
          </a:p>
          <a:p>
            <a:pPr marL="640080" lvl="1" indent="-273050"/>
            <a:r>
              <a:rPr lang="en-US" altLang="en-US" sz="3000" dirty="0"/>
              <a:t>The lower the load factor the better the search performance</a:t>
            </a:r>
          </a:p>
        </p:txBody>
      </p:sp>
      <p:sp>
        <p:nvSpPr>
          <p:cNvPr id="30725"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18</a:t>
            </a:fld>
            <a:endParaRPr lang="en-US" altLang="zh-CN" sz="1200" b="1" dirty="0">
              <a:solidFill>
                <a:srgbClr val="FFFFFF"/>
              </a:solidFill>
              <a:latin typeface="Arial" panose="020B0604020202020204" pitchFamily="34" charset="0"/>
              <a:ea typeface="SimSun"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32771"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19</a:t>
            </a:fld>
            <a:endParaRPr lang="en-US" altLang="zh-CN" sz="1200" b="1" dirty="0">
              <a:solidFill>
                <a:srgbClr val="FFFFFF"/>
              </a:solidFill>
              <a:latin typeface="Arial" panose="020B0604020202020204" pitchFamily="34" charset="0"/>
              <a:ea typeface="SimSun" panose="02010600030101010101" pitchFamily="2" charset="-122"/>
            </a:endParaRPr>
          </a:p>
        </p:txBody>
      </p:sp>
      <p:sp>
        <p:nvSpPr>
          <p:cNvPr id="32772" name="Rectangle 2"/>
          <p:cNvSpPr/>
          <p:nvPr/>
        </p:nvSpPr>
        <p:spPr>
          <a:xfrm>
            <a:off x="381000" y="517525"/>
            <a:ext cx="8229600" cy="7016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4000" b="1" dirty="0">
                <a:solidFill>
                  <a:srgbClr val="CC3300"/>
                </a:solidFill>
              </a:rPr>
              <a:t>Quadratic Probing example</a:t>
            </a:r>
          </a:p>
        </p:txBody>
      </p:sp>
      <p:pic>
        <p:nvPicPr>
          <p:cNvPr id="32773" name="Picture 5"/>
          <p:cNvPicPr>
            <a:picLocks noChangeAspect="1"/>
          </p:cNvPicPr>
          <p:nvPr/>
        </p:nvPicPr>
        <p:blipFill>
          <a:blip r:embed="rId3"/>
          <a:srcRect l="26968" t="45930" r="20360" b="41904"/>
          <a:stretch>
            <a:fillRect/>
          </a:stretch>
        </p:blipFill>
        <p:spPr>
          <a:xfrm>
            <a:off x="838200" y="4267200"/>
            <a:ext cx="7391400" cy="1066800"/>
          </a:xfrm>
          <a:prstGeom prst="rect">
            <a:avLst/>
          </a:prstGeom>
          <a:noFill/>
          <a:ln w="9525">
            <a:noFill/>
          </a:ln>
        </p:spPr>
      </p:pic>
      <p:sp>
        <p:nvSpPr>
          <p:cNvPr id="32774" name="Text Box 6"/>
          <p:cNvSpPr txBox="1"/>
          <p:nvPr/>
        </p:nvSpPr>
        <p:spPr>
          <a:xfrm>
            <a:off x="609600" y="1828800"/>
            <a:ext cx="7848600" cy="1938338"/>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2400" dirty="0">
                <a:latin typeface="Arial" panose="020B0604020202020204" pitchFamily="34" charset="0"/>
              </a:rPr>
              <a:t>if the position  k = h(x) is used, then the following positions are tried: </a:t>
            </a:r>
          </a:p>
          <a:p>
            <a:pPr marL="0" lvl="0" indent="0" eaLnBrk="1" hangingPunct="1">
              <a:spcBef>
                <a:spcPct val="0"/>
              </a:spcBef>
              <a:buFontTx/>
              <a:buNone/>
            </a:pPr>
            <a:r>
              <a:rPr lang="en-US" altLang="en-US" sz="2400" i="1" dirty="0">
                <a:latin typeface="Arial" panose="020B0604020202020204" pitchFamily="34" charset="0"/>
              </a:rPr>
              <a:t>	k = h</a:t>
            </a:r>
            <a:r>
              <a:rPr lang="en-US" altLang="en-US" sz="2400" i="1" baseline="-25000" dirty="0">
                <a:latin typeface="Arial" panose="020B0604020202020204" pitchFamily="34" charset="0"/>
              </a:rPr>
              <a:t>i</a:t>
            </a:r>
            <a:r>
              <a:rPr lang="en-US" altLang="en-US" sz="2400" dirty="0">
                <a:latin typeface="Arial" panose="020B0604020202020204" pitchFamily="34" charset="0"/>
              </a:rPr>
              <a:t>(x) = </a:t>
            </a:r>
            <a:r>
              <a:rPr lang="en-US" altLang="en-US" sz="2400" i="1" dirty="0">
                <a:latin typeface="Arial" panose="020B0604020202020204" pitchFamily="34" charset="0"/>
              </a:rPr>
              <a:t>h</a:t>
            </a:r>
            <a:r>
              <a:rPr lang="en-US" altLang="en-US" sz="2400" dirty="0">
                <a:latin typeface="Arial" panose="020B0604020202020204" pitchFamily="34" charset="0"/>
              </a:rPr>
              <a:t>(x)+ </a:t>
            </a:r>
            <a:r>
              <a:rPr lang="en-US" altLang="en-US" sz="2400" i="1" dirty="0">
                <a:latin typeface="Arial" panose="020B0604020202020204" pitchFamily="34" charset="0"/>
              </a:rPr>
              <a:t>i</a:t>
            </a:r>
            <a:r>
              <a:rPr lang="en-US" altLang="en-US" sz="2400" i="1" baseline="30000" dirty="0">
                <a:latin typeface="Arial" panose="020B0604020202020204" pitchFamily="34" charset="0"/>
              </a:rPr>
              <a:t>2</a:t>
            </a:r>
            <a:r>
              <a:rPr lang="en-US" altLang="en-US" sz="2400" dirty="0">
                <a:latin typeface="Arial" panose="020B0604020202020204" pitchFamily="34" charset="0"/>
              </a:rPr>
              <a:t> mod </a:t>
            </a:r>
            <a:r>
              <a:rPr lang="en-US" altLang="en-US" sz="2400" i="1" dirty="0">
                <a:latin typeface="Arial" panose="020B0604020202020204" pitchFamily="34" charset="0"/>
              </a:rPr>
              <a:t>M,  i = 1, 2, ... </a:t>
            </a:r>
            <a:r>
              <a:rPr lang="en-US" altLang="en-US" sz="2400" dirty="0">
                <a:latin typeface="Arial" panose="020B0604020202020204" pitchFamily="34" charset="0"/>
              </a:rPr>
              <a:t>(M = </a:t>
            </a:r>
            <a:r>
              <a:rPr lang="en-US" altLang="en-US" sz="2400" i="1" dirty="0">
                <a:latin typeface="Arial" panose="020B0604020202020204" pitchFamily="34" charset="0"/>
              </a:rPr>
              <a:t>Tsize)</a:t>
            </a:r>
          </a:p>
          <a:p>
            <a:pPr marL="0" lvl="0" indent="0" eaLnBrk="1" hangingPunct="1">
              <a:spcBef>
                <a:spcPct val="0"/>
              </a:spcBef>
              <a:buFontTx/>
              <a:buNone/>
            </a:pPr>
            <a:r>
              <a:rPr lang="en-US" altLang="en-US" sz="2400" dirty="0">
                <a:latin typeface="Arial" panose="020B0604020202020204" pitchFamily="34" charset="0"/>
              </a:rPr>
              <a:t>h(x) = x mod 10</a:t>
            </a:r>
          </a:p>
          <a:p>
            <a:pPr marL="0" lvl="0" indent="0" eaLnBrk="1" hangingPunct="1">
              <a:spcBef>
                <a:spcPct val="0"/>
              </a:spcBef>
              <a:buFontTx/>
              <a:buNone/>
            </a:pPr>
            <a:r>
              <a:rPr lang="en-US" altLang="en-US" sz="2400" dirty="0">
                <a:latin typeface="Arial" panose="020B0604020202020204" pitchFamily="34" charset="0"/>
              </a:rPr>
              <a:t>Insert keys 89, 18, 49, 58, 69 in this order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34819"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20</a:t>
            </a:fld>
            <a:endParaRPr lang="en-US" altLang="zh-CN" sz="1200" b="1" dirty="0">
              <a:solidFill>
                <a:srgbClr val="FFFFFF"/>
              </a:solidFill>
              <a:latin typeface="Arial" panose="020B0604020202020204" pitchFamily="34" charset="0"/>
              <a:ea typeface="SimSun" panose="02010600030101010101" pitchFamily="2" charset="-122"/>
            </a:endParaRPr>
          </a:p>
        </p:txBody>
      </p:sp>
      <p:sp>
        <p:nvSpPr>
          <p:cNvPr id="34820" name="Rectangle 2"/>
          <p:cNvSpPr/>
          <p:nvPr/>
        </p:nvSpPr>
        <p:spPr>
          <a:xfrm>
            <a:off x="381000" y="273050"/>
            <a:ext cx="8229600" cy="119062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3600" b="1" dirty="0">
                <a:solidFill>
                  <a:srgbClr val="CC3300"/>
                </a:solidFill>
              </a:rPr>
              <a:t>Advantages and disadvantages of quadratic probing</a:t>
            </a:r>
          </a:p>
        </p:txBody>
      </p:sp>
      <p:sp>
        <p:nvSpPr>
          <p:cNvPr id="34821" name="Text Box 5"/>
          <p:cNvSpPr txBox="1"/>
          <p:nvPr/>
        </p:nvSpPr>
        <p:spPr>
          <a:xfrm>
            <a:off x="381000" y="1981200"/>
            <a:ext cx="8496300" cy="381635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2200" dirty="0">
                <a:latin typeface="Arial" panose="020B0604020202020204" pitchFamily="34" charset="0"/>
              </a:rPr>
              <a:t>One problem with quadratic probing is that probe sequences do not probe all locations in the table. </a:t>
            </a:r>
          </a:p>
          <a:p>
            <a:pPr marL="0" lvl="0" indent="0" eaLnBrk="1" hangingPunct="1">
              <a:spcBef>
                <a:spcPct val="0"/>
              </a:spcBef>
              <a:buFontTx/>
              <a:buNone/>
            </a:pPr>
            <a:endParaRPr lang="en-US" altLang="en-US" sz="2200" dirty="0">
              <a:latin typeface="Arial" panose="020B0604020202020204" pitchFamily="34" charset="0"/>
            </a:endParaRPr>
          </a:p>
          <a:p>
            <a:pPr marL="0" lvl="0" indent="0" eaLnBrk="1" hangingPunct="1">
              <a:spcBef>
                <a:spcPct val="0"/>
              </a:spcBef>
              <a:buFontTx/>
              <a:buNone/>
            </a:pPr>
            <a:r>
              <a:rPr lang="en-US" altLang="en-US" sz="2200" dirty="0">
                <a:latin typeface="Arial" panose="020B0604020202020204" pitchFamily="34" charset="0"/>
              </a:rPr>
              <a:t>For example, if M=11,  k = h(x) = x%11. </a:t>
            </a:r>
          </a:p>
          <a:p>
            <a:pPr marL="0" lvl="0" indent="0" eaLnBrk="1" hangingPunct="1">
              <a:spcBef>
                <a:spcPct val="0"/>
              </a:spcBef>
              <a:buFontTx/>
              <a:buNone/>
            </a:pPr>
            <a:r>
              <a:rPr lang="en-US" altLang="en-US" sz="2200" dirty="0">
                <a:latin typeface="Arial" panose="020B0604020202020204" pitchFamily="34" charset="0"/>
              </a:rPr>
              <a:t>Then for those key x-s, where h(x) = 3 and collision occurs, only positions 3, 4, 7, 1, 8, 6 are probed.</a:t>
            </a:r>
          </a:p>
          <a:p>
            <a:pPr marL="0" lvl="0" indent="0" eaLnBrk="1" hangingPunct="1">
              <a:spcBef>
                <a:spcPct val="0"/>
              </a:spcBef>
              <a:buFontTx/>
              <a:buNone/>
            </a:pPr>
            <a:endParaRPr lang="en-US" altLang="en-US" sz="2200" dirty="0">
              <a:latin typeface="Arial" panose="020B0604020202020204" pitchFamily="34" charset="0"/>
            </a:endParaRPr>
          </a:p>
          <a:p>
            <a:pPr marL="0" lvl="0" indent="0" eaLnBrk="1" hangingPunct="1">
              <a:spcBef>
                <a:spcPct val="0"/>
              </a:spcBef>
              <a:buFontTx/>
              <a:buNone/>
            </a:pPr>
            <a:r>
              <a:rPr lang="en-US" altLang="en-US" sz="2200" dirty="0">
                <a:latin typeface="Arial" panose="020B0604020202020204" pitchFamily="34" charset="0"/>
              </a:rPr>
              <a:t>When M is prime, we can make the following guarantee.</a:t>
            </a:r>
            <a:endParaRPr lang="en-US" altLang="en-US" sz="2200" b="1" dirty="0">
              <a:latin typeface="Arial" panose="020B0604020202020204" pitchFamily="34" charset="0"/>
            </a:endParaRPr>
          </a:p>
          <a:p>
            <a:pPr marL="0" lvl="0" indent="0" eaLnBrk="1" hangingPunct="1">
              <a:spcBef>
                <a:spcPct val="0"/>
              </a:spcBef>
              <a:buFontTx/>
              <a:buNone/>
            </a:pPr>
            <a:r>
              <a:rPr lang="en-US" altLang="en-US" sz="2200" b="1" dirty="0">
                <a:latin typeface="Arial" panose="020B0604020202020204" pitchFamily="34" charset="0"/>
              </a:rPr>
              <a:t>Theorem. </a:t>
            </a:r>
            <a:r>
              <a:rPr lang="en-US" altLang="en-US" sz="2200" dirty="0">
                <a:latin typeface="Arial" panose="020B0604020202020204" pitchFamily="34" charset="0"/>
              </a:rPr>
              <a:t>If  M  is prime and the table is at least half empty, then quadratic probing will always find an empty location. Furthermore, no locations are checked twice.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36867" name="Rectangle 3"/>
          <p:cNvSpPr>
            <a:spLocks noGrp="1"/>
          </p:cNvSpPr>
          <p:nvPr>
            <p:ph sz="quarter" idx="4294967295"/>
          </p:nvPr>
        </p:nvSpPr>
        <p:spPr>
          <a:xfrm>
            <a:off x="228600" y="1371600"/>
            <a:ext cx="4191000" cy="4310063"/>
          </a:xfrm>
          <a:ln/>
        </p:spPr>
        <p:txBody>
          <a:bodyPr vert="horz" wrap="square" lIns="91440" tIns="45720" rIns="91440" bIns="45720" anchor="t" anchorCtr="0">
            <a:spAutoFit/>
          </a:bodyPr>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319405" lvl="0" indent="-319405" algn="just" eaLnBrk="1" hangingPunct="1">
              <a:lnSpc>
                <a:spcPct val="80000"/>
              </a:lnSpc>
            </a:pPr>
            <a:r>
              <a:rPr lang="en-US" altLang="en-US" dirty="0"/>
              <a:t>Keys do not have to be stored in the table itself. In </a:t>
            </a:r>
            <a:r>
              <a:rPr lang="en-US" altLang="en-US" b="1" dirty="0"/>
              <a:t>chaining</a:t>
            </a:r>
            <a:r>
              <a:rPr lang="en-US" altLang="en-US" i="1" dirty="0"/>
              <a:t>, </a:t>
            </a:r>
            <a:r>
              <a:rPr lang="en-US" altLang="en-US" dirty="0"/>
              <a:t>each position of the table is associated with a </a:t>
            </a:r>
            <a:r>
              <a:rPr lang="en-US" altLang="en-US" b="1" dirty="0"/>
              <a:t>linked list</a:t>
            </a:r>
            <a:r>
              <a:rPr lang="en-US" altLang="en-US" dirty="0"/>
              <a:t> or </a:t>
            </a:r>
            <a:r>
              <a:rPr lang="en-US" altLang="en-US" b="1" dirty="0"/>
              <a:t>chain</a:t>
            </a:r>
            <a:r>
              <a:rPr lang="en-US" altLang="en-US" i="1" dirty="0"/>
              <a:t> </a:t>
            </a:r>
            <a:r>
              <a:rPr lang="en-US" altLang="en-US" dirty="0"/>
              <a:t>of structures whose </a:t>
            </a:r>
            <a:r>
              <a:rPr lang="en-US" altLang="en-US" dirty="0">
                <a:latin typeface="Courier New" panose="02070309020205020404" pitchFamily="49" charset="0"/>
              </a:rPr>
              <a:t>info</a:t>
            </a:r>
            <a:r>
              <a:rPr lang="en-US" altLang="en-US" dirty="0"/>
              <a:t> fields store keys or references to keys.</a:t>
            </a:r>
          </a:p>
          <a:p>
            <a:pPr marL="319405" lvl="0" indent="-319405" algn="just" eaLnBrk="1" hangingPunct="1">
              <a:lnSpc>
                <a:spcPct val="80000"/>
              </a:lnSpc>
            </a:pPr>
            <a:r>
              <a:rPr lang="en-US" altLang="en-US" dirty="0"/>
              <a:t>This method is called </a:t>
            </a:r>
            <a:r>
              <a:rPr lang="en-US" altLang="en-US" b="1" dirty="0"/>
              <a:t>separate chaining</a:t>
            </a:r>
            <a:r>
              <a:rPr lang="en-US" altLang="en-US" dirty="0"/>
              <a:t>, and a table of references (pointers) is called a </a:t>
            </a:r>
            <a:r>
              <a:rPr lang="en-US" altLang="en-US" b="1" dirty="0"/>
              <a:t>scatter</a:t>
            </a:r>
            <a:r>
              <a:rPr lang="en-US" altLang="en-US" dirty="0"/>
              <a:t> </a:t>
            </a:r>
            <a:r>
              <a:rPr lang="en-US" altLang="en-US" b="1" dirty="0"/>
              <a:t>table</a:t>
            </a:r>
            <a:r>
              <a:rPr lang="en-US" altLang="en-US" dirty="0"/>
              <a:t>. In this method, the table can never overflow, because the linked list is extendible.  </a:t>
            </a:r>
          </a:p>
        </p:txBody>
      </p:sp>
      <p:pic>
        <p:nvPicPr>
          <p:cNvPr id="36868" name="Picture 4"/>
          <p:cNvPicPr>
            <a:picLocks noChangeAspect="1"/>
          </p:cNvPicPr>
          <p:nvPr/>
        </p:nvPicPr>
        <p:blipFill>
          <a:blip r:embed="rId3"/>
          <a:stretch>
            <a:fillRect/>
          </a:stretch>
        </p:blipFill>
        <p:spPr>
          <a:xfrm>
            <a:off x="4495800" y="1600200"/>
            <a:ext cx="4238625" cy="3616325"/>
          </a:xfrm>
          <a:prstGeom prst="rect">
            <a:avLst/>
          </a:prstGeom>
          <a:noFill/>
          <a:ln w="9525">
            <a:noFill/>
          </a:ln>
        </p:spPr>
      </p:pic>
      <p:sp>
        <p:nvSpPr>
          <p:cNvPr id="36869" name="Text Box 3"/>
          <p:cNvSpPr txBox="1"/>
          <p:nvPr/>
        </p:nvSpPr>
        <p:spPr>
          <a:xfrm>
            <a:off x="4876800" y="5257800"/>
            <a:ext cx="3505200" cy="5175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defTabSz="914400" eaLnBrk="1" hangingPunct="1">
              <a:spcBef>
                <a:spcPct val="0"/>
              </a:spcBef>
              <a:buFontTx/>
              <a:buNone/>
              <a:tabLst>
                <a:tab pos="1424305" algn="l"/>
              </a:tabLst>
            </a:pPr>
            <a:r>
              <a:rPr lang="en-US" altLang="en-US" sz="1400" b="1" dirty="0">
                <a:latin typeface="Arial" panose="020B0604020202020204" pitchFamily="34" charset="0"/>
              </a:rPr>
              <a:t>In chaining, colliding keys are put on the same linked list</a:t>
            </a:r>
          </a:p>
        </p:txBody>
      </p:sp>
      <p:sp>
        <p:nvSpPr>
          <p:cNvPr id="36870" name="Rectangle 2"/>
          <p:cNvSpPr/>
          <p:nvPr/>
        </p:nvSpPr>
        <p:spPr>
          <a:xfrm>
            <a:off x="762000" y="304800"/>
            <a:ext cx="7162800" cy="7016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4000" b="1" dirty="0">
                <a:solidFill>
                  <a:srgbClr val="CC3300"/>
                </a:solidFill>
              </a:rPr>
              <a:t>Collision Resolution</a:t>
            </a:r>
          </a:p>
        </p:txBody>
      </p:sp>
      <p:sp>
        <p:nvSpPr>
          <p:cNvPr id="36871" name="Rectangle 2"/>
          <p:cNvSpPr/>
          <p:nvPr/>
        </p:nvSpPr>
        <p:spPr>
          <a:xfrm>
            <a:off x="1295400" y="792163"/>
            <a:ext cx="5715000" cy="579437"/>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b="1" i="1" dirty="0">
                <a:solidFill>
                  <a:schemeClr val="hlink"/>
                </a:solidFill>
              </a:rPr>
              <a:t>Chaining method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38915" name="Rectangle 3"/>
          <p:cNvSpPr>
            <a:spLocks noGrp="1"/>
          </p:cNvSpPr>
          <p:nvPr>
            <p:ph sz="quarter" idx="4294967295"/>
          </p:nvPr>
        </p:nvSpPr>
        <p:spPr>
          <a:xfrm>
            <a:off x="304800" y="2028825"/>
            <a:ext cx="5943600" cy="3511550"/>
          </a:xfrm>
          <a:ln/>
        </p:spPr>
        <p:txBody>
          <a:bodyPr vert="horz" wrap="square" lIns="91440" tIns="45720" rIns="91440" bIns="45720" anchor="t" anchorCtr="0">
            <a:spAutoFit/>
          </a:bodyPr>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319405" lvl="0" indent="-319405" eaLnBrk="1" hangingPunct="1">
              <a:lnSpc>
                <a:spcPct val="90000"/>
              </a:lnSpc>
            </a:pPr>
            <a:r>
              <a:rPr lang="en-US" altLang="en-US" sz="2200" dirty="0"/>
              <a:t>A version of chaining called </a:t>
            </a:r>
            <a:r>
              <a:rPr lang="en-US" altLang="en-US" sz="2200" b="1" dirty="0"/>
              <a:t>coalesced</a:t>
            </a:r>
            <a:r>
              <a:rPr lang="en-US" altLang="en-US" sz="2200" dirty="0"/>
              <a:t> </a:t>
            </a:r>
            <a:r>
              <a:rPr lang="en-US" altLang="en-US" sz="2200" b="1" dirty="0"/>
              <a:t>hashing</a:t>
            </a:r>
            <a:r>
              <a:rPr lang="en-US" altLang="en-US" sz="2200" dirty="0"/>
              <a:t> (or </a:t>
            </a:r>
            <a:r>
              <a:rPr lang="en-US" altLang="en-US" sz="2200" b="1" dirty="0"/>
              <a:t>coalesced chaining</a:t>
            </a:r>
            <a:r>
              <a:rPr lang="en-US" altLang="en-US" sz="2200" dirty="0"/>
              <a:t>) combines linear probing with chaining. Each position pos in the table contains 2 fields: info and next. The next field contains the index of the next key that is hashed to pos. By this way, a sequential search down the table can be avoided by directly accessing the next element on the linked list. </a:t>
            </a:r>
            <a:r>
              <a:rPr lang="en-US" altLang="en-US" sz="2200" u="sng" dirty="0"/>
              <a:t> </a:t>
            </a:r>
          </a:p>
          <a:p>
            <a:pPr marL="319405" lvl="0" indent="-319405" eaLnBrk="1" hangingPunct="1">
              <a:lnSpc>
                <a:spcPct val="90000"/>
              </a:lnSpc>
            </a:pPr>
            <a:r>
              <a:rPr lang="en-US" altLang="en-US" sz="2200" dirty="0"/>
              <a:t>An </a:t>
            </a:r>
            <a:r>
              <a:rPr lang="en-US" altLang="en-US" sz="2200" u="sng" dirty="0"/>
              <a:t>overflow area known as a </a:t>
            </a:r>
            <a:r>
              <a:rPr lang="en-US" altLang="en-US" sz="2200" b="1" u="sng" dirty="0"/>
              <a:t>cellar</a:t>
            </a:r>
            <a:r>
              <a:rPr lang="en-US" altLang="en-US" sz="2200" i="1" dirty="0"/>
              <a:t> </a:t>
            </a:r>
            <a:r>
              <a:rPr lang="en-US" altLang="en-US" sz="2200" dirty="0"/>
              <a:t>can be allocated to store keys for which there is no room in the table</a:t>
            </a:r>
          </a:p>
        </p:txBody>
      </p:sp>
      <p:sp>
        <p:nvSpPr>
          <p:cNvPr id="38916"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22</a:t>
            </a:fld>
            <a:endParaRPr lang="en-US" altLang="zh-CN" sz="1200" b="1" dirty="0">
              <a:solidFill>
                <a:srgbClr val="FFFFFF"/>
              </a:solidFill>
              <a:latin typeface="Arial" panose="020B0604020202020204" pitchFamily="34" charset="0"/>
              <a:ea typeface="SimSun" panose="02010600030101010101" pitchFamily="2" charset="-122"/>
            </a:endParaRPr>
          </a:p>
        </p:txBody>
      </p:sp>
      <p:pic>
        <p:nvPicPr>
          <p:cNvPr id="38917" name="Picture 4"/>
          <p:cNvPicPr>
            <a:picLocks noChangeAspect="1"/>
          </p:cNvPicPr>
          <p:nvPr/>
        </p:nvPicPr>
        <p:blipFill>
          <a:blip r:embed="rId3"/>
          <a:srcRect l="38489" r="34950" b="8752"/>
          <a:stretch>
            <a:fillRect/>
          </a:stretch>
        </p:blipFill>
        <p:spPr>
          <a:xfrm>
            <a:off x="6477000" y="1141413"/>
            <a:ext cx="2057400" cy="4133850"/>
          </a:xfrm>
          <a:prstGeom prst="rect">
            <a:avLst/>
          </a:prstGeom>
          <a:noFill/>
          <a:ln w="9525">
            <a:noFill/>
          </a:ln>
        </p:spPr>
      </p:pic>
      <p:sp>
        <p:nvSpPr>
          <p:cNvPr id="38918" name="Rectangle 6"/>
          <p:cNvSpPr/>
          <p:nvPr/>
        </p:nvSpPr>
        <p:spPr>
          <a:xfrm>
            <a:off x="6489700" y="5297488"/>
            <a:ext cx="2057400" cy="13239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600" b="1" dirty="0">
                <a:latin typeface="Arial" panose="020B0604020202020204" pitchFamily="34" charset="0"/>
              </a:rPr>
              <a:t>Coalesced hashing puts a colliding key in the last  available position of the table</a:t>
            </a:r>
            <a:endParaRPr lang="en-US" altLang="en-US" sz="1600" dirty="0">
              <a:latin typeface="Arial" panose="020B0604020202020204" pitchFamily="34" charset="0"/>
            </a:endParaRPr>
          </a:p>
        </p:txBody>
      </p:sp>
      <p:sp>
        <p:nvSpPr>
          <p:cNvPr id="38919" name="Rectangle 2"/>
          <p:cNvSpPr/>
          <p:nvPr/>
        </p:nvSpPr>
        <p:spPr>
          <a:xfrm>
            <a:off x="1219200" y="152400"/>
            <a:ext cx="6172200" cy="7016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4000" b="1" dirty="0">
                <a:solidFill>
                  <a:srgbClr val="CC3300"/>
                </a:solidFill>
              </a:rPr>
              <a:t>Collision Resolution</a:t>
            </a:r>
          </a:p>
        </p:txBody>
      </p:sp>
      <p:sp>
        <p:nvSpPr>
          <p:cNvPr id="38920" name="Rectangle 2"/>
          <p:cNvSpPr/>
          <p:nvPr/>
        </p:nvSpPr>
        <p:spPr>
          <a:xfrm>
            <a:off x="304800" y="639763"/>
            <a:ext cx="8610600" cy="579437"/>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b="1" i="1" dirty="0">
                <a:solidFill>
                  <a:schemeClr val="hlink"/>
                </a:solidFill>
              </a:rPr>
              <a:t>Coalesced hashing or coalesced chaining method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40963" name="Rectangle 6"/>
          <p:cNvSpPr/>
          <p:nvPr/>
        </p:nvSpPr>
        <p:spPr>
          <a:xfrm>
            <a:off x="1828800" y="5775325"/>
            <a:ext cx="5105400" cy="7016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2000" b="1" dirty="0">
                <a:latin typeface="Arial" panose="020B0604020202020204" pitchFamily="34" charset="0"/>
              </a:rPr>
              <a:t>Coalesced hashing puts a colliding key in the last  available position of the table</a:t>
            </a:r>
            <a:endParaRPr lang="en-US" altLang="en-US" sz="2000" dirty="0">
              <a:latin typeface="Arial" panose="020B0604020202020204" pitchFamily="34" charset="0"/>
            </a:endParaRPr>
          </a:p>
        </p:txBody>
      </p:sp>
      <p:sp>
        <p:nvSpPr>
          <p:cNvPr id="40964" name="Rectangle 2"/>
          <p:cNvSpPr/>
          <p:nvPr/>
        </p:nvSpPr>
        <p:spPr>
          <a:xfrm>
            <a:off x="914400" y="288925"/>
            <a:ext cx="6934200" cy="7016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4000" b="1" dirty="0">
                <a:solidFill>
                  <a:srgbClr val="CC3300"/>
                </a:solidFill>
              </a:rPr>
              <a:t>Coalesced hashing example</a:t>
            </a:r>
          </a:p>
        </p:txBody>
      </p:sp>
      <p:pic>
        <p:nvPicPr>
          <p:cNvPr id="40965" name="Picture 8"/>
          <p:cNvPicPr>
            <a:picLocks noChangeAspect="1"/>
          </p:cNvPicPr>
          <p:nvPr/>
        </p:nvPicPr>
        <p:blipFill>
          <a:blip r:embed="rId3"/>
          <a:srcRect l="21875" t="21001" r="19376" b="25000"/>
          <a:stretch>
            <a:fillRect/>
          </a:stretch>
        </p:blipFill>
        <p:spPr>
          <a:xfrm>
            <a:off x="304800" y="990600"/>
            <a:ext cx="8458200" cy="4859338"/>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43011" name="Rectangle 2"/>
          <p:cNvSpPr>
            <a:spLocks noGrp="1"/>
          </p:cNvSpPr>
          <p:nvPr>
            <p:ph type="title"/>
          </p:nvPr>
        </p:nvSpPr>
        <p:spPr>
          <a:xfrm>
            <a:off x="685800" y="76288"/>
            <a:ext cx="7162800" cy="641350"/>
          </a:xfrm>
          <a:ln/>
        </p:spPr>
        <p:txBody>
          <a:bodyPr vert="horz" wrap="square" lIns="91440" tIns="45720" rIns="91440" bIns="45720" anchor="ctr" anchorCtr="0">
            <a:spAutoFit/>
          </a:bodyPr>
          <a:lstStyle/>
          <a:p>
            <a:pPr eaLnBrk="1" hangingPunct="1"/>
            <a:r>
              <a:rPr lang="en-US" altLang="en-US" sz="3600" b="1" dirty="0">
                <a:solidFill>
                  <a:srgbClr val="CC3300"/>
                </a:solidFill>
              </a:rPr>
              <a:t>Bucket Addressing</a:t>
            </a:r>
          </a:p>
        </p:txBody>
      </p:sp>
      <p:sp>
        <p:nvSpPr>
          <p:cNvPr id="43012" name="Rectangle 3"/>
          <p:cNvSpPr>
            <a:spLocks noGrp="1"/>
          </p:cNvSpPr>
          <p:nvPr>
            <p:ph sz="quarter" idx="4294967295"/>
          </p:nvPr>
        </p:nvSpPr>
        <p:spPr>
          <a:xfrm>
            <a:off x="152400" y="685800"/>
            <a:ext cx="8839200" cy="3095625"/>
          </a:xfrm>
          <a:ln/>
        </p:spPr>
        <p:txBody>
          <a:bodyPr vert="horz" wrap="square" lIns="91440" tIns="45720" rIns="91440" bIns="45720" anchor="t" anchorCtr="0">
            <a:spAutoFit/>
          </a:bodyPr>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319405" lvl="0" indent="-319405" eaLnBrk="1" hangingPunct="1"/>
            <a:r>
              <a:rPr lang="en-US" altLang="en-US" sz="1900" dirty="0"/>
              <a:t>To store colliding elements in the same position in the table can be achieved by associating a bucket</a:t>
            </a:r>
            <a:r>
              <a:rPr lang="en-US" altLang="en-US" sz="1900" i="1" dirty="0"/>
              <a:t> </a:t>
            </a:r>
            <a:r>
              <a:rPr lang="en-US" altLang="en-US" sz="1900" dirty="0"/>
              <a:t>with each address.</a:t>
            </a:r>
          </a:p>
          <a:p>
            <a:pPr marL="319405" lvl="0" indent="-319405" eaLnBrk="1" hangingPunct="1"/>
            <a:r>
              <a:rPr lang="en-US" altLang="en-US" sz="1900" dirty="0"/>
              <a:t>A </a:t>
            </a:r>
            <a:r>
              <a:rPr lang="en-US" altLang="en-US" sz="1900" b="1" dirty="0"/>
              <a:t>bucket</a:t>
            </a:r>
            <a:r>
              <a:rPr lang="en-US" altLang="en-US" sz="1900" dirty="0"/>
              <a:t> is a block of space large enough to store multiple items (a block consists of  slots, each slot contains one item).</a:t>
            </a:r>
          </a:p>
          <a:p>
            <a:pPr marL="319405" lvl="0" indent="-319405" eaLnBrk="1" hangingPunct="1"/>
            <a:r>
              <a:rPr lang="en-US" altLang="en-US" sz="1900" dirty="0"/>
              <a:t>By using buckets, </a:t>
            </a:r>
            <a:r>
              <a:rPr lang="en-US" altLang="en-US" sz="1900" i="1" dirty="0"/>
              <a:t>the problem of collisons is not totally avoided</a:t>
            </a:r>
            <a:r>
              <a:rPr lang="en-US" altLang="en-US" sz="1900" dirty="0"/>
              <a:t>. By incorporating the open addressing approach, the colliding item can be stored in the next bucket is it has an available slot when using linear probing, or it can be stored in some other bucket when, say, quadratic probing is used. The colliding items can also be stored in an overflow area. </a:t>
            </a:r>
            <a:r>
              <a:rPr lang="en-US" altLang="en-US" sz="1900" i="1" dirty="0"/>
              <a:t>In this case, each bucket includes a field that indicates whether the search should be continued in this area or not</a:t>
            </a:r>
            <a:r>
              <a:rPr lang="en-US" altLang="en-US" sz="1900" dirty="0"/>
              <a:t>.</a:t>
            </a:r>
          </a:p>
        </p:txBody>
      </p:sp>
      <p:sp>
        <p:nvSpPr>
          <p:cNvPr id="43013" name="Text Box 3"/>
          <p:cNvSpPr txBox="1"/>
          <p:nvPr/>
        </p:nvSpPr>
        <p:spPr>
          <a:xfrm>
            <a:off x="381000" y="5715000"/>
            <a:ext cx="8382000" cy="581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600" dirty="0">
                <a:latin typeface="Arial" panose="020B0604020202020204" pitchFamily="34" charset="0"/>
              </a:rPr>
              <a:t>Buckets of a hash table with size 11 with entries (1,D), (25,C), (3,F), (14,Z), (6,A), (39,C), and (7,Q), using a modulo-division hash function.</a:t>
            </a:r>
          </a:p>
        </p:txBody>
      </p:sp>
      <p:pic>
        <p:nvPicPr>
          <p:cNvPr id="43014" name="Picture 27656"/>
          <p:cNvPicPr>
            <a:picLocks noChangeAspect="1"/>
          </p:cNvPicPr>
          <p:nvPr/>
        </p:nvPicPr>
        <p:blipFill>
          <a:blip r:embed="rId3"/>
          <a:srcRect l="34375" t="50000" r="8749" b="25000"/>
          <a:stretch>
            <a:fillRect/>
          </a:stretch>
        </p:blipFill>
        <p:spPr>
          <a:xfrm>
            <a:off x="1143000" y="3810000"/>
            <a:ext cx="6477000" cy="1778000"/>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44035" name="Rectangle 2"/>
          <p:cNvSpPr>
            <a:spLocks noGrp="1"/>
          </p:cNvSpPr>
          <p:nvPr>
            <p:ph type="title"/>
          </p:nvPr>
        </p:nvSpPr>
        <p:spPr>
          <a:xfrm>
            <a:off x="838200" y="106363"/>
            <a:ext cx="6096000" cy="701675"/>
          </a:xfrm>
          <a:ln/>
        </p:spPr>
        <p:txBody>
          <a:bodyPr vert="horz" wrap="square" lIns="91440" tIns="45720" rIns="91440" bIns="45720" anchor="ctr" anchorCtr="0">
            <a:spAutoFit/>
          </a:bodyPr>
          <a:lstStyle/>
          <a:p>
            <a:pPr eaLnBrk="1" hangingPunct="1"/>
            <a:r>
              <a:rPr lang="en-US" altLang="en-US" sz="4000" b="1" dirty="0">
                <a:solidFill>
                  <a:srgbClr val="CC3300"/>
                </a:solidFill>
              </a:rPr>
              <a:t>Deletion</a:t>
            </a:r>
          </a:p>
        </p:txBody>
      </p:sp>
      <p:sp>
        <p:nvSpPr>
          <p:cNvPr id="44036" name="Slide Number Placeholder 3"/>
          <p:cNvSpPr txBox="1">
            <a:spLocks noGrp="1"/>
          </p:cNvSpPr>
          <p:nvPr/>
        </p:nvSpPr>
        <p:spPr>
          <a:xfrm>
            <a:off x="0" y="11191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25</a:t>
            </a:fld>
            <a:endParaRPr lang="en-US" altLang="zh-CN" sz="1200" b="1" dirty="0">
              <a:solidFill>
                <a:srgbClr val="FFFFFF"/>
              </a:solidFill>
              <a:latin typeface="Arial" panose="020B0604020202020204" pitchFamily="34" charset="0"/>
              <a:ea typeface="SimSun" panose="02010600030101010101" pitchFamily="2" charset="-122"/>
            </a:endParaRPr>
          </a:p>
        </p:txBody>
      </p:sp>
      <p:sp>
        <p:nvSpPr>
          <p:cNvPr id="44037" name="Text Box 3"/>
          <p:cNvSpPr txBox="1"/>
          <p:nvPr/>
        </p:nvSpPr>
        <p:spPr>
          <a:xfrm>
            <a:off x="3581400" y="4235450"/>
            <a:ext cx="52895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defTabSz="914400" eaLnBrk="1" hangingPunct="1">
              <a:spcBef>
                <a:spcPct val="0"/>
              </a:spcBef>
              <a:buFontTx/>
              <a:buNone/>
              <a:tabLst>
                <a:tab pos="1541780" algn="l"/>
              </a:tabLst>
            </a:pPr>
            <a:r>
              <a:rPr lang="en-US" altLang="en-US" sz="1800" dirty="0">
                <a:latin typeface="Arial" panose="020B0604020202020204" pitchFamily="34" charset="0"/>
              </a:rPr>
              <a:t>Linear search in the situation where both insertion </a:t>
            </a:r>
            <a:br>
              <a:rPr lang="en-US" altLang="en-US" sz="1800" dirty="0">
                <a:latin typeface="Arial" panose="020B0604020202020204" pitchFamily="34" charset="0"/>
              </a:rPr>
            </a:br>
            <a:r>
              <a:rPr lang="en-US" altLang="en-US" sz="1800" dirty="0">
                <a:latin typeface="Arial" panose="020B0604020202020204" pitchFamily="34" charset="0"/>
              </a:rPr>
              <a:t>and deletion of keys are permitted</a:t>
            </a:r>
          </a:p>
        </p:txBody>
      </p:sp>
      <p:pic>
        <p:nvPicPr>
          <p:cNvPr id="44038" name="Picture 4"/>
          <p:cNvPicPr>
            <a:picLocks noChangeAspect="1"/>
          </p:cNvPicPr>
          <p:nvPr/>
        </p:nvPicPr>
        <p:blipFill>
          <a:blip r:embed="rId2"/>
          <a:stretch>
            <a:fillRect/>
          </a:stretch>
        </p:blipFill>
        <p:spPr>
          <a:xfrm>
            <a:off x="3429000" y="914400"/>
            <a:ext cx="5562600" cy="3321050"/>
          </a:xfrm>
          <a:prstGeom prst="rect">
            <a:avLst/>
          </a:prstGeom>
          <a:noFill/>
          <a:ln w="9525">
            <a:noFill/>
          </a:ln>
        </p:spPr>
      </p:pic>
      <p:sp>
        <p:nvSpPr>
          <p:cNvPr id="44039" name="Text Box 6"/>
          <p:cNvSpPr txBox="1"/>
          <p:nvPr/>
        </p:nvSpPr>
        <p:spPr>
          <a:xfrm>
            <a:off x="76200" y="914400"/>
            <a:ext cx="3200400" cy="4154488"/>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50000"/>
              </a:spcBef>
              <a:buFontTx/>
              <a:buNone/>
            </a:pPr>
            <a:r>
              <a:rPr lang="en-US" altLang="en-US" sz="2200" dirty="0">
                <a:latin typeface="Arial" panose="020B0604020202020204" pitchFamily="34" charset="0"/>
              </a:rPr>
              <a:t>Consider the table in which the keys are stored using linear probing. Suppose  we delete A</a:t>
            </a:r>
            <a:r>
              <a:rPr lang="en-US" altLang="en-US" sz="2200" baseline="-25000" dirty="0">
                <a:latin typeface="Arial" panose="020B0604020202020204" pitchFamily="34" charset="0"/>
              </a:rPr>
              <a:t>4</a:t>
            </a:r>
            <a:r>
              <a:rPr lang="en-US" altLang="en-US" sz="2200" dirty="0">
                <a:latin typeface="Arial" panose="020B0604020202020204" pitchFamily="34" charset="0"/>
              </a:rPr>
              <a:t>  and then then try to find B</a:t>
            </a:r>
            <a:r>
              <a:rPr lang="en-US" altLang="en-US" sz="2200" baseline="-25000" dirty="0">
                <a:latin typeface="Arial" panose="020B0604020202020204" pitchFamily="34" charset="0"/>
              </a:rPr>
              <a:t>4</a:t>
            </a:r>
            <a:r>
              <a:rPr lang="en-US" altLang="en-US" sz="2200" dirty="0">
                <a:latin typeface="Arial" panose="020B0604020202020204" pitchFamily="34" charset="0"/>
              </a:rPr>
              <a:t>. Because when searching B we hash it to position 4 and see that this position is empty and conclude that B4 is not found (which is not true).</a:t>
            </a:r>
          </a:p>
        </p:txBody>
      </p:sp>
      <p:sp>
        <p:nvSpPr>
          <p:cNvPr id="44040" name="Text Box 7"/>
          <p:cNvSpPr txBox="1"/>
          <p:nvPr/>
        </p:nvSpPr>
        <p:spPr>
          <a:xfrm>
            <a:off x="76200" y="4968875"/>
            <a:ext cx="8839200" cy="14319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en-US" altLang="en-US" sz="2200" dirty="0">
                <a:latin typeface="Arial" panose="020B0604020202020204" pitchFamily="34" charset="0"/>
              </a:rPr>
              <a:t>To avoid this situation, we </a:t>
            </a:r>
            <a:r>
              <a:rPr lang="en-US" altLang="en-US" sz="2200" dirty="0">
                <a:solidFill>
                  <a:schemeClr val="hlink"/>
                </a:solidFill>
                <a:latin typeface="Arial" panose="020B0604020202020204" pitchFamily="34" charset="0"/>
              </a:rPr>
              <a:t>mark the deleted positions</a:t>
            </a:r>
            <a:r>
              <a:rPr lang="en-US" altLang="en-US" sz="2200" dirty="0">
                <a:latin typeface="Arial" panose="020B0604020202020204" pitchFamily="34" charset="0"/>
              </a:rPr>
              <a:t> only. When inserting new element to this position, we update information for new element. When there too many marked deleted elements in the table, </a:t>
            </a:r>
            <a:r>
              <a:rPr lang="en-US" altLang="en-US" sz="2200" dirty="0">
                <a:solidFill>
                  <a:schemeClr val="hlink"/>
                </a:solidFill>
                <a:latin typeface="Arial" panose="020B0604020202020204" pitchFamily="34" charset="0"/>
              </a:rPr>
              <a:t>the table is refresh</a:t>
            </a:r>
            <a:r>
              <a:rPr lang="en-US" altLang="en-US" sz="2200" dirty="0">
                <a:latin typeface="Arial" panose="020B0604020202020204" pitchFamily="34" charset="0"/>
              </a:rPr>
              <a:t> (d).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45059" name="Rectangle 2"/>
          <p:cNvSpPr>
            <a:spLocks noGrp="1"/>
          </p:cNvSpPr>
          <p:nvPr>
            <p:ph type="title"/>
          </p:nvPr>
        </p:nvSpPr>
        <p:spPr>
          <a:xfrm>
            <a:off x="460375" y="495300"/>
            <a:ext cx="8229600" cy="701675"/>
          </a:xfrm>
          <a:ln/>
        </p:spPr>
        <p:txBody>
          <a:bodyPr vert="horz" wrap="square" lIns="91440" tIns="45720" rIns="91440" bIns="45720" anchor="ctr" anchorCtr="0">
            <a:spAutoFit/>
          </a:bodyPr>
          <a:lstStyle/>
          <a:p>
            <a:pPr eaLnBrk="1" hangingPunct="1"/>
            <a:r>
              <a:rPr lang="en-US" altLang="en-US" sz="4000" b="1" dirty="0">
                <a:solidFill>
                  <a:srgbClr val="CC3300"/>
                </a:solidFill>
              </a:rPr>
              <a:t>Perfect Hash Functions</a:t>
            </a:r>
          </a:p>
        </p:txBody>
      </p:sp>
      <p:sp>
        <p:nvSpPr>
          <p:cNvPr id="45060"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26</a:t>
            </a:fld>
            <a:endParaRPr lang="en-US" altLang="zh-CN" sz="1200" b="1" dirty="0">
              <a:solidFill>
                <a:srgbClr val="FFFFFF"/>
              </a:solidFill>
              <a:latin typeface="Arial" panose="020B0604020202020204" pitchFamily="34" charset="0"/>
              <a:ea typeface="SimSun" panose="02010600030101010101" pitchFamily="2" charset="-122"/>
            </a:endParaRPr>
          </a:p>
        </p:txBody>
      </p:sp>
      <p:sp>
        <p:nvSpPr>
          <p:cNvPr id="45061" name="Rectangle 3"/>
          <p:cNvSpPr>
            <a:spLocks noGrp="1"/>
          </p:cNvSpPr>
          <p:nvPr>
            <p:ph sz="quarter" idx="4294967295"/>
          </p:nvPr>
        </p:nvSpPr>
        <p:spPr>
          <a:xfrm>
            <a:off x="457200" y="1295400"/>
            <a:ext cx="8229600" cy="4672013"/>
          </a:xfrm>
          <a:ln/>
        </p:spPr>
        <p:txBody>
          <a:bodyPr vert="horz" wrap="square" lIns="91440" tIns="45720" rIns="91440" bIns="45720" anchor="t" anchorCtr="0">
            <a:spAutoFit/>
          </a:bodyPr>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319405" lvl="0" indent="-319405" eaLnBrk="1" hangingPunct="1"/>
            <a:r>
              <a:rPr lang="en-US" altLang="en-US" sz="3200" dirty="0"/>
              <a:t>If hash function h transforms different keys into different numbers, it is called a </a:t>
            </a:r>
            <a:r>
              <a:rPr lang="en-US" altLang="en-US" sz="3200" b="1" i="1" dirty="0"/>
              <a:t>perfect hash function</a:t>
            </a:r>
            <a:r>
              <a:rPr lang="en-US" altLang="en-US" sz="3200" dirty="0"/>
              <a:t>.</a:t>
            </a:r>
          </a:p>
          <a:p>
            <a:pPr marL="319405" lvl="0" indent="-319405" eaLnBrk="1" hangingPunct="1"/>
            <a:r>
              <a:rPr lang="en-US" altLang="en-US" sz="3200" dirty="0"/>
              <a:t>If a function requires only as many cells in the table as the number of data so that </a:t>
            </a:r>
            <a:r>
              <a:rPr lang="en-US" altLang="en-US" sz="3200" u="sng" dirty="0"/>
              <a:t>no empty cell remains after hashing is completed</a:t>
            </a:r>
            <a:r>
              <a:rPr lang="en-US" altLang="en-US" sz="3200" dirty="0"/>
              <a:t>, it is called a </a:t>
            </a:r>
            <a:r>
              <a:rPr lang="en-US" altLang="en-US" sz="3200" b="1" dirty="0"/>
              <a:t>minimal perfect hash function</a:t>
            </a:r>
          </a:p>
          <a:p>
            <a:pPr marL="319405" lvl="0" indent="-319405" eaLnBrk="1" hangingPunct="1"/>
            <a:r>
              <a:rPr lang="en-US" altLang="en-US" sz="3200" b="1" dirty="0"/>
              <a:t>Cichelli’s method</a:t>
            </a:r>
            <a:r>
              <a:rPr lang="en-US" altLang="en-US" sz="3200" dirty="0"/>
              <a:t> is an</a:t>
            </a:r>
            <a:r>
              <a:rPr lang="en-US" altLang="en-US" sz="3200" b="1" dirty="0"/>
              <a:t> </a:t>
            </a:r>
            <a:r>
              <a:rPr lang="en-US" altLang="en-US" sz="3200" dirty="0"/>
              <a:t>algorithm to construct a minimal perfect hash function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Slide Number Placeholder 2"/>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27</a:t>
            </a:fld>
            <a:r>
              <a:rPr lang="en-US" altLang="en-US" sz="1200" dirty="0">
                <a:solidFill>
                  <a:srgbClr val="898989"/>
                </a:solidFill>
                <a:latin typeface="Arial" panose="020B0604020202020204" pitchFamily="34" charset="0"/>
              </a:rPr>
              <a:t>/40</a:t>
            </a:r>
          </a:p>
        </p:txBody>
      </p:sp>
      <p:pic>
        <p:nvPicPr>
          <p:cNvPr id="46084" name="Picture 3"/>
          <p:cNvPicPr>
            <a:picLocks noChangeAspect="1"/>
          </p:cNvPicPr>
          <p:nvPr/>
        </p:nvPicPr>
        <p:blipFill>
          <a:blip r:embed="rId3"/>
          <a:stretch>
            <a:fillRect/>
          </a:stretch>
        </p:blipFill>
        <p:spPr>
          <a:xfrm>
            <a:off x="1066800" y="1752600"/>
            <a:ext cx="6486525" cy="4238625"/>
          </a:xfrm>
          <a:prstGeom prst="rect">
            <a:avLst/>
          </a:prstGeom>
          <a:noFill/>
          <a:ln w="9525">
            <a:noFill/>
          </a:ln>
        </p:spPr>
      </p:pic>
      <p:sp>
        <p:nvSpPr>
          <p:cNvPr id="46085" name="Rectangle 2"/>
          <p:cNvSpPr>
            <a:spLocks noGrp="1"/>
          </p:cNvSpPr>
          <p:nvPr>
            <p:custDataLst>
              <p:tags r:id="rId1"/>
            </p:custDataLst>
          </p:nvPr>
        </p:nvSpPr>
        <p:spPr>
          <a:xfrm>
            <a:off x="460375" y="495300"/>
            <a:ext cx="8229600" cy="7016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4000" b="1" dirty="0">
                <a:solidFill>
                  <a:srgbClr val="CC3300"/>
                </a:solidFill>
              </a:rPr>
              <a:t>Perfect Hash Functions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47107" name="Rectangle 2"/>
          <p:cNvSpPr>
            <a:spLocks noGrp="1"/>
          </p:cNvSpPr>
          <p:nvPr>
            <p:ph type="title"/>
          </p:nvPr>
        </p:nvSpPr>
        <p:spPr>
          <a:xfrm>
            <a:off x="460375" y="304800"/>
            <a:ext cx="8229600" cy="701675"/>
          </a:xfrm>
          <a:ln/>
        </p:spPr>
        <p:txBody>
          <a:bodyPr vert="horz" wrap="square" lIns="91440" tIns="45720" rIns="91440" bIns="45720" anchor="ctr" anchorCtr="0">
            <a:spAutoFit/>
          </a:bodyPr>
          <a:lstStyle/>
          <a:p>
            <a:pPr eaLnBrk="1" hangingPunct="1"/>
            <a:r>
              <a:rPr lang="en-US" altLang="en-US" sz="4000" b="1" dirty="0">
                <a:solidFill>
                  <a:srgbClr val="CC3300"/>
                </a:solidFill>
              </a:rPr>
              <a:t>Hash Functions for Extendible Files</a:t>
            </a:r>
          </a:p>
        </p:txBody>
      </p:sp>
      <p:sp>
        <p:nvSpPr>
          <p:cNvPr id="47108"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28</a:t>
            </a:fld>
            <a:endParaRPr lang="en-US" altLang="zh-CN" sz="1200" b="1" dirty="0">
              <a:solidFill>
                <a:srgbClr val="FFFFFF"/>
              </a:solidFill>
              <a:latin typeface="Arial" panose="020B0604020202020204" pitchFamily="34" charset="0"/>
              <a:ea typeface="SimSun" panose="02010600030101010101" pitchFamily="2" charset="-122"/>
            </a:endParaRPr>
          </a:p>
        </p:txBody>
      </p:sp>
      <p:sp>
        <p:nvSpPr>
          <p:cNvPr id="47109" name="Rectangle 3"/>
          <p:cNvSpPr>
            <a:spLocks noGrp="1"/>
          </p:cNvSpPr>
          <p:nvPr>
            <p:ph sz="quarter" idx="4294967295"/>
          </p:nvPr>
        </p:nvSpPr>
        <p:spPr>
          <a:xfrm>
            <a:off x="228600" y="1066800"/>
            <a:ext cx="8610600" cy="5599113"/>
          </a:xfrm>
          <a:ln/>
        </p:spPr>
        <p:txBody>
          <a:bodyPr vert="horz" wrap="square" lIns="91440" tIns="45720" rIns="91440" bIns="45720" anchor="t" anchorCtr="0">
            <a:spAutoFit/>
          </a:bodyPr>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319405" lvl="0" indent="-319405"/>
            <a:r>
              <a:rPr lang="en-US" altLang="en-US" sz="2800" dirty="0"/>
              <a:t>There are two categories of hashing: Static hashing (the hash table is fixed-sized), and Dynamic/Extendible hashing.</a:t>
            </a:r>
          </a:p>
          <a:p>
            <a:pPr marL="319405" lvl="0" indent="-319405"/>
            <a:r>
              <a:rPr lang="en-US" altLang="en-US" sz="2800" dirty="0"/>
              <a:t>Dynamic/Extendible hashing: splits and coalesces buckets appropriately with the database size.</a:t>
            </a:r>
          </a:p>
          <a:p>
            <a:pPr lvl="1"/>
            <a:r>
              <a:rPr lang="en-US" altLang="en-US" sz="2400" dirty="0"/>
              <a:t>i.e. buckets are added and deleted on demand.</a:t>
            </a:r>
          </a:p>
          <a:p>
            <a:pPr lvl="1"/>
            <a:r>
              <a:rPr lang="en-US" altLang="en-US" sz="2400" dirty="0"/>
              <a:t>The hash function typically produces a large number of hash values, uniformly and randomly.</a:t>
            </a:r>
          </a:p>
          <a:p>
            <a:pPr lvl="1"/>
            <a:r>
              <a:rPr lang="en-US" altLang="en-US" sz="2400" dirty="0"/>
              <a:t>Only part of the value k = h(x) is used depending on the size of the database.</a:t>
            </a:r>
          </a:p>
          <a:p>
            <a:pPr lvl="1"/>
            <a:r>
              <a:rPr lang="en-US" altLang="en-US" sz="2400" dirty="0"/>
              <a:t>Hash indices are typically a prefix of the entire hash value.</a:t>
            </a:r>
          </a:p>
          <a:p>
            <a:pPr lvl="1"/>
            <a:r>
              <a:rPr lang="en-US" altLang="en-US" sz="2400" dirty="0"/>
              <a:t>More than one consecutive index can point to the same bucket.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48131"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29</a:t>
            </a:fld>
            <a:endParaRPr lang="en-US" altLang="zh-CN" sz="1200" b="1" dirty="0">
              <a:solidFill>
                <a:srgbClr val="FFFFFF"/>
              </a:solidFill>
              <a:latin typeface="Arial" panose="020B0604020202020204" pitchFamily="34" charset="0"/>
              <a:ea typeface="SimSun" panose="02010600030101010101" pitchFamily="2" charset="-122"/>
            </a:endParaRPr>
          </a:p>
        </p:txBody>
      </p:sp>
      <p:graphicFrame>
        <p:nvGraphicFramePr>
          <p:cNvPr id="48132" name="Object 2"/>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r:id="rId3" imgW="114300" imgH="215265" progId="Equation.3">
                  <p:embed/>
                </p:oleObj>
              </mc:Choice>
              <mc:Fallback>
                <p:oleObj r:id="rId3" imgW="114300" imgH="215265" progId="Equation.3">
                  <p:embed/>
                  <p:pic>
                    <p:nvPicPr>
                      <p:cNvPr id="0" name="Picture 3076"/>
                      <p:cNvPicPr/>
                      <p:nvPr/>
                    </p:nvPicPr>
                    <p:blipFill>
                      <a:blip r:embed="rId4"/>
                      <a:stretch>
                        <a:fillRect/>
                      </a:stretch>
                    </p:blipFill>
                    <p:spPr>
                      <a:xfrm>
                        <a:off x="4514850" y="3321050"/>
                        <a:ext cx="114300" cy="215900"/>
                      </a:xfrm>
                      <a:prstGeom prst="rect">
                        <a:avLst/>
                      </a:prstGeom>
                      <a:noFill/>
                      <a:ln w="38100">
                        <a:noFill/>
                        <a:miter/>
                      </a:ln>
                    </p:spPr>
                  </p:pic>
                </p:oleObj>
              </mc:Fallback>
            </mc:AlternateContent>
          </a:graphicData>
        </a:graphic>
      </p:graphicFrame>
      <p:sp>
        <p:nvSpPr>
          <p:cNvPr id="48133" name="Rectangle 2"/>
          <p:cNvSpPr/>
          <p:nvPr/>
        </p:nvSpPr>
        <p:spPr>
          <a:xfrm>
            <a:off x="685800" y="288925"/>
            <a:ext cx="7924800" cy="64135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3600" b="1" dirty="0">
                <a:solidFill>
                  <a:schemeClr val="hlink"/>
                </a:solidFill>
              </a:rPr>
              <a:t>Cryptographic Hash Functions</a:t>
            </a:r>
          </a:p>
        </p:txBody>
      </p:sp>
      <p:sp>
        <p:nvSpPr>
          <p:cNvPr id="48134" name="Text Box 5"/>
          <p:cNvSpPr txBox="1"/>
          <p:nvPr/>
        </p:nvSpPr>
        <p:spPr>
          <a:xfrm>
            <a:off x="228600" y="990600"/>
            <a:ext cx="8686800" cy="52736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42900" lvl="0" indent="-342900" eaLnBrk="1" hangingPunct="1">
              <a:spcBef>
                <a:spcPct val="0"/>
              </a:spcBef>
              <a:buFontTx/>
              <a:buNone/>
            </a:pPr>
            <a:r>
              <a:rPr lang="en-US" altLang="en-US" sz="2000" dirty="0">
                <a:latin typeface="Arial" panose="020B0604020202020204" pitchFamily="34" charset="0"/>
              </a:rPr>
              <a:t>A </a:t>
            </a:r>
            <a:r>
              <a:rPr lang="en-US" altLang="en-US" sz="2000" b="1" dirty="0">
                <a:latin typeface="Arial" panose="020B0604020202020204" pitchFamily="34" charset="0"/>
                <a:hlinkClick r:id="rId5" tooltip="Cryptography"/>
              </a:rPr>
              <a:t>cryptographic</a:t>
            </a:r>
            <a:r>
              <a:rPr lang="en-US" altLang="en-US" sz="2000" b="1" dirty="0">
                <a:latin typeface="Arial" panose="020B0604020202020204" pitchFamily="34" charset="0"/>
              </a:rPr>
              <a:t> hash function</a:t>
            </a:r>
            <a:r>
              <a:rPr lang="en-US" altLang="en-US" sz="2000" dirty="0">
                <a:latin typeface="Arial" panose="020B0604020202020204" pitchFamily="34" charset="0"/>
              </a:rPr>
              <a:t> is a </a:t>
            </a:r>
            <a:r>
              <a:rPr lang="en-US" altLang="en-US" sz="2000" dirty="0">
                <a:latin typeface="Arial" panose="020B0604020202020204" pitchFamily="34" charset="0"/>
                <a:hlinkClick r:id="rId6" tooltip="Hash function"/>
              </a:rPr>
              <a:t>hash function</a:t>
            </a:r>
            <a:r>
              <a:rPr lang="en-US" altLang="en-US" sz="2000" dirty="0">
                <a:latin typeface="Arial" panose="020B0604020202020204" pitchFamily="34" charset="0"/>
              </a:rPr>
              <a:t> which takes an input (or message) and returns a fixed-size alphanumeric string, which is called the </a:t>
            </a:r>
            <a:r>
              <a:rPr lang="en-US" altLang="en-US" sz="2000" b="1" dirty="0">
                <a:latin typeface="Arial" panose="020B0604020202020204" pitchFamily="34" charset="0"/>
              </a:rPr>
              <a:t>hash value</a:t>
            </a:r>
            <a:r>
              <a:rPr lang="en-US" altLang="en-US" sz="2000" dirty="0">
                <a:latin typeface="Arial" panose="020B0604020202020204" pitchFamily="34" charset="0"/>
              </a:rPr>
              <a:t> (sometimes called a </a:t>
            </a:r>
            <a:r>
              <a:rPr lang="en-US" altLang="en-US" sz="2000" b="1" dirty="0">
                <a:latin typeface="Arial" panose="020B0604020202020204" pitchFamily="34" charset="0"/>
              </a:rPr>
              <a:t>message digest</a:t>
            </a:r>
            <a:r>
              <a:rPr lang="en-US" altLang="en-US" sz="2000" dirty="0">
                <a:latin typeface="Arial" panose="020B0604020202020204" pitchFamily="34" charset="0"/>
              </a:rPr>
              <a:t>, a </a:t>
            </a:r>
            <a:r>
              <a:rPr lang="en-US" altLang="en-US" sz="2000" b="1" dirty="0">
                <a:latin typeface="Arial" panose="020B0604020202020204" pitchFamily="34" charset="0"/>
              </a:rPr>
              <a:t>digital fingerprint</a:t>
            </a:r>
            <a:r>
              <a:rPr lang="en-US" altLang="en-US" sz="2000" dirty="0">
                <a:latin typeface="Arial" panose="020B0604020202020204" pitchFamily="34" charset="0"/>
              </a:rPr>
              <a:t>, a </a:t>
            </a:r>
            <a:r>
              <a:rPr lang="en-US" altLang="en-US" sz="2000" b="1" dirty="0">
                <a:latin typeface="Arial" panose="020B0604020202020204" pitchFamily="34" charset="0"/>
              </a:rPr>
              <a:t>digest</a:t>
            </a:r>
            <a:r>
              <a:rPr lang="en-US" altLang="en-US" sz="2000" dirty="0">
                <a:latin typeface="Arial" panose="020B0604020202020204" pitchFamily="34" charset="0"/>
              </a:rPr>
              <a:t> or a </a:t>
            </a:r>
            <a:r>
              <a:rPr lang="en-US" altLang="en-US" sz="2000" b="1" dirty="0">
                <a:latin typeface="Arial" panose="020B0604020202020204" pitchFamily="34" charset="0"/>
              </a:rPr>
              <a:t>checksum</a:t>
            </a:r>
            <a:r>
              <a:rPr lang="en-US" altLang="en-US" sz="2000" dirty="0">
                <a:latin typeface="Arial" panose="020B0604020202020204" pitchFamily="34" charset="0"/>
              </a:rPr>
              <a:t>).</a:t>
            </a:r>
          </a:p>
          <a:p>
            <a:pPr marL="342900" lvl="0" indent="-342900" eaLnBrk="1" hangingPunct="1">
              <a:spcBef>
                <a:spcPct val="0"/>
              </a:spcBef>
              <a:buFontTx/>
              <a:buNone/>
            </a:pPr>
            <a:endParaRPr lang="en-US" altLang="en-US" sz="2000" dirty="0">
              <a:latin typeface="Arial" panose="020B0604020202020204" pitchFamily="34" charset="0"/>
            </a:endParaRPr>
          </a:p>
          <a:p>
            <a:pPr marL="342900" lvl="0" indent="-342900" eaLnBrk="1" hangingPunct="1">
              <a:spcBef>
                <a:spcPct val="0"/>
              </a:spcBef>
              <a:buFontTx/>
              <a:buNone/>
            </a:pPr>
            <a:r>
              <a:rPr lang="en-US" altLang="en-US" sz="2000" dirty="0">
                <a:latin typeface="Arial" panose="020B0604020202020204" pitchFamily="34" charset="0"/>
              </a:rPr>
              <a:t>The ideal hash function has three main properties:</a:t>
            </a:r>
          </a:p>
          <a:p>
            <a:pPr marL="342900" lvl="0" indent="-342900" eaLnBrk="1" hangingPunct="1">
              <a:spcBef>
                <a:spcPct val="0"/>
              </a:spcBef>
              <a:buFontTx/>
              <a:buAutoNum type="arabicPeriod"/>
            </a:pPr>
            <a:r>
              <a:rPr lang="en-US" altLang="en-US" sz="2000" dirty="0">
                <a:latin typeface="Arial" panose="020B0604020202020204" pitchFamily="34" charset="0"/>
              </a:rPr>
              <a:t>It is extremely easy to calculate a hash for any given data. </a:t>
            </a:r>
          </a:p>
          <a:p>
            <a:pPr marL="342900" lvl="0" indent="-342900" eaLnBrk="1" hangingPunct="1">
              <a:spcBef>
                <a:spcPct val="0"/>
              </a:spcBef>
              <a:buFontTx/>
              <a:buAutoNum type="arabicPeriod"/>
            </a:pPr>
            <a:r>
              <a:rPr lang="en-US" altLang="en-US" sz="2000" dirty="0">
                <a:latin typeface="Arial" panose="020B0604020202020204" pitchFamily="34" charset="0"/>
              </a:rPr>
              <a:t>It is </a:t>
            </a:r>
            <a:r>
              <a:rPr lang="en-US" altLang="en-US" sz="2000" dirty="0">
                <a:latin typeface="Arial" panose="020B0604020202020204" pitchFamily="34" charset="0"/>
                <a:hlinkClick r:id="rId7" tooltip="Computational complexity theory"/>
              </a:rPr>
              <a:t>extremely computationally difficult</a:t>
            </a:r>
            <a:r>
              <a:rPr lang="en-US" altLang="en-US" sz="2000" dirty="0">
                <a:latin typeface="Arial" panose="020B0604020202020204" pitchFamily="34" charset="0"/>
              </a:rPr>
              <a:t> to calculate an alphanumeric text that has a given hash. </a:t>
            </a:r>
          </a:p>
          <a:p>
            <a:pPr marL="342900" lvl="0" indent="-342900" eaLnBrk="1" hangingPunct="1">
              <a:spcBef>
                <a:spcPct val="0"/>
              </a:spcBef>
              <a:buFontTx/>
              <a:buAutoNum type="arabicPeriod"/>
            </a:pPr>
            <a:r>
              <a:rPr lang="en-US" altLang="en-US" sz="2000" dirty="0">
                <a:latin typeface="Arial" panose="020B0604020202020204" pitchFamily="34" charset="0"/>
              </a:rPr>
              <a:t>It is extremely unlikely that two slightly different messages will have the same hash.</a:t>
            </a:r>
          </a:p>
          <a:p>
            <a:pPr marL="342900" lvl="0" indent="-342900" eaLnBrk="1" hangingPunct="1">
              <a:spcBef>
                <a:spcPct val="0"/>
              </a:spcBef>
              <a:buFontTx/>
              <a:buAutoNum type="arabicPeriod"/>
            </a:pPr>
            <a:r>
              <a:rPr lang="en-US" altLang="en-US" sz="2000" dirty="0">
                <a:latin typeface="Arial" panose="020B0604020202020204" pitchFamily="34" charset="0"/>
              </a:rPr>
              <a:t>Functions with these properties are used as hash functions for a variety of purposes, not only in </a:t>
            </a:r>
            <a:r>
              <a:rPr lang="en-US" altLang="en-US" sz="2000" dirty="0">
                <a:latin typeface="Arial" panose="020B0604020202020204" pitchFamily="34" charset="0"/>
                <a:hlinkClick r:id="rId5" tooltip="Cryptography"/>
              </a:rPr>
              <a:t>cryptography</a:t>
            </a:r>
            <a:r>
              <a:rPr lang="en-US" altLang="en-US" sz="2000" dirty="0">
                <a:latin typeface="Arial" panose="020B0604020202020204" pitchFamily="34" charset="0"/>
              </a:rPr>
              <a:t>. Practical applications include </a:t>
            </a:r>
            <a:r>
              <a:rPr lang="en-US" altLang="en-US" sz="2000" dirty="0">
                <a:latin typeface="Arial" panose="020B0604020202020204" pitchFamily="34" charset="0"/>
                <a:hlinkClick r:id="rId8" tooltip="Data integrity"/>
              </a:rPr>
              <a:t>message integrity</a:t>
            </a:r>
            <a:r>
              <a:rPr lang="en-US" altLang="en-US" sz="2000" dirty="0">
                <a:latin typeface="Arial" panose="020B0604020202020204" pitchFamily="34" charset="0"/>
              </a:rPr>
              <a:t> checks, </a:t>
            </a:r>
            <a:r>
              <a:rPr lang="en-US" altLang="en-US" sz="2000" dirty="0">
                <a:latin typeface="Arial" panose="020B0604020202020204" pitchFamily="34" charset="0"/>
                <a:hlinkClick r:id="rId9" tooltip="Digital signature"/>
              </a:rPr>
              <a:t>digital signatures</a:t>
            </a:r>
            <a:r>
              <a:rPr lang="en-US" altLang="en-US" sz="2000" dirty="0">
                <a:latin typeface="Arial" panose="020B0604020202020204" pitchFamily="34" charset="0"/>
              </a:rPr>
              <a:t>, </a:t>
            </a:r>
            <a:r>
              <a:rPr lang="en-US" altLang="en-US" sz="2000" dirty="0">
                <a:latin typeface="Arial" panose="020B0604020202020204" pitchFamily="34" charset="0"/>
                <a:hlinkClick r:id="rId10" tooltip="Authentication"/>
              </a:rPr>
              <a:t>authentication</a:t>
            </a:r>
            <a:r>
              <a:rPr lang="en-US" altLang="en-US" sz="2000" dirty="0">
                <a:latin typeface="Arial" panose="020B0604020202020204" pitchFamily="34" charset="0"/>
              </a:rPr>
              <a:t>, and various </a:t>
            </a:r>
            <a:r>
              <a:rPr lang="en-US" altLang="en-US" sz="2000" dirty="0">
                <a:latin typeface="Arial" panose="020B0604020202020204" pitchFamily="34" charset="0"/>
                <a:hlinkClick r:id="rId11" tooltip="Information security"/>
              </a:rPr>
              <a:t>information security</a:t>
            </a:r>
            <a:r>
              <a:rPr lang="en-US" altLang="en-US" sz="2000" dirty="0">
                <a:latin typeface="Arial" panose="020B0604020202020204" pitchFamily="34" charset="0"/>
              </a:rPr>
              <a:t> applications.</a:t>
            </a:r>
          </a:p>
          <a:p>
            <a:pPr marL="342900" lvl="0" indent="-342900" eaLnBrk="1" hangingPunct="1">
              <a:spcBef>
                <a:spcPct val="0"/>
              </a:spcBef>
              <a:buFontTx/>
              <a:buNone/>
            </a:pPr>
            <a:endParaRPr lang="en-US" altLang="en-US" sz="2000" dirty="0">
              <a:latin typeface="Arial" panose="020B0604020202020204" pitchFamily="34" charset="0"/>
            </a:endParaRPr>
          </a:p>
          <a:p>
            <a:pPr marL="342900" lvl="0" indent="-342900" eaLnBrk="1" hangingPunct="1">
              <a:spcBef>
                <a:spcPct val="0"/>
              </a:spcBef>
              <a:buFontTx/>
              <a:buNone/>
            </a:pPr>
            <a:r>
              <a:rPr lang="en-US" altLang="en-US" sz="2000" dirty="0">
                <a:latin typeface="Arial" panose="020B0604020202020204" pitchFamily="34" charset="0"/>
              </a:rPr>
              <a:t>Common hash functions: </a:t>
            </a:r>
            <a:r>
              <a:rPr lang="en-US" altLang="en-US" sz="2000" dirty="0">
                <a:latin typeface="Arial" panose="020B0604020202020204" pitchFamily="34" charset="0"/>
                <a:hlinkClick r:id="rId12"/>
              </a:rPr>
              <a:t>MD5</a:t>
            </a:r>
            <a:r>
              <a:rPr lang="en-US" altLang="en-US" sz="2000" dirty="0">
                <a:latin typeface="Arial" panose="020B0604020202020204" pitchFamily="34" charset="0"/>
              </a:rPr>
              <a:t>, SHA-1, SHA-2 , SHA-3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30</a:t>
            </a:fld>
            <a:r>
              <a:rPr lang="en-US" altLang="en-US" sz="1200" dirty="0">
                <a:solidFill>
                  <a:srgbClr val="898989"/>
                </a:solidFill>
                <a:latin typeface="Arial" panose="020B0604020202020204" pitchFamily="34" charset="0"/>
              </a:rPr>
              <a:t>/40</a:t>
            </a:r>
          </a:p>
        </p:txBody>
      </p:sp>
      <p:sp>
        <p:nvSpPr>
          <p:cNvPr id="49155" name="Footer Placeholder 4"/>
          <p:cNvSpPr txBox="1">
            <a:spLocks noGrp="1"/>
          </p:cNvSpPr>
          <p:nvPr/>
        </p:nvSpPr>
        <p:spPr>
          <a:xfrm>
            <a:off x="3124200" y="6356350"/>
            <a:ext cx="2895600" cy="36512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49156" name="Rectangle 2"/>
          <p:cNvSpPr>
            <a:spLocks noGrp="1"/>
          </p:cNvSpPr>
          <p:nvPr>
            <p:ph type="title"/>
          </p:nvPr>
        </p:nvSpPr>
        <p:spPr>
          <a:xfrm>
            <a:off x="841375" y="196850"/>
            <a:ext cx="6778625" cy="641350"/>
          </a:xfrm>
          <a:ln/>
        </p:spPr>
        <p:txBody>
          <a:bodyPr vert="horz" wrap="square" lIns="91440" tIns="45720" rIns="91440" bIns="45720" anchor="ctr" anchorCtr="0">
            <a:spAutoFit/>
          </a:bodyPr>
          <a:lstStyle/>
          <a:p>
            <a:pPr eaLnBrk="1" hangingPunct="1"/>
            <a:r>
              <a:rPr lang="en-US" altLang="en-US" sz="3600" b="1" dirty="0">
                <a:solidFill>
                  <a:srgbClr val="CC3300"/>
                </a:solidFill>
              </a:rPr>
              <a:t>Hash Code</a:t>
            </a:r>
          </a:p>
        </p:txBody>
      </p:sp>
      <p:sp>
        <p:nvSpPr>
          <p:cNvPr id="49157"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30</a:t>
            </a:fld>
            <a:endParaRPr lang="en-US" altLang="zh-CN" sz="1200" b="1" dirty="0">
              <a:solidFill>
                <a:srgbClr val="FFFFFF"/>
              </a:solidFill>
              <a:latin typeface="Arial" panose="020B0604020202020204" pitchFamily="34" charset="0"/>
              <a:ea typeface="SimSun" panose="02010600030101010101" pitchFamily="2" charset="-122"/>
            </a:endParaRPr>
          </a:p>
        </p:txBody>
      </p:sp>
      <p:sp>
        <p:nvSpPr>
          <p:cNvPr id="49158" name="Rectangle 3"/>
          <p:cNvSpPr/>
          <p:nvPr/>
        </p:nvSpPr>
        <p:spPr>
          <a:xfrm>
            <a:off x="228600" y="990600"/>
            <a:ext cx="8686800" cy="509270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42900" lvl="0" indent="-342900" eaLnBrk="1" hangingPunct="1"/>
            <a:r>
              <a:rPr lang="en-US" altLang="en-US" sz="2600" dirty="0"/>
              <a:t>If the input keys are integers then simply </a:t>
            </a:r>
            <a:r>
              <a:rPr lang="en-US" altLang="en-US" sz="2600" i="1" dirty="0"/>
              <a:t>Key</a:t>
            </a:r>
            <a:r>
              <a:rPr lang="en-US" altLang="en-US" sz="2600" dirty="0"/>
              <a:t> mod </a:t>
            </a:r>
            <a:r>
              <a:rPr lang="en-US" altLang="en-US" sz="2600" i="1" dirty="0"/>
              <a:t>TableSize </a:t>
            </a:r>
            <a:r>
              <a:rPr lang="en-US" altLang="en-US" sz="2600" dirty="0"/>
              <a:t>is a</a:t>
            </a:r>
            <a:r>
              <a:rPr lang="en-US" altLang="en-US" sz="2600" i="1" dirty="0"/>
              <a:t> </a:t>
            </a:r>
            <a:r>
              <a:rPr lang="en-US" altLang="en-US" sz="2600" dirty="0"/>
              <a:t>general strategy.</a:t>
            </a:r>
          </a:p>
          <a:p>
            <a:pPr marL="742950" lvl="1" indent="-285750" eaLnBrk="1" hangingPunct="1"/>
            <a:r>
              <a:rPr lang="en-US" altLang="en-US" sz="2600" dirty="0"/>
              <a:t>Unless key happens to have some undesirable properties. (e.g. all keys end in 0 and we use mod 10)</a:t>
            </a:r>
          </a:p>
          <a:p>
            <a:pPr marL="342900" lvl="0" indent="-342900" eaLnBrk="1" hangingPunct="1"/>
            <a:r>
              <a:rPr lang="en-US" altLang="en-US" sz="2600" dirty="0"/>
              <a:t>If the keys are not integers, hash function needs more care.  </a:t>
            </a:r>
          </a:p>
          <a:p>
            <a:pPr marL="742950" lvl="1" indent="-285750"/>
            <a:r>
              <a:rPr lang="en-US" altLang="en-US" sz="2600" dirty="0"/>
              <a:t>The first action that a hash function performs is to convert an arbitrary key </a:t>
            </a:r>
            <a:r>
              <a:rPr lang="en-US" altLang="en-US" sz="2600" i="1" dirty="0"/>
              <a:t>k </a:t>
            </a:r>
            <a:r>
              <a:rPr lang="en-US" altLang="en-US" sz="2600" dirty="0"/>
              <a:t>to an integer that is called the </a:t>
            </a:r>
            <a:r>
              <a:rPr lang="en-US" altLang="en-US" sz="2600" b="1" i="1" dirty="0"/>
              <a:t>hash code </a:t>
            </a:r>
            <a:r>
              <a:rPr lang="en-US" altLang="en-US" sz="2600" dirty="0"/>
              <a:t>for </a:t>
            </a:r>
            <a:r>
              <a:rPr lang="en-US" altLang="en-US" sz="2600" i="1" dirty="0"/>
              <a:t>k</a:t>
            </a:r>
            <a:r>
              <a:rPr lang="en-US" altLang="en-US" sz="2600" dirty="0"/>
              <a:t>; this integer need not be in the range [0,M</a:t>
            </a:r>
            <a:r>
              <a:rPr lang="en-US" altLang="en-US" sz="2600" i="1" dirty="0"/>
              <a:t> </a:t>
            </a:r>
            <a:r>
              <a:rPr lang="en-US" altLang="en-US" sz="2600" dirty="0"/>
              <a:t>−1], and may even be negative. For example, If the keys are real numbers between 0 and 1, we might just multiply by M and round off to the nearest integer to get an index between 0 and M-1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51203" name="Rectangle 2"/>
          <p:cNvSpPr>
            <a:spLocks noGrp="1"/>
          </p:cNvSpPr>
          <p:nvPr>
            <p:ph type="title"/>
          </p:nvPr>
        </p:nvSpPr>
        <p:spPr>
          <a:xfrm>
            <a:off x="841375" y="196850"/>
            <a:ext cx="6778625" cy="641350"/>
          </a:xfrm>
          <a:ln/>
        </p:spPr>
        <p:txBody>
          <a:bodyPr vert="horz" wrap="square" lIns="91440" tIns="45720" rIns="91440" bIns="45720" anchor="ctr" anchorCtr="0">
            <a:spAutoFit/>
          </a:bodyPr>
          <a:lstStyle/>
          <a:p>
            <a:pPr eaLnBrk="1" hangingPunct="1"/>
            <a:r>
              <a:rPr lang="en-US" altLang="en-US" sz="3600" b="1" dirty="0">
                <a:solidFill>
                  <a:srgbClr val="CC3300"/>
                </a:solidFill>
              </a:rPr>
              <a:t>Maps - 1</a:t>
            </a:r>
          </a:p>
        </p:txBody>
      </p:sp>
      <p:sp>
        <p:nvSpPr>
          <p:cNvPr id="51204"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31</a:t>
            </a:fld>
            <a:endParaRPr lang="en-US" altLang="zh-CN" sz="1200" b="1" dirty="0">
              <a:solidFill>
                <a:srgbClr val="FFFFFF"/>
              </a:solidFill>
              <a:latin typeface="Arial" panose="020B0604020202020204" pitchFamily="34" charset="0"/>
              <a:ea typeface="SimSun" panose="02010600030101010101" pitchFamily="2" charset="-122"/>
            </a:endParaRPr>
          </a:p>
        </p:txBody>
      </p:sp>
      <p:sp>
        <p:nvSpPr>
          <p:cNvPr id="51205" name="Text Box 5"/>
          <p:cNvSpPr txBox="1"/>
          <p:nvPr/>
        </p:nvSpPr>
        <p:spPr>
          <a:xfrm>
            <a:off x="304800" y="1066800"/>
            <a:ext cx="8382000" cy="16160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2000" dirty="0">
                <a:latin typeface="Arial" panose="020B0604020202020204" pitchFamily="34" charset="0"/>
              </a:rPr>
              <a:t>A </a:t>
            </a:r>
            <a:r>
              <a:rPr lang="en-US" altLang="en-US" sz="2000" b="1" i="1" dirty="0">
                <a:latin typeface="Arial" panose="020B0604020202020204" pitchFamily="34" charset="0"/>
              </a:rPr>
              <a:t>map </a:t>
            </a:r>
            <a:r>
              <a:rPr lang="en-US" altLang="en-US" sz="2000" dirty="0">
                <a:latin typeface="Arial" panose="020B0604020202020204" pitchFamily="34" charset="0"/>
              </a:rPr>
              <a:t>is an abstract data type designed to efficiently store and retrieve values based upon a uniquely identifying </a:t>
            </a:r>
            <a:r>
              <a:rPr lang="en-US" altLang="en-US" sz="2000" b="1" i="1" dirty="0">
                <a:latin typeface="Arial" panose="020B0604020202020204" pitchFamily="34" charset="0"/>
              </a:rPr>
              <a:t>search key </a:t>
            </a:r>
            <a:r>
              <a:rPr lang="en-US" altLang="en-US" sz="2000" dirty="0">
                <a:latin typeface="Arial" panose="020B0604020202020204" pitchFamily="34" charset="0"/>
              </a:rPr>
              <a:t>for each. Specifically, a </a:t>
            </a:r>
            <a:r>
              <a:rPr lang="en-US" altLang="en-US" sz="2000" dirty="0">
                <a:solidFill>
                  <a:srgbClr val="0000FF"/>
                </a:solidFill>
                <a:latin typeface="Arial" panose="020B0604020202020204" pitchFamily="34" charset="0"/>
              </a:rPr>
              <a:t>map stores </a:t>
            </a:r>
            <a:r>
              <a:rPr lang="en-US" altLang="en-US" sz="2000" dirty="0" err="1">
                <a:solidFill>
                  <a:srgbClr val="0000FF"/>
                </a:solidFill>
                <a:latin typeface="Arial" panose="020B0604020202020204" pitchFamily="34" charset="0"/>
              </a:rPr>
              <a:t>keyvalue</a:t>
            </a:r>
            <a:r>
              <a:rPr lang="en-US" altLang="en-US" sz="2000" dirty="0">
                <a:solidFill>
                  <a:srgbClr val="0000FF"/>
                </a:solidFill>
                <a:latin typeface="Arial" panose="020B0604020202020204" pitchFamily="34" charset="0"/>
              </a:rPr>
              <a:t> pairs (</a:t>
            </a:r>
            <a:r>
              <a:rPr lang="en-US" altLang="en-US" sz="2000" i="1" dirty="0" err="1">
                <a:solidFill>
                  <a:srgbClr val="0000FF"/>
                </a:solidFill>
                <a:latin typeface="Arial" panose="020B0604020202020204" pitchFamily="34" charset="0"/>
              </a:rPr>
              <a:t>k</a:t>
            </a:r>
            <a:r>
              <a:rPr lang="en-US" altLang="en-US" sz="2000" dirty="0" err="1">
                <a:solidFill>
                  <a:srgbClr val="0000FF"/>
                </a:solidFill>
                <a:latin typeface="Arial" panose="020B0604020202020204" pitchFamily="34" charset="0"/>
              </a:rPr>
              <a:t>,</a:t>
            </a:r>
            <a:r>
              <a:rPr lang="en-US" altLang="en-US" sz="2000" i="1" dirty="0" err="1">
                <a:solidFill>
                  <a:srgbClr val="0000FF"/>
                </a:solidFill>
                <a:latin typeface="Arial" panose="020B0604020202020204" pitchFamily="34" charset="0"/>
              </a:rPr>
              <a:t>v</a:t>
            </a:r>
            <a:r>
              <a:rPr lang="en-US" altLang="en-US" sz="2000" dirty="0">
                <a:solidFill>
                  <a:srgbClr val="0000FF"/>
                </a:solidFill>
                <a:latin typeface="Arial" panose="020B0604020202020204" pitchFamily="34" charset="0"/>
              </a:rPr>
              <a:t>)</a:t>
            </a:r>
            <a:r>
              <a:rPr lang="en-US" altLang="en-US" sz="2000" dirty="0">
                <a:latin typeface="Arial" panose="020B0604020202020204" pitchFamily="34" charset="0"/>
              </a:rPr>
              <a:t>, which we call </a:t>
            </a:r>
            <a:r>
              <a:rPr lang="en-US" altLang="en-US" sz="2000" b="1" i="1" dirty="0">
                <a:latin typeface="Arial" panose="020B0604020202020204" pitchFamily="34" charset="0"/>
              </a:rPr>
              <a:t>entries</a:t>
            </a:r>
            <a:r>
              <a:rPr lang="en-US" altLang="en-US" sz="2000" dirty="0">
                <a:latin typeface="Arial" panose="020B0604020202020204" pitchFamily="34" charset="0"/>
              </a:rPr>
              <a:t>, where </a:t>
            </a:r>
            <a:r>
              <a:rPr lang="en-US" altLang="en-US" sz="2000" i="1" dirty="0">
                <a:latin typeface="Arial" panose="020B0604020202020204" pitchFamily="34" charset="0"/>
              </a:rPr>
              <a:t>k </a:t>
            </a:r>
            <a:r>
              <a:rPr lang="en-US" altLang="en-US" sz="2000" dirty="0">
                <a:latin typeface="Arial" panose="020B0604020202020204" pitchFamily="34" charset="0"/>
              </a:rPr>
              <a:t>is the key and </a:t>
            </a:r>
            <a:r>
              <a:rPr lang="en-US" altLang="en-US" sz="2000" i="1" dirty="0">
                <a:latin typeface="Arial" panose="020B0604020202020204" pitchFamily="34" charset="0"/>
              </a:rPr>
              <a:t>v </a:t>
            </a:r>
            <a:r>
              <a:rPr lang="en-US" altLang="en-US" sz="2000" dirty="0">
                <a:latin typeface="Arial" panose="020B0604020202020204" pitchFamily="34" charset="0"/>
              </a:rPr>
              <a:t>is its corresponding value. Keys are required to be unique, so that the association of keys to values defines a mapping.</a:t>
            </a:r>
          </a:p>
        </p:txBody>
      </p:sp>
      <p:sp>
        <p:nvSpPr>
          <p:cNvPr id="51206" name="Text Box 6"/>
          <p:cNvSpPr txBox="1"/>
          <p:nvPr/>
        </p:nvSpPr>
        <p:spPr>
          <a:xfrm>
            <a:off x="381000" y="3048000"/>
            <a:ext cx="3886200" cy="31400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2000" dirty="0">
                <a:latin typeface="Arial" panose="020B0604020202020204" pitchFamily="34" charset="0"/>
              </a:rPr>
              <a:t>The figure below provides a conceptual illustration of a map using the file-cabinet metaphor. For a more modern metaphor, think about the web as being a map whose entries are the web pages. The key of a page is its URL (e.g., http://datastructures.net/) and its value is the page content.</a:t>
            </a:r>
          </a:p>
        </p:txBody>
      </p:sp>
      <p:pic>
        <p:nvPicPr>
          <p:cNvPr id="51207" name="Picture 7"/>
          <p:cNvPicPr>
            <a:picLocks noChangeAspect="1"/>
          </p:cNvPicPr>
          <p:nvPr/>
        </p:nvPicPr>
        <p:blipFill>
          <a:blip r:embed="rId3"/>
          <a:srcRect l="38750" t="50000" r="28125" b="24001"/>
          <a:stretch>
            <a:fillRect/>
          </a:stretch>
        </p:blipFill>
        <p:spPr>
          <a:xfrm>
            <a:off x="4343400" y="3352800"/>
            <a:ext cx="4038600" cy="1981200"/>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61444" name="Rectangle 3"/>
          <p:cNvSpPr>
            <a:spLocks noGrp="1"/>
          </p:cNvSpPr>
          <p:nvPr>
            <p:ph idx="1"/>
          </p:nvPr>
        </p:nvSpPr>
        <p:spPr>
          <a:xfrm>
            <a:off x="838200" y="1447800"/>
            <a:ext cx="7772400" cy="4648200"/>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
                <a:schemeClr val="tx2">
                  <a:lumMod val="60000"/>
                  <a:lumOff val="40000"/>
                </a:schemeClr>
              </a:buClr>
              <a:buSzPct val="80000"/>
              <a:buFont typeface="Arial" panose="020B0604020202020204" pitchFamily="34" charset="0"/>
              <a:buChar char="•"/>
              <a:defRPr/>
            </a:pPr>
            <a:r>
              <a:rPr kumimoji="0" sz="3200" b="0" i="0" u="none" strike="noStrike" kern="1200" cap="none" spc="0" normalizeH="0" baseline="0" noProof="1">
                <a:ln>
                  <a:noFill/>
                </a:ln>
                <a:solidFill>
                  <a:schemeClr val="tx1"/>
                </a:solidFill>
                <a:effectLst/>
                <a:uLnTx/>
                <a:uFillTx/>
                <a:latin typeface="+mn-lt"/>
                <a:ea typeface="+mn-ea"/>
                <a:cs typeface="Arial" panose="020B0604020202020204" pitchFamily="34" charset="0"/>
              </a:rPr>
              <a:t>A map models a searchable collection of key-value entries</a:t>
            </a:r>
          </a:p>
          <a:p>
            <a:pPr marL="342900" marR="0" lvl="0" indent="-342900" algn="l" defTabSz="914400" rtl="0" eaLnBrk="0" fontAlgn="base" latinLnBrk="0" hangingPunct="0">
              <a:lnSpc>
                <a:spcPct val="90000"/>
              </a:lnSpc>
              <a:spcBef>
                <a:spcPct val="20000"/>
              </a:spcBef>
              <a:spcAft>
                <a:spcPct val="0"/>
              </a:spcAft>
              <a:buClr>
                <a:schemeClr val="tx2">
                  <a:lumMod val="60000"/>
                  <a:lumOff val="40000"/>
                </a:schemeClr>
              </a:buClr>
              <a:buSzPct val="80000"/>
              <a:buFont typeface="Arial" panose="020B0604020202020204" pitchFamily="34" charset="0"/>
              <a:buChar char="•"/>
              <a:defRPr/>
            </a:pPr>
            <a:r>
              <a:rPr kumimoji="0" sz="3200" b="0" i="0" u="none" strike="noStrike" kern="1200" cap="none" spc="0" normalizeH="0" baseline="0" noProof="1">
                <a:ln>
                  <a:noFill/>
                </a:ln>
                <a:solidFill>
                  <a:schemeClr val="tx1"/>
                </a:solidFill>
                <a:effectLst/>
                <a:uLnTx/>
                <a:uFillTx/>
                <a:latin typeface="+mn-lt"/>
                <a:ea typeface="+mn-ea"/>
                <a:cs typeface="Arial" panose="020B0604020202020204" pitchFamily="34" charset="0"/>
              </a:rPr>
              <a:t>The main operations of a map are for searching, inserting, and deleting items</a:t>
            </a:r>
          </a:p>
          <a:p>
            <a:pPr marL="342900" marR="0" lvl="0" indent="-342900" algn="l" defTabSz="914400" rtl="0" eaLnBrk="0" fontAlgn="base" latinLnBrk="0" hangingPunct="0">
              <a:lnSpc>
                <a:spcPct val="90000"/>
              </a:lnSpc>
              <a:spcBef>
                <a:spcPct val="20000"/>
              </a:spcBef>
              <a:spcAft>
                <a:spcPct val="0"/>
              </a:spcAft>
              <a:buClr>
                <a:schemeClr val="tx2">
                  <a:lumMod val="60000"/>
                  <a:lumOff val="40000"/>
                </a:schemeClr>
              </a:buClr>
              <a:buSzPct val="80000"/>
              <a:buFont typeface="Arial" panose="020B0604020202020204" pitchFamily="34" charset="0"/>
              <a:buChar char="•"/>
              <a:defRPr/>
            </a:pPr>
            <a:r>
              <a:rPr kumimoji="0" sz="3200" b="0" i="0" u="none" strike="noStrike" kern="1200" cap="none" spc="0" normalizeH="0" baseline="0" noProof="1">
                <a:ln>
                  <a:noFill/>
                </a:ln>
                <a:solidFill>
                  <a:schemeClr val="tx1"/>
                </a:solidFill>
                <a:effectLst/>
                <a:uLnTx/>
                <a:uFillTx/>
                <a:latin typeface="+mn-lt"/>
                <a:ea typeface="+mn-ea"/>
                <a:cs typeface="Arial" panose="020B0604020202020204" pitchFamily="34" charset="0"/>
              </a:rPr>
              <a:t>Multiple </a:t>
            </a:r>
            <a:r>
              <a:rPr kumimoji="0" sz="3200" b="0" i="0" u="none" strike="noStrike" kern="1200" cap="none" spc="0" normalizeH="0" baseline="0" noProof="1">
                <a:ln>
                  <a:noFill/>
                </a:ln>
                <a:solidFill>
                  <a:srgbClr val="0000FF"/>
                </a:solidFill>
                <a:effectLst/>
                <a:uLnTx/>
                <a:uFillTx/>
                <a:latin typeface="+mn-lt"/>
                <a:ea typeface="+mn-ea"/>
                <a:cs typeface="Arial" panose="020B0604020202020204" pitchFamily="34" charset="0"/>
              </a:rPr>
              <a:t>entries with the same key are </a:t>
            </a:r>
            <a:r>
              <a:rPr kumimoji="0" sz="3200" b="1" i="0" u="none" strike="noStrike" kern="1200" cap="none" spc="0" normalizeH="0" baseline="0" noProof="1">
                <a:ln>
                  <a:noFill/>
                </a:ln>
                <a:solidFill>
                  <a:srgbClr val="FF3300"/>
                </a:solidFill>
                <a:effectLst/>
                <a:uLnTx/>
                <a:uFillTx/>
                <a:latin typeface="+mn-lt"/>
                <a:ea typeface="+mn-ea"/>
                <a:cs typeface="Arial" panose="020B0604020202020204" pitchFamily="34" charset="0"/>
              </a:rPr>
              <a:t>not</a:t>
            </a:r>
            <a:r>
              <a:rPr kumimoji="0" sz="3200" b="0" i="0" u="none" strike="noStrike" kern="1200" cap="none" spc="0" normalizeH="0" baseline="0" noProof="1">
                <a:ln>
                  <a:noFill/>
                </a:ln>
                <a:solidFill>
                  <a:srgbClr val="FF3300"/>
                </a:solidFill>
                <a:effectLst/>
                <a:uLnTx/>
                <a:uFillTx/>
                <a:latin typeface="+mn-lt"/>
                <a:ea typeface="+mn-ea"/>
                <a:cs typeface="Arial" panose="020B0604020202020204" pitchFamily="34" charset="0"/>
              </a:rPr>
              <a:t> allowed</a:t>
            </a:r>
          </a:p>
          <a:p>
            <a:pPr marL="342900" marR="0" lvl="0" indent="-342900" algn="l" defTabSz="914400" rtl="0" eaLnBrk="0" fontAlgn="base" latinLnBrk="0" hangingPunct="0">
              <a:lnSpc>
                <a:spcPct val="90000"/>
              </a:lnSpc>
              <a:spcBef>
                <a:spcPct val="20000"/>
              </a:spcBef>
              <a:spcAft>
                <a:spcPct val="0"/>
              </a:spcAft>
              <a:buClr>
                <a:schemeClr val="tx2">
                  <a:lumMod val="60000"/>
                  <a:lumOff val="40000"/>
                </a:schemeClr>
              </a:buClr>
              <a:buSzPct val="80000"/>
              <a:buFont typeface="Arial" panose="020B0604020202020204" pitchFamily="34" charset="0"/>
              <a:buChar char="•"/>
              <a:defRPr/>
            </a:pPr>
            <a:r>
              <a:rPr kumimoji="0" sz="3200" b="0" i="0" u="none" strike="noStrike" kern="1200" cap="none" spc="0" normalizeH="0" baseline="0" noProof="1">
                <a:ln>
                  <a:noFill/>
                </a:ln>
                <a:solidFill>
                  <a:schemeClr val="tx1"/>
                </a:solidFill>
                <a:effectLst/>
                <a:uLnTx/>
                <a:uFillTx/>
                <a:latin typeface="+mn-lt"/>
                <a:ea typeface="+mn-ea"/>
                <a:cs typeface="Arial" panose="020B0604020202020204" pitchFamily="34" charset="0"/>
              </a:rPr>
              <a:t>Applications:</a:t>
            </a:r>
          </a:p>
          <a:p>
            <a:pPr marL="742950" marR="0" lvl="1" indent="-285750" algn="l" defTabSz="914400" rtl="0" eaLnBrk="0" fontAlgn="base" latinLnBrk="0" hangingPunct="0">
              <a:lnSpc>
                <a:spcPct val="90000"/>
              </a:lnSpc>
              <a:spcBef>
                <a:spcPct val="20000"/>
              </a:spcBef>
              <a:spcAft>
                <a:spcPct val="0"/>
              </a:spcAft>
              <a:buClrTx/>
              <a:buSzTx/>
              <a:buFont typeface="Arial" panose="020B0604020202020204" pitchFamily="34" charset="0"/>
              <a:buChar char="–"/>
              <a:defRPr/>
            </a:pPr>
            <a:r>
              <a:rPr kumimoji="0" sz="2800" b="0" i="0" u="none" strike="noStrike" kern="1200" cap="none" spc="0" normalizeH="0" baseline="0" noProof="1">
                <a:ln>
                  <a:noFill/>
                </a:ln>
                <a:solidFill>
                  <a:schemeClr val="tx1"/>
                </a:solidFill>
                <a:effectLst/>
                <a:uLnTx/>
                <a:uFillTx/>
                <a:latin typeface="+mn-lt"/>
                <a:ea typeface="+mn-ea"/>
                <a:cs typeface="+mn-cs"/>
              </a:rPr>
              <a:t>address book</a:t>
            </a:r>
          </a:p>
          <a:p>
            <a:pPr marL="742950" marR="0" lvl="1" indent="-285750" algn="l" defTabSz="914400" rtl="0" eaLnBrk="0" fontAlgn="base" latinLnBrk="0" hangingPunct="0">
              <a:lnSpc>
                <a:spcPct val="90000"/>
              </a:lnSpc>
              <a:spcBef>
                <a:spcPct val="20000"/>
              </a:spcBef>
              <a:spcAft>
                <a:spcPct val="0"/>
              </a:spcAft>
              <a:buClrTx/>
              <a:buSzTx/>
              <a:buFont typeface="Arial" panose="020B0604020202020204" pitchFamily="34" charset="0"/>
              <a:buChar char="–"/>
              <a:defRPr/>
            </a:pPr>
            <a:r>
              <a:rPr kumimoji="0" sz="2800" b="0" i="0" u="none" strike="noStrike" kern="1200" cap="none" spc="0" normalizeH="0" baseline="0" noProof="1">
                <a:ln>
                  <a:noFill/>
                </a:ln>
                <a:solidFill>
                  <a:schemeClr val="tx1"/>
                </a:solidFill>
                <a:effectLst/>
                <a:uLnTx/>
                <a:uFillTx/>
                <a:latin typeface="+mn-lt"/>
                <a:ea typeface="+mn-ea"/>
                <a:cs typeface="+mn-cs"/>
              </a:rPr>
              <a:t>student-record database</a:t>
            </a:r>
          </a:p>
        </p:txBody>
      </p:sp>
      <p:sp>
        <p:nvSpPr>
          <p:cNvPr id="53252" name="Rectangle 2"/>
          <p:cNvSpPr/>
          <p:nvPr/>
        </p:nvSpPr>
        <p:spPr>
          <a:xfrm>
            <a:off x="838200" y="609600"/>
            <a:ext cx="6778625" cy="64135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3600" b="1" dirty="0">
                <a:solidFill>
                  <a:srgbClr val="CC3300"/>
                </a:solidFill>
              </a:rPr>
              <a:t>Maps - 2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62468" name="Rectangle 3"/>
          <p:cNvSpPr>
            <a:spLocks noGrp="1"/>
          </p:cNvSpPr>
          <p:nvPr>
            <p:ph idx="1"/>
          </p:nvPr>
        </p:nvSpPr>
        <p:spPr>
          <a:xfrm>
            <a:off x="762000" y="1371600"/>
            <a:ext cx="7772400" cy="4800600"/>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
                <a:schemeClr val="tx2">
                  <a:lumMod val="60000"/>
                  <a:lumOff val="40000"/>
                </a:schemeClr>
              </a:buClr>
              <a:buSzPct val="80000"/>
              <a:buFont typeface="Arial" panose="020B0604020202020204" pitchFamily="34" charset="0"/>
              <a:buChar char="•"/>
              <a:defRPr/>
            </a:pPr>
            <a:r>
              <a:rPr kumimoji="0" sz="2800" b="0" i="0" u="none" strike="noStrike" kern="1200" cap="none" spc="0" normalizeH="0" baseline="0" noProof="1">
                <a:ln>
                  <a:noFill/>
                </a:ln>
                <a:solidFill>
                  <a:schemeClr val="tx1"/>
                </a:solidFill>
                <a:effectLst/>
                <a:uLnTx/>
                <a:uFillTx/>
                <a:latin typeface="+mn-lt"/>
                <a:ea typeface="+mn-ea"/>
                <a:cs typeface="Arial" panose="020B0604020202020204" pitchFamily="34" charset="0"/>
              </a:rPr>
              <a:t>Map ADT methods:</a:t>
            </a:r>
          </a:p>
          <a:p>
            <a:pPr marL="742950" marR="0" lvl="1" indent="-285750" algn="l" defTabSz="914400" rtl="0" eaLnBrk="0" fontAlgn="base" latinLnBrk="0" hangingPunct="0">
              <a:lnSpc>
                <a:spcPct val="90000"/>
              </a:lnSpc>
              <a:spcBef>
                <a:spcPct val="20000"/>
              </a:spcBef>
              <a:spcAft>
                <a:spcPct val="0"/>
              </a:spcAft>
              <a:buClrTx/>
              <a:buSzTx/>
              <a:buFont typeface="Arial" panose="020B0604020202020204" pitchFamily="34" charset="0"/>
              <a:buChar char="–"/>
              <a:defRPr/>
            </a:pPr>
            <a:r>
              <a:rPr kumimoji="0" sz="2400" b="0" i="0" u="none" strike="noStrike" kern="1200" cap="none" spc="0" normalizeH="0" baseline="0" noProof="1">
                <a:ln>
                  <a:noFill/>
                </a:ln>
                <a:solidFill>
                  <a:schemeClr val="tx2"/>
                </a:solidFill>
                <a:effectLst/>
                <a:uLnTx/>
                <a:uFillTx/>
                <a:latin typeface="+mn-lt"/>
                <a:ea typeface="+mn-ea"/>
                <a:cs typeface="+mn-cs"/>
              </a:rPr>
              <a:t>get</a:t>
            </a:r>
            <a:r>
              <a:rPr kumimoji="0" sz="2400" b="0" i="0" u="none" strike="noStrike" kern="1200" cap="none" spc="0" normalizeH="0" baseline="0" noProof="1">
                <a:ln>
                  <a:noFill/>
                </a:ln>
                <a:solidFill>
                  <a:schemeClr val="tx1"/>
                </a:solidFill>
                <a:effectLst/>
                <a:uLnTx/>
                <a:uFillTx/>
                <a:latin typeface="+mn-lt"/>
                <a:ea typeface="+mn-ea"/>
                <a:cs typeface="+mn-cs"/>
              </a:rPr>
              <a:t>(k): if the map M has an entry with key k, return its assoiciated value; else, return null </a:t>
            </a:r>
          </a:p>
          <a:p>
            <a:pPr marL="742950" marR="0" lvl="1" indent="-285750" algn="l" defTabSz="914400" rtl="0" eaLnBrk="0" fontAlgn="base" latinLnBrk="0" hangingPunct="0">
              <a:lnSpc>
                <a:spcPct val="90000"/>
              </a:lnSpc>
              <a:spcBef>
                <a:spcPct val="20000"/>
              </a:spcBef>
              <a:spcAft>
                <a:spcPct val="0"/>
              </a:spcAft>
              <a:buClrTx/>
              <a:buSzTx/>
              <a:buFont typeface="Arial" panose="020B0604020202020204" pitchFamily="34" charset="0"/>
              <a:buChar char="–"/>
              <a:defRPr/>
            </a:pPr>
            <a:r>
              <a:rPr kumimoji="0" sz="2400" b="0" i="0" u="none" strike="noStrike" kern="1200" cap="none" spc="0" normalizeH="0" baseline="0" noProof="1">
                <a:ln>
                  <a:noFill/>
                </a:ln>
                <a:solidFill>
                  <a:schemeClr val="tx2"/>
                </a:solidFill>
                <a:effectLst/>
                <a:uLnTx/>
                <a:uFillTx/>
                <a:latin typeface="+mn-lt"/>
                <a:ea typeface="+mn-ea"/>
                <a:cs typeface="+mn-cs"/>
              </a:rPr>
              <a:t>put</a:t>
            </a:r>
            <a:r>
              <a:rPr kumimoji="0" sz="2400" b="0" i="0" u="none" strike="noStrike" kern="1200" cap="none" spc="0" normalizeH="0" baseline="0" noProof="1">
                <a:ln>
                  <a:noFill/>
                </a:ln>
                <a:solidFill>
                  <a:schemeClr val="tx1"/>
                </a:solidFill>
                <a:effectLst/>
                <a:uLnTx/>
                <a:uFillTx/>
                <a:latin typeface="+mn-lt"/>
                <a:ea typeface="+mn-ea"/>
                <a:cs typeface="+mn-cs"/>
              </a:rPr>
              <a:t>(k, v): insert entry (k, v) into the map M; if key k is not already in M, then return null; else, return old value associated with k</a:t>
            </a:r>
          </a:p>
          <a:p>
            <a:pPr marL="742950" marR="0" lvl="1" indent="-285750" algn="l" defTabSz="914400" rtl="0" eaLnBrk="0" fontAlgn="base" latinLnBrk="0" hangingPunct="0">
              <a:lnSpc>
                <a:spcPct val="90000"/>
              </a:lnSpc>
              <a:spcBef>
                <a:spcPct val="20000"/>
              </a:spcBef>
              <a:spcAft>
                <a:spcPct val="0"/>
              </a:spcAft>
              <a:buClrTx/>
              <a:buSzTx/>
              <a:buFont typeface="Arial" panose="020B0604020202020204" pitchFamily="34" charset="0"/>
              <a:buChar char="–"/>
              <a:defRPr/>
            </a:pPr>
            <a:r>
              <a:rPr kumimoji="0" sz="2400" b="0" i="0" u="none" strike="noStrike" kern="1200" cap="none" spc="0" normalizeH="0" baseline="0" noProof="1">
                <a:ln>
                  <a:noFill/>
                </a:ln>
                <a:solidFill>
                  <a:schemeClr val="tx2"/>
                </a:solidFill>
                <a:effectLst/>
                <a:uLnTx/>
                <a:uFillTx/>
                <a:latin typeface="+mn-lt"/>
                <a:ea typeface="+mn-ea"/>
                <a:cs typeface="+mn-cs"/>
              </a:rPr>
              <a:t>remove</a:t>
            </a:r>
            <a:r>
              <a:rPr kumimoji="0" sz="2400" b="0" i="0" u="none" strike="noStrike" kern="1200" cap="none" spc="0" normalizeH="0" baseline="0" noProof="1">
                <a:ln>
                  <a:noFill/>
                </a:ln>
                <a:solidFill>
                  <a:schemeClr val="tx1"/>
                </a:solidFill>
                <a:effectLst/>
                <a:uLnTx/>
                <a:uFillTx/>
                <a:latin typeface="+mn-lt"/>
                <a:ea typeface="+mn-ea"/>
                <a:cs typeface="+mn-cs"/>
              </a:rPr>
              <a:t>(k): if the map M has an entry with key k, remove it from M and return its associated value; else, return null </a:t>
            </a:r>
          </a:p>
          <a:p>
            <a:pPr marL="742950" marR="0" lvl="1" indent="-285750" algn="l" defTabSz="914400" rtl="0" eaLnBrk="0" fontAlgn="base" latinLnBrk="0" hangingPunct="0">
              <a:lnSpc>
                <a:spcPct val="90000"/>
              </a:lnSpc>
              <a:spcBef>
                <a:spcPct val="20000"/>
              </a:spcBef>
              <a:spcAft>
                <a:spcPct val="0"/>
              </a:spcAft>
              <a:buClrTx/>
              <a:buSzTx/>
              <a:buFont typeface="Arial" panose="020B0604020202020204" pitchFamily="34" charset="0"/>
              <a:buChar char="–"/>
              <a:defRPr/>
            </a:pPr>
            <a:r>
              <a:rPr kumimoji="0" sz="2400" b="0" i="0" u="none" strike="noStrike" kern="1200" cap="none" spc="0" normalizeH="0" baseline="0" noProof="1">
                <a:ln>
                  <a:noFill/>
                </a:ln>
                <a:solidFill>
                  <a:schemeClr val="tx2"/>
                </a:solidFill>
                <a:effectLst/>
                <a:uLnTx/>
                <a:uFillTx/>
                <a:latin typeface="+mn-lt"/>
                <a:ea typeface="+mn-ea"/>
                <a:cs typeface="+mn-cs"/>
              </a:rPr>
              <a:t>size</a:t>
            </a:r>
            <a:r>
              <a:rPr kumimoji="0" sz="2400" b="0" i="0" u="none" strike="noStrike" kern="1200" cap="none" spc="0" normalizeH="0" baseline="0" noProof="1">
                <a:ln>
                  <a:noFill/>
                </a:ln>
                <a:solidFill>
                  <a:schemeClr val="tx1"/>
                </a:solidFill>
                <a:effectLst/>
                <a:uLnTx/>
                <a:uFillTx/>
                <a:latin typeface="+mn-lt"/>
                <a:ea typeface="+mn-ea"/>
                <a:cs typeface="+mn-cs"/>
              </a:rPr>
              <a:t>(), </a:t>
            </a:r>
            <a:r>
              <a:rPr kumimoji="0" sz="2400" b="0" i="0" u="none" strike="noStrike" kern="1200" cap="none" spc="0" normalizeH="0" baseline="0" noProof="1">
                <a:ln>
                  <a:noFill/>
                </a:ln>
                <a:solidFill>
                  <a:schemeClr val="tx2"/>
                </a:solidFill>
                <a:effectLst/>
                <a:uLnTx/>
                <a:uFillTx/>
                <a:latin typeface="+mn-lt"/>
                <a:ea typeface="+mn-ea"/>
                <a:cs typeface="+mn-cs"/>
              </a:rPr>
              <a:t>isEmpty</a:t>
            </a:r>
            <a:r>
              <a:rPr kumimoji="0" sz="2400" b="0" i="0" u="none" strike="noStrike" kern="1200" cap="none" spc="0" normalizeH="0" baseline="0" noProof="1">
                <a:ln>
                  <a:noFill/>
                </a:ln>
                <a:solidFill>
                  <a:schemeClr val="tx1"/>
                </a:solidFill>
                <a:effectLst/>
                <a:uLnTx/>
                <a:uFillTx/>
                <a:latin typeface="+mn-lt"/>
                <a:ea typeface="+mn-ea"/>
                <a:cs typeface="+mn-cs"/>
              </a:rPr>
              <a:t>()</a:t>
            </a:r>
          </a:p>
          <a:p>
            <a:pPr marL="742950" marR="0" lvl="1" indent="-285750" algn="l" defTabSz="914400" rtl="0" eaLnBrk="0" fontAlgn="base" latinLnBrk="0" hangingPunct="0">
              <a:lnSpc>
                <a:spcPct val="90000"/>
              </a:lnSpc>
              <a:spcBef>
                <a:spcPct val="20000"/>
              </a:spcBef>
              <a:spcAft>
                <a:spcPct val="0"/>
              </a:spcAft>
              <a:buClrTx/>
              <a:buSzTx/>
              <a:buFont typeface="Arial" panose="020B0604020202020204" pitchFamily="34" charset="0"/>
              <a:buChar char="–"/>
              <a:defRPr/>
            </a:pPr>
            <a:r>
              <a:rPr kumimoji="0" sz="2400" b="0" i="0" u="none" strike="noStrike" kern="1200" cap="none" spc="0" normalizeH="0" baseline="0" noProof="1">
                <a:ln>
                  <a:noFill/>
                </a:ln>
                <a:solidFill>
                  <a:schemeClr val="tx2"/>
                </a:solidFill>
                <a:effectLst/>
                <a:uLnTx/>
                <a:uFillTx/>
                <a:latin typeface="+mn-lt"/>
                <a:ea typeface="+mn-ea"/>
                <a:cs typeface="+mn-cs"/>
              </a:rPr>
              <a:t>keys</a:t>
            </a:r>
            <a:r>
              <a:rPr kumimoji="0" sz="2400" b="0" i="0" u="none" strike="noStrike" kern="1200" cap="none" spc="0" normalizeH="0" baseline="0" noProof="1">
                <a:ln>
                  <a:noFill/>
                </a:ln>
                <a:solidFill>
                  <a:schemeClr val="tx1"/>
                </a:solidFill>
                <a:effectLst/>
                <a:uLnTx/>
                <a:uFillTx/>
                <a:latin typeface="+mn-lt"/>
                <a:ea typeface="+mn-ea"/>
                <a:cs typeface="+mn-cs"/>
              </a:rPr>
              <a:t>(): return an iterator of the keys in M</a:t>
            </a:r>
          </a:p>
          <a:p>
            <a:pPr marL="742950" marR="0" lvl="1" indent="-285750" algn="l" defTabSz="914400" rtl="0" eaLnBrk="0" fontAlgn="base" latinLnBrk="0" hangingPunct="0">
              <a:lnSpc>
                <a:spcPct val="90000"/>
              </a:lnSpc>
              <a:spcBef>
                <a:spcPct val="20000"/>
              </a:spcBef>
              <a:spcAft>
                <a:spcPct val="0"/>
              </a:spcAft>
              <a:buClrTx/>
              <a:buSzTx/>
              <a:buFont typeface="Arial" panose="020B0604020202020204" pitchFamily="34" charset="0"/>
              <a:buChar char="–"/>
              <a:defRPr/>
            </a:pPr>
            <a:r>
              <a:rPr kumimoji="0" sz="2400" b="0" i="0" u="none" strike="noStrike" kern="1200" cap="none" spc="0" normalizeH="0" baseline="0" noProof="1">
                <a:ln>
                  <a:noFill/>
                </a:ln>
                <a:solidFill>
                  <a:schemeClr val="tx2"/>
                </a:solidFill>
                <a:effectLst/>
                <a:uLnTx/>
                <a:uFillTx/>
                <a:latin typeface="+mn-lt"/>
                <a:ea typeface="+mn-ea"/>
                <a:cs typeface="+mn-cs"/>
              </a:rPr>
              <a:t>values</a:t>
            </a:r>
            <a:r>
              <a:rPr kumimoji="0" sz="2400" b="0" i="0" u="none" strike="noStrike" kern="1200" cap="none" spc="0" normalizeH="0" baseline="0" noProof="1">
                <a:ln>
                  <a:noFill/>
                </a:ln>
                <a:solidFill>
                  <a:schemeClr val="tx1"/>
                </a:solidFill>
                <a:effectLst/>
                <a:uLnTx/>
                <a:uFillTx/>
                <a:latin typeface="+mn-lt"/>
                <a:ea typeface="+mn-ea"/>
                <a:cs typeface="+mn-cs"/>
              </a:rPr>
              <a:t>(): return an iterator of the values in M</a:t>
            </a:r>
          </a:p>
        </p:txBody>
      </p:sp>
      <p:sp>
        <p:nvSpPr>
          <p:cNvPr id="54276" name="Rectangle 2"/>
          <p:cNvSpPr/>
          <p:nvPr/>
        </p:nvSpPr>
        <p:spPr>
          <a:xfrm>
            <a:off x="841375" y="349250"/>
            <a:ext cx="6778625" cy="64135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3600" b="1" dirty="0">
                <a:solidFill>
                  <a:srgbClr val="CC3300"/>
                </a:solidFill>
              </a:rPr>
              <a:t>The methods of Map ADT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 altLang="en-US" sz="1200" dirty="0">
                <a:solidFill>
                  <a:srgbClr val="898989"/>
                </a:solidFill>
                <a:latin typeface="Arial" panose="020B0604020202020204" pitchFamily="34" charset="0"/>
              </a:rPr>
              <a:t>Data Structures and Algorithms in Java </a:t>
            </a:r>
          </a:p>
        </p:txBody>
      </p:sp>
      <p:sp>
        <p:nvSpPr>
          <p:cNvPr id="55299" name="Rectangle 2"/>
          <p:cNvSpPr/>
          <p:nvPr/>
        </p:nvSpPr>
        <p:spPr>
          <a:xfrm>
            <a:off x="838200" y="609600"/>
            <a:ext cx="6778625" cy="64135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3600" b="1" dirty="0">
                <a:solidFill>
                  <a:srgbClr val="CC3300"/>
                </a:solidFill>
              </a:rPr>
              <a:t>Map application example</a:t>
            </a:r>
          </a:p>
        </p:txBody>
      </p:sp>
      <p:sp>
        <p:nvSpPr>
          <p:cNvPr id="55300" name="Text Box 5"/>
          <p:cNvSpPr txBox="1"/>
          <p:nvPr/>
        </p:nvSpPr>
        <p:spPr>
          <a:xfrm>
            <a:off x="381000" y="2130425"/>
            <a:ext cx="8382000" cy="35083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2800" dirty="0">
                <a:latin typeface="Arial" panose="020B0604020202020204" pitchFamily="34" charset="0"/>
              </a:rPr>
              <a:t>As a case study for using a map, consider the problem of counting the number of occurrences of words in a document. This is a standard task when performing a statistical analysis of a document, for example, when categorizing an email or news article. A map is an ideal data structure to use here, for we can use words as keys and word counts as values.</a:t>
            </a:r>
          </a:p>
        </p:txBody>
      </p:sp>
      <p:sp>
        <p:nvSpPr>
          <p:cNvPr id="55301" name="Text Box 6"/>
          <p:cNvSpPr txBox="1"/>
          <p:nvPr/>
        </p:nvSpPr>
        <p:spPr>
          <a:xfrm>
            <a:off x="1295400" y="1295400"/>
            <a:ext cx="5867400" cy="579438"/>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50000"/>
              </a:spcBef>
              <a:buFontTx/>
              <a:buNone/>
            </a:pPr>
            <a:r>
              <a:rPr lang="en-US" altLang="en-US" dirty="0">
                <a:solidFill>
                  <a:schemeClr val="tx2"/>
                </a:solidFill>
                <a:latin typeface="Arial" panose="020B0604020202020204" pitchFamily="34" charset="0"/>
              </a:rPr>
              <a:t>Counting Word Frequencies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35</a:t>
            </a:fld>
            <a:r>
              <a:rPr lang="en-US" altLang="en-US" sz="1200" dirty="0">
                <a:solidFill>
                  <a:srgbClr val="898989"/>
                </a:solidFill>
                <a:latin typeface="Arial" panose="020B0604020202020204" pitchFamily="34" charset="0"/>
              </a:rPr>
              <a:t>/40</a:t>
            </a:r>
          </a:p>
        </p:txBody>
      </p:sp>
      <p:sp>
        <p:nvSpPr>
          <p:cNvPr id="56323" name="Footer Placeholder 4"/>
          <p:cNvSpPr txBox="1">
            <a:spLocks noGrp="1"/>
          </p:cNvSpPr>
          <p:nvPr/>
        </p:nvSpPr>
        <p:spPr>
          <a:xfrm>
            <a:off x="3124200" y="6356350"/>
            <a:ext cx="2895600" cy="36512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56324" name="Rectangle 2"/>
          <p:cNvSpPr>
            <a:spLocks noGrp="1"/>
          </p:cNvSpPr>
          <p:nvPr>
            <p:ph type="title"/>
          </p:nvPr>
        </p:nvSpPr>
        <p:spPr>
          <a:xfrm>
            <a:off x="76200" y="457200"/>
            <a:ext cx="8991600" cy="579438"/>
          </a:xfrm>
          <a:ln/>
        </p:spPr>
        <p:txBody>
          <a:bodyPr vert="horz" wrap="square" lIns="91440" tIns="45720" rIns="91440" bIns="45720" anchor="ctr" anchorCtr="0">
            <a:spAutoFit/>
          </a:bodyPr>
          <a:lstStyle/>
          <a:p>
            <a:r>
              <a:rPr lang="en-US" altLang="en-US" sz="3200" b="1" dirty="0">
                <a:solidFill>
                  <a:srgbClr val="CC3300"/>
                </a:solidFill>
              </a:rPr>
              <a:t>Hashing in java.util - HashSet and HashMap classes</a:t>
            </a:r>
            <a:endParaRPr lang="en-US" altLang="en-US" sz="3200" b="1" dirty="0">
              <a:solidFill>
                <a:srgbClr val="CC3300"/>
              </a:solidFill>
              <a:ea typeface="Arial" panose="020B0604020202020204" pitchFamily="34" charset="0"/>
            </a:endParaRPr>
          </a:p>
        </p:txBody>
      </p:sp>
      <p:sp>
        <p:nvSpPr>
          <p:cNvPr id="56325" name="Rectangle 3"/>
          <p:cNvSpPr>
            <a:spLocks noGrp="1"/>
          </p:cNvSpPr>
          <p:nvPr>
            <p:ph type="body"/>
          </p:nvPr>
        </p:nvSpPr>
        <p:spPr>
          <a:xfrm>
            <a:off x="228600" y="1066800"/>
            <a:ext cx="8686800" cy="5210175"/>
          </a:xfrm>
          <a:ln/>
        </p:spPr>
        <p:txBody>
          <a:bodyPr vert="horz" wrap="square" lIns="91440" tIns="45720" rIns="91440" bIns="45720" anchor="t" anchorCtr="0">
            <a:spAutoFit/>
          </a:bodyPr>
          <a:lstStyle/>
          <a:p>
            <a:pPr>
              <a:spcBef>
                <a:spcPct val="0"/>
              </a:spcBef>
            </a:pPr>
            <a:r>
              <a:rPr lang="en-US" altLang="en-US" sz="2400" dirty="0">
                <a:solidFill>
                  <a:schemeClr val="hlink"/>
                </a:solidFill>
              </a:rPr>
              <a:t>HashSets store objects</a:t>
            </a:r>
          </a:p>
          <a:p>
            <a:pPr lvl="1">
              <a:spcBef>
                <a:spcPct val="0"/>
              </a:spcBef>
            </a:pPr>
            <a:r>
              <a:rPr lang="en-US" altLang="en-US" sz="2400" dirty="0"/>
              <a:t>supports adding and removing in constant time</a:t>
            </a:r>
          </a:p>
          <a:p>
            <a:pPr>
              <a:spcBef>
                <a:spcPct val="0"/>
              </a:spcBef>
            </a:pPr>
            <a:r>
              <a:rPr lang="en-US" altLang="en-US" sz="2400" dirty="0">
                <a:solidFill>
                  <a:schemeClr val="hlink"/>
                </a:solidFill>
              </a:rPr>
              <a:t>HashMaps store a pair (key,object)</a:t>
            </a:r>
          </a:p>
          <a:p>
            <a:pPr lvl="1">
              <a:spcBef>
                <a:spcPct val="0"/>
              </a:spcBef>
            </a:pPr>
            <a:r>
              <a:rPr lang="en-US" altLang="en-US" sz="2400" dirty="0"/>
              <a:t>this is an implementation of a </a:t>
            </a:r>
            <a:r>
              <a:rPr lang="en-US" altLang="en-US" sz="2400" b="1" dirty="0"/>
              <a:t>Map</a:t>
            </a:r>
          </a:p>
          <a:p>
            <a:pPr lvl="1">
              <a:spcBef>
                <a:spcPct val="0"/>
              </a:spcBef>
            </a:pPr>
            <a:r>
              <a:rPr lang="en-US" altLang="en-US" sz="2000" b="1" dirty="0"/>
              <a:t>HashMap is more useful and standard</a:t>
            </a:r>
          </a:p>
          <a:p>
            <a:pPr lvl="1">
              <a:spcBef>
                <a:spcPct val="0"/>
              </a:spcBef>
            </a:pPr>
            <a:r>
              <a:rPr lang="en-US" altLang="en-US" sz="2000" b="1" dirty="0"/>
              <a:t>HashMap’s main methods are:</a:t>
            </a:r>
          </a:p>
          <a:p>
            <a:pPr lvl="2">
              <a:spcBef>
                <a:spcPct val="0"/>
              </a:spcBef>
            </a:pPr>
            <a:r>
              <a:rPr lang="en-US" altLang="en-US" sz="2000" b="1" dirty="0"/>
              <a:t>put(Object key, Object value)</a:t>
            </a:r>
          </a:p>
          <a:p>
            <a:pPr lvl="2">
              <a:spcBef>
                <a:spcPct val="0"/>
              </a:spcBef>
            </a:pPr>
            <a:r>
              <a:rPr lang="en-US" altLang="en-US" sz="2000" b="1" dirty="0"/>
              <a:t>get(Object key)</a:t>
            </a:r>
          </a:p>
          <a:p>
            <a:pPr lvl="2">
              <a:spcBef>
                <a:spcPct val="0"/>
              </a:spcBef>
            </a:pPr>
            <a:r>
              <a:rPr lang="en-US" altLang="en-US" sz="2000" b="1" dirty="0"/>
              <a:t>remove(Object key)</a:t>
            </a:r>
          </a:p>
          <a:p>
            <a:pPr lvl="1">
              <a:spcBef>
                <a:spcPct val="0"/>
              </a:spcBef>
            </a:pPr>
            <a:r>
              <a:rPr lang="en-US" altLang="en-US" sz="2000" b="1" dirty="0"/>
              <a:t>All done in expected O(1) time.</a:t>
            </a:r>
          </a:p>
          <a:p>
            <a:pPr lvl="1">
              <a:spcBef>
                <a:spcPct val="0"/>
              </a:spcBef>
            </a:pPr>
            <a:r>
              <a:rPr lang="en-US" altLang="en-US" sz="2000" b="1" dirty="0"/>
              <a:t>The HashMap class is roughly equivalent to Hashtable, except that it is unsynchronized and permits nulls</a:t>
            </a:r>
            <a:r>
              <a:rPr lang="en-US" altLang="en-US" sz="2000" dirty="0"/>
              <a:t>.</a:t>
            </a:r>
          </a:p>
          <a:p>
            <a:pPr lvl="1">
              <a:spcBef>
                <a:spcPct val="0"/>
              </a:spcBef>
            </a:pPr>
            <a:r>
              <a:rPr lang="en-US" altLang="en-US" sz="2000" dirty="0"/>
              <a:t>An instance of HashMap has two parameters that affect its performance: </a:t>
            </a:r>
            <a:r>
              <a:rPr lang="en-US" altLang="en-US" sz="2000" i="1" dirty="0"/>
              <a:t>initial capacity</a:t>
            </a:r>
            <a:r>
              <a:rPr lang="en-US" altLang="en-US" sz="2000" dirty="0"/>
              <a:t> and </a:t>
            </a:r>
            <a:r>
              <a:rPr lang="en-US" altLang="en-US" sz="2000" i="1" dirty="0"/>
              <a:t>load factor</a:t>
            </a:r>
            <a:r>
              <a:rPr lang="en-US" altLang="en-US" sz="2000" dirty="0"/>
              <a:t>. The </a:t>
            </a:r>
            <a:r>
              <a:rPr lang="en-US" altLang="en-US" sz="2000" i="1" dirty="0"/>
              <a:t>capacity</a:t>
            </a:r>
            <a:r>
              <a:rPr lang="en-US" altLang="en-US" sz="2000" dirty="0"/>
              <a:t> is the number of buckets in the hash table. The </a:t>
            </a:r>
            <a:r>
              <a:rPr lang="en-US" altLang="en-US" sz="2000" i="1" dirty="0"/>
              <a:t>load factor</a:t>
            </a:r>
            <a:r>
              <a:rPr lang="en-US" altLang="en-US" sz="2000" dirty="0"/>
              <a:t> is a measure of how full the hash table is allowed to get before its capacity is automatically increased. </a:t>
            </a:r>
          </a:p>
        </p:txBody>
      </p:sp>
      <p:sp>
        <p:nvSpPr>
          <p:cNvPr id="56326" name="Text Box 4"/>
          <p:cNvSpPr txBox="1"/>
          <p:nvPr/>
        </p:nvSpPr>
        <p:spPr>
          <a:xfrm>
            <a:off x="5562600" y="2895600"/>
            <a:ext cx="2895600" cy="1079500"/>
          </a:xfrm>
          <a:prstGeom prst="rect">
            <a:avLst/>
          </a:prstGeom>
          <a:solidFill>
            <a:srgbClr val="CCFFFF"/>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en-US" altLang="en-US" sz="1600" dirty="0">
                <a:latin typeface="Arial" panose="020B0604020202020204" pitchFamily="34" charset="0"/>
              </a:rPr>
              <a:t>A </a:t>
            </a:r>
            <a:r>
              <a:rPr lang="en-US" altLang="en-US" sz="1600" b="1" dirty="0">
                <a:latin typeface="Arial" panose="020B0604020202020204" pitchFamily="34" charset="0"/>
              </a:rPr>
              <a:t>hash map</a:t>
            </a:r>
            <a:r>
              <a:rPr lang="en-US" altLang="en-US" sz="1600" dirty="0">
                <a:latin typeface="Arial" panose="020B0604020202020204" pitchFamily="34" charset="0"/>
              </a:rPr>
              <a:t> is a collection of singly linked lists (buckets); that is, chaining is used as a collision resolution technique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36</a:t>
            </a:fld>
            <a:r>
              <a:rPr lang="en-US" altLang="en-US" sz="1200" dirty="0">
                <a:solidFill>
                  <a:srgbClr val="898989"/>
                </a:solidFill>
                <a:latin typeface="Arial" panose="020B0604020202020204" pitchFamily="34" charset="0"/>
              </a:rPr>
              <a:t>/40</a:t>
            </a:r>
          </a:p>
        </p:txBody>
      </p:sp>
      <p:sp>
        <p:nvSpPr>
          <p:cNvPr id="57347" name="Footer Placeholder 4"/>
          <p:cNvSpPr txBox="1">
            <a:spLocks noGrp="1"/>
          </p:cNvSpPr>
          <p:nvPr/>
        </p:nvSpPr>
        <p:spPr>
          <a:xfrm>
            <a:off x="3124200" y="6356350"/>
            <a:ext cx="2895600" cy="36512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57348" name="Title 1"/>
          <p:cNvSpPr/>
          <p:nvPr/>
        </p:nvSpPr>
        <p:spPr>
          <a:xfrm>
            <a:off x="1295400" y="501650"/>
            <a:ext cx="6324600" cy="64135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3600" b="1" dirty="0">
                <a:solidFill>
                  <a:srgbClr val="CC3300"/>
                </a:solidFill>
              </a:rPr>
              <a:t>HashSet example</a:t>
            </a:r>
          </a:p>
        </p:txBody>
      </p:sp>
      <p:sp>
        <p:nvSpPr>
          <p:cNvPr id="57349" name="Text Box 5"/>
          <p:cNvSpPr txBox="1"/>
          <p:nvPr/>
        </p:nvSpPr>
        <p:spPr>
          <a:xfrm>
            <a:off x="609600" y="1328738"/>
            <a:ext cx="7848600" cy="3759200"/>
          </a:xfrm>
          <a:prstGeom prst="rect">
            <a:avLst/>
          </a:prstGeom>
          <a:solidFill>
            <a:srgbClr val="CCECFF"/>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2000" dirty="0">
                <a:latin typeface="Arial" panose="020B0604020202020204" pitchFamily="34" charset="0"/>
              </a:rPr>
              <a:t>import java.util.*;</a:t>
            </a:r>
          </a:p>
          <a:p>
            <a:pPr marL="0" lvl="0" indent="0" eaLnBrk="1" hangingPunct="1">
              <a:spcBef>
                <a:spcPct val="0"/>
              </a:spcBef>
              <a:buFontTx/>
              <a:buNone/>
            </a:pPr>
            <a:r>
              <a:rPr lang="en-US" altLang="en-US" sz="2000" dirty="0">
                <a:latin typeface="Arial" panose="020B0604020202020204" pitchFamily="34" charset="0"/>
              </a:rPr>
              <a:t>public class Main</a:t>
            </a:r>
          </a:p>
          <a:p>
            <a:pPr marL="0" lvl="0" indent="0" eaLnBrk="1" hangingPunct="1">
              <a:spcBef>
                <a:spcPct val="0"/>
              </a:spcBef>
              <a:buFontTx/>
              <a:buNone/>
            </a:pPr>
            <a:r>
              <a:rPr lang="en-US" altLang="en-US" sz="2000" dirty="0">
                <a:latin typeface="Arial" panose="020B0604020202020204" pitchFamily="34" charset="0"/>
              </a:rPr>
              <a:t>  { public static void main(String args[])</a:t>
            </a:r>
          </a:p>
          <a:p>
            <a:pPr marL="0" lvl="0" indent="0" eaLnBrk="1" hangingPunct="1">
              <a:spcBef>
                <a:spcPct val="0"/>
              </a:spcBef>
              <a:buFontTx/>
              <a:buNone/>
            </a:pPr>
            <a:r>
              <a:rPr lang="en-US" altLang="en-US" sz="2000" dirty="0">
                <a:latin typeface="Arial" panose="020B0604020202020204" pitchFamily="34" charset="0"/>
              </a:rPr>
              <a:t>      { Set s = new HashSet();</a:t>
            </a:r>
          </a:p>
          <a:p>
            <a:pPr marL="0" lvl="0" indent="0" eaLnBrk="1" hangingPunct="1">
              <a:spcBef>
                <a:spcPct val="0"/>
              </a:spcBef>
              <a:buFontTx/>
              <a:buNone/>
            </a:pPr>
            <a:r>
              <a:rPr lang="en-US" altLang="en-US" sz="2000" dirty="0">
                <a:latin typeface="Arial" panose="020B0604020202020204" pitchFamily="34" charset="0"/>
              </a:rPr>
              <a:t>        String [] a = {"i", "came", "i", "came", "i", "conquered"};</a:t>
            </a:r>
          </a:p>
          <a:p>
            <a:pPr marL="0" lvl="0" indent="0" eaLnBrk="1" hangingPunct="1">
              <a:spcBef>
                <a:spcPct val="0"/>
              </a:spcBef>
              <a:buFontTx/>
              <a:buNone/>
            </a:pPr>
            <a:r>
              <a:rPr lang="en-US" altLang="en-US" sz="2000" dirty="0">
                <a:latin typeface="Arial" panose="020B0604020202020204" pitchFamily="34" charset="0"/>
              </a:rPr>
              <a:t>        for(int i=0; i&lt;a.length;i++)</a:t>
            </a:r>
          </a:p>
          <a:p>
            <a:pPr marL="0" lvl="0" indent="0" eaLnBrk="1" hangingPunct="1">
              <a:spcBef>
                <a:spcPct val="0"/>
              </a:spcBef>
              <a:buFontTx/>
              <a:buNone/>
            </a:pPr>
            <a:r>
              <a:rPr lang="en-US" altLang="en-US" sz="2000" dirty="0">
                <a:latin typeface="Arial" panose="020B0604020202020204" pitchFamily="34" charset="0"/>
              </a:rPr>
              <a:t>          { if(!s.add(a[i]))</a:t>
            </a:r>
          </a:p>
          <a:p>
            <a:pPr marL="0" lvl="0" indent="0" eaLnBrk="1" hangingPunct="1">
              <a:spcBef>
                <a:spcPct val="0"/>
              </a:spcBef>
              <a:buFontTx/>
              <a:buNone/>
            </a:pPr>
            <a:r>
              <a:rPr lang="en-US" altLang="en-US" sz="2000" dirty="0">
                <a:latin typeface="Arial" panose="020B0604020202020204" pitchFamily="34" charset="0"/>
              </a:rPr>
              <a:t>            System.out.println("Duplicate detected : " + a[i]);</a:t>
            </a:r>
          </a:p>
          <a:p>
            <a:pPr marL="0" lvl="0" indent="0" eaLnBrk="1" hangingPunct="1">
              <a:spcBef>
                <a:spcPct val="0"/>
              </a:spcBef>
              <a:buFontTx/>
              <a:buNone/>
            </a:pPr>
            <a:r>
              <a:rPr lang="en-US" altLang="en-US" sz="2000" dirty="0">
                <a:latin typeface="Arial" panose="020B0604020202020204" pitchFamily="34" charset="0"/>
              </a:rPr>
              <a:t>          }</a:t>
            </a:r>
          </a:p>
          <a:p>
            <a:pPr marL="0" lvl="0" indent="0" eaLnBrk="1" hangingPunct="1">
              <a:spcBef>
                <a:spcPct val="0"/>
              </a:spcBef>
              <a:buFontTx/>
              <a:buNone/>
            </a:pPr>
            <a:r>
              <a:rPr lang="en-US" altLang="en-US" sz="2000" dirty="0">
                <a:latin typeface="Arial" panose="020B0604020202020204" pitchFamily="34" charset="0"/>
              </a:rPr>
              <a:t>        System.out.println(s.size() + " distinct words detected : " + s );</a:t>
            </a:r>
          </a:p>
          <a:p>
            <a:pPr marL="0" lvl="0" indent="0" eaLnBrk="1" hangingPunct="1">
              <a:spcBef>
                <a:spcPct val="0"/>
              </a:spcBef>
              <a:buFontTx/>
              <a:buNone/>
            </a:pPr>
            <a:r>
              <a:rPr lang="en-US" altLang="en-US" sz="2000" dirty="0">
                <a:latin typeface="Arial" panose="020B0604020202020204" pitchFamily="34" charset="0"/>
              </a:rPr>
              <a:t>       }</a:t>
            </a:r>
          </a:p>
          <a:p>
            <a:pPr marL="0" lvl="0" indent="0" eaLnBrk="1" hangingPunct="1">
              <a:spcBef>
                <a:spcPct val="0"/>
              </a:spcBef>
              <a:buFontTx/>
              <a:buNone/>
            </a:pPr>
            <a:r>
              <a:rPr lang="en-US" altLang="en-US" sz="2000" dirty="0">
                <a:latin typeface="Arial" panose="020B0604020202020204" pitchFamily="34" charset="0"/>
              </a:rPr>
              <a:t>  }</a:t>
            </a:r>
          </a:p>
        </p:txBody>
      </p:sp>
      <p:pic>
        <p:nvPicPr>
          <p:cNvPr id="57350" name="Picture 7"/>
          <p:cNvPicPr>
            <a:picLocks noChangeAspect="1"/>
          </p:cNvPicPr>
          <p:nvPr/>
        </p:nvPicPr>
        <p:blipFill>
          <a:blip r:embed="rId2"/>
          <a:srcRect l="11024" t="16679" r="42900" b="69960"/>
          <a:stretch>
            <a:fillRect/>
          </a:stretch>
        </p:blipFill>
        <p:spPr>
          <a:xfrm>
            <a:off x="2133600" y="4835525"/>
            <a:ext cx="5715000" cy="1031875"/>
          </a:xfrm>
          <a:prstGeom prst="rect">
            <a:avLst/>
          </a:prstGeom>
          <a:noFill/>
          <a:ln w="9525" cap="flat" cmpd="sng">
            <a:solidFill>
              <a:schemeClr val="tx1"/>
            </a:solidFill>
            <a:prstDash val="solid"/>
            <a:miter/>
            <a:headEnd type="none" w="med" len="med"/>
            <a:tailEnd type="none" w="med" len="me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37</a:t>
            </a:fld>
            <a:r>
              <a:rPr lang="en-US" altLang="en-US" sz="1200" dirty="0">
                <a:solidFill>
                  <a:srgbClr val="898989"/>
                </a:solidFill>
                <a:latin typeface="Arial" panose="020B0604020202020204" pitchFamily="34" charset="0"/>
              </a:rPr>
              <a:t>/40</a:t>
            </a:r>
          </a:p>
        </p:txBody>
      </p:sp>
      <p:sp>
        <p:nvSpPr>
          <p:cNvPr id="58371" name="Footer Placeholder 4"/>
          <p:cNvSpPr txBox="1">
            <a:spLocks noGrp="1"/>
          </p:cNvSpPr>
          <p:nvPr/>
        </p:nvSpPr>
        <p:spPr>
          <a:xfrm>
            <a:off x="3124200" y="6356350"/>
            <a:ext cx="2895600" cy="36512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58372" name="Slide Number Placeholder 3"/>
          <p:cNvSpPr txBox="1">
            <a:spLocks noGrp="1"/>
          </p:cNvSpPr>
          <p:nvPr/>
        </p:nvSpPr>
        <p:spPr>
          <a:xfrm>
            <a:off x="0" y="14239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37</a:t>
            </a:fld>
            <a:endParaRPr lang="en-US" altLang="zh-CN" sz="1200" b="1" dirty="0">
              <a:solidFill>
                <a:srgbClr val="FFFFFF"/>
              </a:solidFill>
              <a:latin typeface="Arial" panose="020B0604020202020204" pitchFamily="34" charset="0"/>
              <a:ea typeface="SimSun" panose="02010600030101010101" pitchFamily="2" charset="-122"/>
            </a:endParaRPr>
          </a:p>
        </p:txBody>
      </p:sp>
      <p:sp>
        <p:nvSpPr>
          <p:cNvPr id="58373" name="Title 1"/>
          <p:cNvSpPr/>
          <p:nvPr/>
        </p:nvSpPr>
        <p:spPr>
          <a:xfrm>
            <a:off x="1295400" y="350838"/>
            <a:ext cx="6324600" cy="64135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3600" b="1" dirty="0">
                <a:solidFill>
                  <a:srgbClr val="CC3300"/>
                </a:solidFill>
              </a:rPr>
              <a:t>HashMap class</a:t>
            </a:r>
          </a:p>
        </p:txBody>
      </p:sp>
      <p:pic>
        <p:nvPicPr>
          <p:cNvPr id="58374" name="Picture 150"/>
          <p:cNvPicPr>
            <a:picLocks noChangeAspect="1"/>
          </p:cNvPicPr>
          <p:nvPr/>
        </p:nvPicPr>
        <p:blipFill>
          <a:blip r:embed="rId2"/>
          <a:srcRect l="13760" t="16667" r="34593" b="39999"/>
          <a:stretch>
            <a:fillRect/>
          </a:stretch>
        </p:blipFill>
        <p:spPr>
          <a:xfrm>
            <a:off x="228600" y="1885950"/>
            <a:ext cx="8610600" cy="4514850"/>
          </a:xfrm>
          <a:prstGeom prst="rect">
            <a:avLst/>
          </a:prstGeom>
          <a:noFill/>
          <a:ln w="9525">
            <a:noFill/>
          </a:ln>
        </p:spPr>
      </p:pic>
      <p:sp>
        <p:nvSpPr>
          <p:cNvPr id="58375" name="Text Box 152"/>
          <p:cNvSpPr txBox="1"/>
          <p:nvPr/>
        </p:nvSpPr>
        <p:spPr>
          <a:xfrm>
            <a:off x="304800" y="1066800"/>
            <a:ext cx="8610600" cy="10699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en-US" altLang="en-US" sz="1600" dirty="0">
                <a:latin typeface="Arial" panose="020B0604020202020204" pitchFamily="34" charset="0"/>
              </a:rPr>
              <a:t>Hash table based implementation of the Map interface. This implementation provides all of the optional map operations, and permits null values and the null key. (</a:t>
            </a:r>
            <a:r>
              <a:rPr lang="en-US" altLang="en-US" sz="1600" b="1" dirty="0">
                <a:solidFill>
                  <a:schemeClr val="hlink"/>
                </a:solidFill>
                <a:latin typeface="Arial" panose="020B0604020202020204" pitchFamily="34" charset="0"/>
              </a:rPr>
              <a:t>The HashMap class is roughly equivalent to HashTable, except that it is unsynchronized and permits nulls.</a:t>
            </a:r>
            <a:r>
              <a:rPr lang="en-US" altLang="en-US" sz="1600" dirty="0">
                <a:latin typeface="Arial" panose="020B0604020202020204" pitchFamily="34" charset="0"/>
              </a:rPr>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38</a:t>
            </a:fld>
            <a:r>
              <a:rPr lang="en-US" altLang="en-US" sz="1200" dirty="0">
                <a:solidFill>
                  <a:srgbClr val="898989"/>
                </a:solidFill>
                <a:latin typeface="Arial" panose="020B0604020202020204" pitchFamily="34" charset="0"/>
              </a:rPr>
              <a:t>/40</a:t>
            </a:r>
          </a:p>
        </p:txBody>
      </p:sp>
      <p:sp>
        <p:nvSpPr>
          <p:cNvPr id="59395" name="Footer Placeholder 4"/>
          <p:cNvSpPr txBox="1">
            <a:spLocks noGrp="1"/>
          </p:cNvSpPr>
          <p:nvPr/>
        </p:nvSpPr>
        <p:spPr>
          <a:xfrm>
            <a:off x="3124200" y="6356350"/>
            <a:ext cx="2895600" cy="36512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59396" name="Slide Number Placeholder 3"/>
          <p:cNvSpPr txBox="1">
            <a:spLocks noGrp="1"/>
          </p:cNvSpPr>
          <p:nvPr/>
        </p:nvSpPr>
        <p:spPr>
          <a:xfrm>
            <a:off x="0" y="163353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38</a:t>
            </a:fld>
            <a:endParaRPr lang="en-US" altLang="zh-CN" sz="1200" b="1" dirty="0">
              <a:solidFill>
                <a:srgbClr val="FFFFFF"/>
              </a:solidFill>
              <a:latin typeface="Arial" panose="020B0604020202020204" pitchFamily="34" charset="0"/>
              <a:ea typeface="SimSun" panose="02010600030101010101" pitchFamily="2" charset="-122"/>
            </a:endParaRPr>
          </a:p>
        </p:txBody>
      </p:sp>
      <p:sp>
        <p:nvSpPr>
          <p:cNvPr id="59397" name="Title 1"/>
          <p:cNvSpPr/>
          <p:nvPr/>
        </p:nvSpPr>
        <p:spPr>
          <a:xfrm>
            <a:off x="1295400" y="560388"/>
            <a:ext cx="6324600" cy="64135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3600" b="1" dirty="0">
                <a:solidFill>
                  <a:srgbClr val="CC3300"/>
                </a:solidFill>
              </a:rPr>
              <a:t>HashMap class example</a:t>
            </a:r>
          </a:p>
        </p:txBody>
      </p:sp>
      <p:sp>
        <p:nvSpPr>
          <p:cNvPr id="59398" name="Text Box 6"/>
          <p:cNvSpPr txBox="1"/>
          <p:nvPr/>
        </p:nvSpPr>
        <p:spPr>
          <a:xfrm>
            <a:off x="1066800" y="1657350"/>
            <a:ext cx="6629400" cy="3752850"/>
          </a:xfrm>
          <a:prstGeom prst="rect">
            <a:avLst/>
          </a:prstGeom>
          <a:solidFill>
            <a:srgbClr val="CCECFF"/>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2400" dirty="0">
                <a:latin typeface="Arial" panose="020B0604020202020204" pitchFamily="34" charset="0"/>
              </a:rPr>
              <a:t>import java.util.*;</a:t>
            </a:r>
          </a:p>
          <a:p>
            <a:pPr marL="0" lvl="0" indent="0" eaLnBrk="1" hangingPunct="1">
              <a:spcBef>
                <a:spcPct val="0"/>
              </a:spcBef>
              <a:buFontTx/>
              <a:buNone/>
            </a:pPr>
            <a:r>
              <a:rPr lang="en-US" altLang="en-US" sz="2400" dirty="0">
                <a:latin typeface="Arial" panose="020B0604020202020204" pitchFamily="34" charset="0"/>
              </a:rPr>
              <a:t>public class Main</a:t>
            </a:r>
          </a:p>
          <a:p>
            <a:pPr marL="0" lvl="0" indent="0" eaLnBrk="1" hangingPunct="1">
              <a:spcBef>
                <a:spcPct val="0"/>
              </a:spcBef>
              <a:buFontTx/>
              <a:buNone/>
            </a:pPr>
            <a:r>
              <a:rPr lang="en-US" altLang="en-US" sz="2400" dirty="0">
                <a:latin typeface="Arial" panose="020B0604020202020204" pitchFamily="34" charset="0"/>
              </a:rPr>
              <a:t>  { public static void main(String args[])</a:t>
            </a:r>
          </a:p>
          <a:p>
            <a:pPr marL="0" lvl="0" indent="0" eaLnBrk="1" hangingPunct="1">
              <a:spcBef>
                <a:spcPct val="0"/>
              </a:spcBef>
              <a:buFontTx/>
              <a:buNone/>
            </a:pPr>
            <a:r>
              <a:rPr lang="en-US" altLang="en-US" sz="2400" dirty="0">
                <a:latin typeface="Arial" panose="020B0604020202020204" pitchFamily="34" charset="0"/>
              </a:rPr>
              <a:t>      { HashMap hMap = new HashMap();</a:t>
            </a:r>
          </a:p>
          <a:p>
            <a:pPr marL="0" lvl="0" indent="0" eaLnBrk="1" hangingPunct="1">
              <a:spcBef>
                <a:spcPct val="0"/>
              </a:spcBef>
              <a:buFontTx/>
              <a:buNone/>
            </a:pPr>
            <a:r>
              <a:rPr lang="en-US" altLang="en-US" sz="2400" dirty="0">
                <a:latin typeface="Arial" panose="020B0604020202020204" pitchFamily="34" charset="0"/>
              </a:rPr>
              <a:t>        hMap.put("One", new Integer(1));</a:t>
            </a:r>
          </a:p>
          <a:p>
            <a:pPr marL="0" lvl="0" indent="0" eaLnBrk="1" hangingPunct="1">
              <a:spcBef>
                <a:spcPct val="0"/>
              </a:spcBef>
              <a:buFontTx/>
              <a:buNone/>
            </a:pPr>
            <a:r>
              <a:rPr lang="en-US" altLang="en-US" sz="2400" dirty="0">
                <a:latin typeface="Arial" panose="020B0604020202020204" pitchFamily="34" charset="0"/>
              </a:rPr>
              <a:t>        hMap.put("Two", new Integer(2));</a:t>
            </a:r>
          </a:p>
          <a:p>
            <a:pPr marL="0" lvl="0" indent="0" eaLnBrk="1" hangingPunct="1">
              <a:spcBef>
                <a:spcPct val="0"/>
              </a:spcBef>
              <a:buFontTx/>
              <a:buNone/>
            </a:pPr>
            <a:r>
              <a:rPr lang="en-US" altLang="en-US" sz="2400" dirty="0">
                <a:latin typeface="Arial" panose="020B0604020202020204" pitchFamily="34" charset="0"/>
              </a:rPr>
              <a:t>        Object obj = hMap.get("One");</a:t>
            </a:r>
          </a:p>
          <a:p>
            <a:pPr marL="0" lvl="0" indent="0" eaLnBrk="1" hangingPunct="1">
              <a:spcBef>
                <a:spcPct val="0"/>
              </a:spcBef>
              <a:buFontTx/>
              <a:buNone/>
            </a:pPr>
            <a:r>
              <a:rPr lang="en-US" altLang="en-US" sz="2400" dirty="0">
                <a:latin typeface="Arial" panose="020B0604020202020204" pitchFamily="34" charset="0"/>
              </a:rPr>
              <a:t>        System.out.println(obj);</a:t>
            </a:r>
          </a:p>
          <a:p>
            <a:pPr marL="0" lvl="0" indent="0" eaLnBrk="1" hangingPunct="1">
              <a:spcBef>
                <a:spcPct val="0"/>
              </a:spcBef>
              <a:buFontTx/>
              <a:buNone/>
            </a:pPr>
            <a:r>
              <a:rPr lang="en-US" altLang="en-US" sz="2400" dirty="0">
                <a:latin typeface="Arial" panose="020B0604020202020204" pitchFamily="34" charset="0"/>
              </a:rPr>
              <a:t>      }</a:t>
            </a:r>
          </a:p>
          <a:p>
            <a:pPr marL="0" lvl="0" indent="0" eaLnBrk="1" hangingPunct="1">
              <a:spcBef>
                <a:spcPct val="0"/>
              </a:spcBef>
              <a:buFontTx/>
              <a:buNone/>
            </a:pPr>
            <a:r>
              <a:rPr lang="en-US" altLang="en-US" sz="2400" dirty="0">
                <a:latin typeface="Arial" panose="020B0604020202020204" pitchFamily="34" charset="0"/>
              </a:rPr>
              <a:t>  }</a:t>
            </a:r>
          </a:p>
        </p:txBody>
      </p:sp>
      <p:sp>
        <p:nvSpPr>
          <p:cNvPr id="59399" name="Text Box 7"/>
          <p:cNvSpPr txBox="1"/>
          <p:nvPr/>
        </p:nvSpPr>
        <p:spPr>
          <a:xfrm>
            <a:off x="4114800" y="4781550"/>
            <a:ext cx="2667000" cy="466725"/>
          </a:xfrm>
          <a:prstGeom prst="rect">
            <a:avLst/>
          </a:prstGeom>
          <a:solidFill>
            <a:srgbClr val="FFCC99"/>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50000"/>
              </a:spcBef>
              <a:buFontTx/>
              <a:buNone/>
            </a:pPr>
            <a:r>
              <a:rPr lang="en-US" altLang="en-US" sz="2400" dirty="0">
                <a:latin typeface="Arial" panose="020B0604020202020204" pitchFamily="34" charset="0"/>
              </a:rPr>
              <a:t>Output is:  1</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39</a:t>
            </a:fld>
            <a:r>
              <a:rPr lang="en-US" altLang="en-US" sz="1200" dirty="0">
                <a:solidFill>
                  <a:srgbClr val="898989"/>
                </a:solidFill>
                <a:latin typeface="Arial" panose="020B0604020202020204" pitchFamily="34" charset="0"/>
              </a:rPr>
              <a:t>/40</a:t>
            </a:r>
          </a:p>
        </p:txBody>
      </p:sp>
      <p:sp>
        <p:nvSpPr>
          <p:cNvPr id="60419" name="Footer Placeholder 4"/>
          <p:cNvSpPr txBox="1">
            <a:spLocks noGrp="1"/>
          </p:cNvSpPr>
          <p:nvPr/>
        </p:nvSpPr>
        <p:spPr>
          <a:xfrm>
            <a:off x="3124200" y="6356350"/>
            <a:ext cx="2895600" cy="36512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60420" name="Rectangle 2"/>
          <p:cNvSpPr>
            <a:spLocks noGrp="1"/>
          </p:cNvSpPr>
          <p:nvPr>
            <p:ph type="title"/>
          </p:nvPr>
        </p:nvSpPr>
        <p:spPr>
          <a:xfrm>
            <a:off x="685800" y="711200"/>
            <a:ext cx="7772400" cy="457200"/>
          </a:xfrm>
          <a:ln/>
        </p:spPr>
        <p:txBody>
          <a:bodyPr vert="horz" wrap="square" lIns="91440" tIns="45720" rIns="91440" bIns="45720" anchor="ctr" anchorCtr="0"/>
          <a:lstStyle/>
          <a:p>
            <a:r>
              <a:rPr lang="en-US" altLang="en-US" sz="4000" b="1" dirty="0">
                <a:solidFill>
                  <a:srgbClr val="CC3300"/>
                </a:solidFill>
              </a:rPr>
              <a:t>Applications of Hashing</a:t>
            </a:r>
            <a:endParaRPr lang="en-US" altLang="en-US" sz="4000" b="1" dirty="0">
              <a:solidFill>
                <a:srgbClr val="CC3300"/>
              </a:solidFill>
              <a:ea typeface="Arial" panose="020B0604020202020204" pitchFamily="34" charset="0"/>
            </a:endParaRPr>
          </a:p>
        </p:txBody>
      </p:sp>
      <p:sp>
        <p:nvSpPr>
          <p:cNvPr id="60421" name="Rectangle 3"/>
          <p:cNvSpPr>
            <a:spLocks noGrp="1"/>
          </p:cNvSpPr>
          <p:nvPr>
            <p:ph type="body"/>
          </p:nvPr>
        </p:nvSpPr>
        <p:spPr>
          <a:xfrm>
            <a:off x="381000" y="2463800"/>
            <a:ext cx="8382000" cy="3403600"/>
          </a:xfrm>
          <a:ln/>
        </p:spPr>
        <p:txBody>
          <a:bodyPr vert="horz" wrap="square" lIns="91440" tIns="45720" rIns="91440" bIns="45720" anchor="t" anchorCtr="0">
            <a:spAutoFit/>
          </a:bodyPr>
          <a:lstStyle/>
          <a:p>
            <a:pPr marL="609600" indent="-609600">
              <a:buClr>
                <a:schemeClr val="tx1"/>
              </a:buClr>
              <a:buFont typeface="Arial" panose="020B0604020202020204" pitchFamily="34" charset="0"/>
              <a:buAutoNum type="arabicPeriod"/>
            </a:pPr>
            <a:r>
              <a:rPr lang="en-US" altLang="en-US" b="1" dirty="0">
                <a:solidFill>
                  <a:srgbClr val="0000FF"/>
                </a:solidFill>
              </a:rPr>
              <a:t>Databases</a:t>
            </a:r>
            <a:r>
              <a:rPr lang="en-US" altLang="en-US" dirty="0"/>
              <a:t>: Efficient retrieval of records.</a:t>
            </a:r>
          </a:p>
          <a:p>
            <a:pPr marL="609600" indent="-609600">
              <a:buFontTx/>
              <a:buAutoNum type="arabicPeriod"/>
            </a:pPr>
            <a:r>
              <a:rPr lang="en-US" altLang="en-US" b="1" dirty="0">
                <a:solidFill>
                  <a:srgbClr val="0000FF"/>
                </a:solidFill>
              </a:rPr>
              <a:t>Compilers</a:t>
            </a:r>
            <a:r>
              <a:rPr lang="en-US" altLang="en-US" dirty="0"/>
              <a:t>: Symbol tables.</a:t>
            </a:r>
          </a:p>
          <a:p>
            <a:pPr marL="609600" indent="-609600">
              <a:buFontTx/>
              <a:buAutoNum type="arabicPeriod"/>
            </a:pPr>
            <a:r>
              <a:rPr lang="en-US" altLang="en-US" b="1" dirty="0">
                <a:solidFill>
                  <a:srgbClr val="0000FF"/>
                </a:solidFill>
              </a:rPr>
              <a:t>Games</a:t>
            </a:r>
            <a:r>
              <a:rPr lang="en-US" altLang="en-US" dirty="0"/>
              <a:t>: Lookup board configuration to find the move that  goes with it.</a:t>
            </a:r>
          </a:p>
          <a:p>
            <a:pPr marL="609600" indent="-609600">
              <a:buFontTx/>
              <a:buAutoNum type="arabicPeriod"/>
            </a:pPr>
            <a:r>
              <a:rPr lang="en-US" altLang="en-US" b="1" dirty="0">
                <a:solidFill>
                  <a:srgbClr val="0000FF"/>
                </a:solidFill>
              </a:rPr>
              <a:t>UNIX shell</a:t>
            </a:r>
            <a:r>
              <a:rPr lang="en-US" altLang="en-US" dirty="0"/>
              <a:t>: Quick command lookup.</a:t>
            </a:r>
          </a:p>
          <a:p>
            <a:pPr marL="609600" indent="-609600">
              <a:buFontTx/>
              <a:buAutoNum type="arabicPeriod"/>
            </a:pPr>
            <a:r>
              <a:rPr lang="en-US" altLang="en-US" b="1" dirty="0">
                <a:solidFill>
                  <a:srgbClr val="0000FF"/>
                </a:solidFill>
              </a:rPr>
              <a:t>IP Routing</a:t>
            </a:r>
            <a:r>
              <a:rPr lang="en-US" altLang="en-US" dirty="0"/>
              <a:t>: Fast IP address lookup.</a:t>
            </a:r>
            <a:endParaRPr lang="en-US" altLang="en-US" dirty="0">
              <a:ea typeface="Arial" panose="020B0604020202020204" pitchFamily="34" charset="0"/>
            </a:endParaRPr>
          </a:p>
        </p:txBody>
      </p:sp>
      <p:sp>
        <p:nvSpPr>
          <p:cNvPr id="60422" name="Text Box 4"/>
          <p:cNvSpPr txBox="1"/>
          <p:nvPr/>
        </p:nvSpPr>
        <p:spPr>
          <a:xfrm>
            <a:off x="304800" y="1397000"/>
            <a:ext cx="7772400" cy="94615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2800" dirty="0">
                <a:latin typeface="Arial" panose="020B0604020202020204" pitchFamily="34" charset="0"/>
              </a:rPr>
              <a:t>There are many areas where hashing is applicable.Here are common ones: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457200" y="1066800"/>
            <a:ext cx="8141970" cy="2553335"/>
          </a:xfrm>
          <a:prstGeom prst="rect">
            <a:avLst/>
          </a:prstGeom>
          <a:noFill/>
        </p:spPr>
        <p:txBody>
          <a:bodyPr wrap="square" rtlCol="0" anchor="t">
            <a:spAutoFit/>
          </a:bodyPr>
          <a:lstStyle/>
          <a:p>
            <a:r>
              <a:rPr lang="en-US" altLang="en-US" sz="2000" dirty="0"/>
              <a:t>1. What is the value of the Boundary Folding Hash Function if </a:t>
            </a:r>
          </a:p>
          <a:p>
            <a:pPr indent="457200"/>
            <a:r>
              <a:rPr lang="en-US" altLang="en-US" sz="2000" dirty="0"/>
              <a:t>K = 45-65-79-8 and </a:t>
            </a:r>
            <a:r>
              <a:rPr lang="en-US" altLang="en-US" sz="2000" dirty="0" err="1"/>
              <a:t>TSize</a:t>
            </a:r>
            <a:r>
              <a:rPr lang="en-US" altLang="en-US" sz="2000" dirty="0"/>
              <a:t> = 100?</a:t>
            </a:r>
            <a:r>
              <a:rPr lang="en-US" altLang="en-US" sz="2000" dirty="0">
                <a:sym typeface="+mn-ea"/>
              </a:rPr>
              <a:t> </a:t>
            </a:r>
          </a:p>
          <a:p>
            <a:pPr indent="457200"/>
            <a:endParaRPr lang="en-US" altLang="en-US" sz="2000" dirty="0">
              <a:sym typeface="+mn-ea"/>
            </a:endParaRPr>
          </a:p>
          <a:p>
            <a:pPr algn="l">
              <a:buClrTx/>
              <a:buSzTx/>
              <a:buFontTx/>
            </a:pPr>
            <a:r>
              <a:rPr lang="en-US" altLang="en-US" sz="2000" dirty="0"/>
              <a:t>2.Given the division hash function h(x) = </a:t>
            </a:r>
            <a:r>
              <a:rPr lang="en-US" altLang="en-US" sz="2000" dirty="0" err="1"/>
              <a:t>x%M</a:t>
            </a:r>
            <a:r>
              <a:rPr lang="en-US" altLang="en-US" sz="2000" dirty="0"/>
              <a:t>. where M = 10 and Collision Resolution is linear probing. How the hash table looks like after inserting the following keys sequentially?</a:t>
            </a:r>
          </a:p>
          <a:p>
            <a:pPr indent="457200"/>
            <a:r>
              <a:rPr lang="en-US" altLang="en-US" sz="2000" dirty="0"/>
              <a:t>25, 41, 14, 32, 191, 21</a:t>
            </a:r>
          </a:p>
          <a:p>
            <a:pPr indent="457200"/>
            <a:endParaRPr lang="en-US" altLang="en-US" sz="2000" dirty="0"/>
          </a:p>
        </p:txBody>
      </p:sp>
      <p:sp>
        <p:nvSpPr>
          <p:cNvPr id="5" name="Title 1"/>
          <p:cNvSpPr>
            <a:spLocks noGrp="1"/>
          </p:cNvSpPr>
          <p:nvPr/>
        </p:nvSpPr>
        <p:spPr>
          <a:xfrm>
            <a:off x="457200" y="274955"/>
            <a:ext cx="8229600" cy="656590"/>
          </a:xfrm>
          <a:prstGeom prst="rect">
            <a:avLst/>
          </a:prstGeom>
          <a:noFill/>
          <a:ln w="9525">
            <a:noFill/>
          </a:ln>
        </p:spPr>
        <p:txBody>
          <a:bodyPr anchor="ctr" anchorCtr="0"/>
          <a:lstStyle>
            <a:lvl1pPr algn="ctr" rtl="0" eaLnBrk="0" fontAlgn="base" hangingPunct="0">
              <a:spcBef>
                <a:spcPct val="0"/>
              </a:spcBef>
              <a:spcAft>
                <a:spcPct val="0"/>
              </a:spcAft>
              <a:defRPr sz="4400" kern="1200">
                <a:solidFill>
                  <a:schemeClr val="tx1"/>
                </a:solidFill>
                <a:latin typeface="Arial" panose="020B0604020202020204" pitchFamily="34" charset="0"/>
                <a:ea typeface="+mj-ea"/>
                <a:cs typeface="Arial" panose="020B0604020202020204" pitchFamily="34" charset="0"/>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lang="en-US" b="1" dirty="0">
                <a:solidFill>
                  <a:srgbClr val="CC3300"/>
                </a:solidFill>
                <a:latin typeface="+mj-lt"/>
                <a:sym typeface="+mn-ea"/>
              </a:rPr>
              <a:t>Exercise</a:t>
            </a:r>
            <a:endParaRPr lang="en-US"/>
          </a:p>
        </p:txBody>
      </p:sp>
      <p:pic>
        <p:nvPicPr>
          <p:cNvPr id="6" name="Picture 5"/>
          <p:cNvPicPr>
            <a:picLocks noChangeAspect="1"/>
          </p:cNvPicPr>
          <p:nvPr/>
        </p:nvPicPr>
        <p:blipFill>
          <a:blip r:embed="rId3"/>
          <a:stretch>
            <a:fillRect/>
          </a:stretch>
        </p:blipFill>
        <p:spPr>
          <a:xfrm>
            <a:off x="2057400" y="3429000"/>
            <a:ext cx="4530725" cy="3225165"/>
          </a:xfrm>
          <a:prstGeom prst="rect">
            <a:avLst/>
          </a:prstGeom>
        </p:spPr>
      </p:pic>
      <p:grpSp>
        <p:nvGrpSpPr>
          <p:cNvPr id="30" name="Group 29">
            <a:extLst>
              <a:ext uri="{FF2B5EF4-FFF2-40B4-BE49-F238E27FC236}">
                <a16:creationId xmlns:a16="http://schemas.microsoft.com/office/drawing/2014/main" id="{7373B5F9-A578-7B2B-5B47-69EAE37A7FDB}"/>
              </a:ext>
            </a:extLst>
          </p:cNvPr>
          <p:cNvGrpSpPr/>
          <p:nvPr/>
        </p:nvGrpSpPr>
        <p:grpSpPr>
          <a:xfrm>
            <a:off x="1603150" y="1729070"/>
            <a:ext cx="727920" cy="202680"/>
            <a:chOff x="1603150" y="1729070"/>
            <a:chExt cx="727920" cy="202680"/>
          </a:xfrm>
        </p:grpSpPr>
        <mc:AlternateContent xmlns:mc="http://schemas.openxmlformats.org/markup-compatibility/2006">
          <mc:Choice xmlns:p14="http://schemas.microsoft.com/office/powerpoint/2010/main" Requires="p14">
            <p:contentPart p14:bwMode="auto" r:id="rId4">
              <p14:nvContentPartPr>
                <p14:cNvPr id="10" name="Ink 9">
                  <a:extLst>
                    <a:ext uri="{FF2B5EF4-FFF2-40B4-BE49-F238E27FC236}">
                      <a16:creationId xmlns:a16="http://schemas.microsoft.com/office/drawing/2014/main" id="{6FD27F71-7C5F-6F00-5672-FC64E796A7AC}"/>
                    </a:ext>
                  </a:extLst>
                </p14:cNvPr>
                <p14:cNvContentPartPr/>
                <p14:nvPr/>
              </p14:nvContentPartPr>
              <p14:xfrm>
                <a:off x="1603150" y="1816190"/>
                <a:ext cx="111600" cy="61560"/>
              </p14:xfrm>
            </p:contentPart>
          </mc:Choice>
          <mc:Fallback>
            <p:pic>
              <p:nvPicPr>
                <p:cNvPr id="10" name="Ink 9">
                  <a:extLst>
                    <a:ext uri="{FF2B5EF4-FFF2-40B4-BE49-F238E27FC236}">
                      <a16:creationId xmlns:a16="http://schemas.microsoft.com/office/drawing/2014/main" id="{6FD27F71-7C5F-6F00-5672-FC64E796A7AC}"/>
                    </a:ext>
                  </a:extLst>
                </p:cNvPr>
                <p:cNvPicPr/>
                <p:nvPr/>
              </p:nvPicPr>
              <p:blipFill>
                <a:blip r:embed="rId5"/>
                <a:stretch>
                  <a:fillRect/>
                </a:stretch>
              </p:blipFill>
              <p:spPr>
                <a:xfrm>
                  <a:off x="1597030" y="1810070"/>
                  <a:ext cx="12384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1" name="Ink 10">
                  <a:extLst>
                    <a:ext uri="{FF2B5EF4-FFF2-40B4-BE49-F238E27FC236}">
                      <a16:creationId xmlns:a16="http://schemas.microsoft.com/office/drawing/2014/main" id="{2AB4B291-7AF3-FC52-B4AA-6C1FFC5537B0}"/>
                    </a:ext>
                  </a:extLst>
                </p14:cNvPr>
                <p14:cNvContentPartPr/>
                <p14:nvPr/>
              </p14:nvContentPartPr>
              <p14:xfrm>
                <a:off x="1819510" y="1729070"/>
                <a:ext cx="114840" cy="202320"/>
              </p14:xfrm>
            </p:contentPart>
          </mc:Choice>
          <mc:Fallback>
            <p:pic>
              <p:nvPicPr>
                <p:cNvPr id="11" name="Ink 10">
                  <a:extLst>
                    <a:ext uri="{FF2B5EF4-FFF2-40B4-BE49-F238E27FC236}">
                      <a16:creationId xmlns:a16="http://schemas.microsoft.com/office/drawing/2014/main" id="{2AB4B291-7AF3-FC52-B4AA-6C1FFC5537B0}"/>
                    </a:ext>
                  </a:extLst>
                </p:cNvPr>
                <p:cNvPicPr/>
                <p:nvPr/>
              </p:nvPicPr>
              <p:blipFill>
                <a:blip r:embed="rId7"/>
                <a:stretch>
                  <a:fillRect/>
                </a:stretch>
              </p:blipFill>
              <p:spPr>
                <a:xfrm>
                  <a:off x="1813390" y="1722950"/>
                  <a:ext cx="127080" cy="2145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2" name="Ink 11">
                  <a:extLst>
                    <a:ext uri="{FF2B5EF4-FFF2-40B4-BE49-F238E27FC236}">
                      <a16:creationId xmlns:a16="http://schemas.microsoft.com/office/drawing/2014/main" id="{CAABEAEE-74AA-61B9-EBA1-140AD7784579}"/>
                    </a:ext>
                  </a:extLst>
                </p14:cNvPr>
                <p14:cNvContentPartPr/>
                <p14:nvPr/>
              </p14:nvContentPartPr>
              <p14:xfrm>
                <a:off x="1998430" y="1762190"/>
                <a:ext cx="78120" cy="149400"/>
              </p14:xfrm>
            </p:contentPart>
          </mc:Choice>
          <mc:Fallback>
            <p:pic>
              <p:nvPicPr>
                <p:cNvPr id="12" name="Ink 11">
                  <a:extLst>
                    <a:ext uri="{FF2B5EF4-FFF2-40B4-BE49-F238E27FC236}">
                      <a16:creationId xmlns:a16="http://schemas.microsoft.com/office/drawing/2014/main" id="{CAABEAEE-74AA-61B9-EBA1-140AD7784579}"/>
                    </a:ext>
                  </a:extLst>
                </p:cNvPr>
                <p:cNvPicPr/>
                <p:nvPr/>
              </p:nvPicPr>
              <p:blipFill>
                <a:blip r:embed="rId9"/>
                <a:stretch>
                  <a:fillRect/>
                </a:stretch>
              </p:blipFill>
              <p:spPr>
                <a:xfrm>
                  <a:off x="1992310" y="1756070"/>
                  <a:ext cx="9036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3" name="Ink 12">
                  <a:extLst>
                    <a:ext uri="{FF2B5EF4-FFF2-40B4-BE49-F238E27FC236}">
                      <a16:creationId xmlns:a16="http://schemas.microsoft.com/office/drawing/2014/main" id="{34F743DA-74F2-484D-7EAE-E74C043EF3EF}"/>
                    </a:ext>
                  </a:extLst>
                </p14:cNvPr>
                <p14:cNvContentPartPr/>
                <p14:nvPr/>
              </p14:nvContentPartPr>
              <p14:xfrm>
                <a:off x="2000950" y="1756430"/>
                <a:ext cx="132120" cy="47160"/>
              </p14:xfrm>
            </p:contentPart>
          </mc:Choice>
          <mc:Fallback>
            <p:pic>
              <p:nvPicPr>
                <p:cNvPr id="13" name="Ink 12">
                  <a:extLst>
                    <a:ext uri="{FF2B5EF4-FFF2-40B4-BE49-F238E27FC236}">
                      <a16:creationId xmlns:a16="http://schemas.microsoft.com/office/drawing/2014/main" id="{34F743DA-74F2-484D-7EAE-E74C043EF3EF}"/>
                    </a:ext>
                  </a:extLst>
                </p:cNvPr>
                <p:cNvPicPr/>
                <p:nvPr/>
              </p:nvPicPr>
              <p:blipFill>
                <a:blip r:embed="rId11"/>
                <a:stretch>
                  <a:fillRect/>
                </a:stretch>
              </p:blipFill>
              <p:spPr>
                <a:xfrm>
                  <a:off x="1994830" y="1750310"/>
                  <a:ext cx="14436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4" name="Ink 13">
                  <a:extLst>
                    <a:ext uri="{FF2B5EF4-FFF2-40B4-BE49-F238E27FC236}">
                      <a16:creationId xmlns:a16="http://schemas.microsoft.com/office/drawing/2014/main" id="{9C882112-C62D-DDAF-81DD-E6BA1EED8147}"/>
                    </a:ext>
                  </a:extLst>
                </p14:cNvPr>
                <p14:cNvContentPartPr/>
                <p14:nvPr/>
              </p14:nvContentPartPr>
              <p14:xfrm>
                <a:off x="2236390" y="1816910"/>
                <a:ext cx="94680" cy="114840"/>
              </p14:xfrm>
            </p:contentPart>
          </mc:Choice>
          <mc:Fallback>
            <p:pic>
              <p:nvPicPr>
                <p:cNvPr id="14" name="Ink 13">
                  <a:extLst>
                    <a:ext uri="{FF2B5EF4-FFF2-40B4-BE49-F238E27FC236}">
                      <a16:creationId xmlns:a16="http://schemas.microsoft.com/office/drawing/2014/main" id="{9C882112-C62D-DDAF-81DD-E6BA1EED8147}"/>
                    </a:ext>
                  </a:extLst>
                </p:cNvPr>
                <p:cNvPicPr/>
                <p:nvPr/>
              </p:nvPicPr>
              <p:blipFill>
                <a:blip r:embed="rId13"/>
                <a:stretch>
                  <a:fillRect/>
                </a:stretch>
              </p:blipFill>
              <p:spPr>
                <a:xfrm>
                  <a:off x="2230270" y="1810790"/>
                  <a:ext cx="106920" cy="127080"/>
                </a:xfrm>
                <a:prstGeom prst="rect">
                  <a:avLst/>
                </a:prstGeom>
              </p:spPr>
            </p:pic>
          </mc:Fallback>
        </mc:AlternateContent>
      </p:grpSp>
      <p:grpSp>
        <p:nvGrpSpPr>
          <p:cNvPr id="29" name="Group 28">
            <a:extLst>
              <a:ext uri="{FF2B5EF4-FFF2-40B4-BE49-F238E27FC236}">
                <a16:creationId xmlns:a16="http://schemas.microsoft.com/office/drawing/2014/main" id="{4DF94698-BE73-75A6-A66F-37C28679756F}"/>
              </a:ext>
            </a:extLst>
          </p:cNvPr>
          <p:cNvGrpSpPr/>
          <p:nvPr/>
        </p:nvGrpSpPr>
        <p:grpSpPr>
          <a:xfrm>
            <a:off x="988630" y="1663190"/>
            <a:ext cx="432720" cy="313920"/>
            <a:chOff x="988630" y="1663190"/>
            <a:chExt cx="432720" cy="313920"/>
          </a:xfrm>
        </p:grpSpPr>
        <mc:AlternateContent xmlns:mc="http://schemas.openxmlformats.org/markup-compatibility/2006">
          <mc:Choice xmlns:p14="http://schemas.microsoft.com/office/powerpoint/2010/main" Requires="p14">
            <p:contentPart p14:bwMode="auto" r:id="rId14">
              <p14:nvContentPartPr>
                <p14:cNvPr id="3" name="Ink 2">
                  <a:extLst>
                    <a:ext uri="{FF2B5EF4-FFF2-40B4-BE49-F238E27FC236}">
                      <a16:creationId xmlns:a16="http://schemas.microsoft.com/office/drawing/2014/main" id="{72AEBC0B-E461-70E7-65DE-5BC21266BC74}"/>
                    </a:ext>
                  </a:extLst>
                </p14:cNvPr>
                <p14:cNvContentPartPr/>
                <p14:nvPr/>
              </p14:nvContentPartPr>
              <p14:xfrm>
                <a:off x="1102750" y="1746710"/>
                <a:ext cx="115920" cy="151920"/>
              </p14:xfrm>
            </p:contentPart>
          </mc:Choice>
          <mc:Fallback>
            <p:pic>
              <p:nvPicPr>
                <p:cNvPr id="3" name="Ink 2">
                  <a:extLst>
                    <a:ext uri="{FF2B5EF4-FFF2-40B4-BE49-F238E27FC236}">
                      <a16:creationId xmlns:a16="http://schemas.microsoft.com/office/drawing/2014/main" id="{72AEBC0B-E461-70E7-65DE-5BC21266BC74}"/>
                    </a:ext>
                  </a:extLst>
                </p:cNvPr>
                <p:cNvPicPr/>
                <p:nvPr/>
              </p:nvPicPr>
              <p:blipFill>
                <a:blip r:embed="rId15"/>
                <a:stretch>
                  <a:fillRect/>
                </a:stretch>
              </p:blipFill>
              <p:spPr>
                <a:xfrm>
                  <a:off x="1096630" y="1740590"/>
                  <a:ext cx="12816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7" name="Ink 6">
                  <a:extLst>
                    <a:ext uri="{FF2B5EF4-FFF2-40B4-BE49-F238E27FC236}">
                      <a16:creationId xmlns:a16="http://schemas.microsoft.com/office/drawing/2014/main" id="{1FC3640C-EFF0-E722-28A5-9022F5F46E7C}"/>
                    </a:ext>
                  </a:extLst>
                </p14:cNvPr>
                <p14:cNvContentPartPr/>
                <p14:nvPr/>
              </p14:nvContentPartPr>
              <p14:xfrm>
                <a:off x="1179430" y="1804310"/>
                <a:ext cx="29160" cy="130680"/>
              </p14:xfrm>
            </p:contentPart>
          </mc:Choice>
          <mc:Fallback>
            <p:pic>
              <p:nvPicPr>
                <p:cNvPr id="7" name="Ink 6">
                  <a:extLst>
                    <a:ext uri="{FF2B5EF4-FFF2-40B4-BE49-F238E27FC236}">
                      <a16:creationId xmlns:a16="http://schemas.microsoft.com/office/drawing/2014/main" id="{1FC3640C-EFF0-E722-28A5-9022F5F46E7C}"/>
                    </a:ext>
                  </a:extLst>
                </p:cNvPr>
                <p:cNvPicPr/>
                <p:nvPr/>
              </p:nvPicPr>
              <p:blipFill>
                <a:blip r:embed="rId17"/>
                <a:stretch>
                  <a:fillRect/>
                </a:stretch>
              </p:blipFill>
              <p:spPr>
                <a:xfrm>
                  <a:off x="1173310" y="1798190"/>
                  <a:ext cx="4140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8" name="Ink 7">
                  <a:extLst>
                    <a:ext uri="{FF2B5EF4-FFF2-40B4-BE49-F238E27FC236}">
                      <a16:creationId xmlns:a16="http://schemas.microsoft.com/office/drawing/2014/main" id="{CEFFF08F-EF27-8D07-B5B4-9E69CD71EB99}"/>
                    </a:ext>
                  </a:extLst>
                </p14:cNvPr>
                <p14:cNvContentPartPr/>
                <p14:nvPr/>
              </p14:nvContentPartPr>
              <p14:xfrm>
                <a:off x="1286350" y="1772270"/>
                <a:ext cx="83880" cy="158040"/>
              </p14:xfrm>
            </p:contentPart>
          </mc:Choice>
          <mc:Fallback>
            <p:pic>
              <p:nvPicPr>
                <p:cNvPr id="8" name="Ink 7">
                  <a:extLst>
                    <a:ext uri="{FF2B5EF4-FFF2-40B4-BE49-F238E27FC236}">
                      <a16:creationId xmlns:a16="http://schemas.microsoft.com/office/drawing/2014/main" id="{CEFFF08F-EF27-8D07-B5B4-9E69CD71EB99}"/>
                    </a:ext>
                  </a:extLst>
                </p:cNvPr>
                <p:cNvPicPr/>
                <p:nvPr/>
              </p:nvPicPr>
              <p:blipFill>
                <a:blip r:embed="rId19"/>
                <a:stretch>
                  <a:fillRect/>
                </a:stretch>
              </p:blipFill>
              <p:spPr>
                <a:xfrm>
                  <a:off x="1280230" y="1766150"/>
                  <a:ext cx="9612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9" name="Ink 8">
                  <a:extLst>
                    <a:ext uri="{FF2B5EF4-FFF2-40B4-BE49-F238E27FC236}">
                      <a16:creationId xmlns:a16="http://schemas.microsoft.com/office/drawing/2014/main" id="{BE113ABE-2ACA-437B-0B45-0196D6987E49}"/>
                    </a:ext>
                  </a:extLst>
                </p14:cNvPr>
                <p14:cNvContentPartPr/>
                <p14:nvPr/>
              </p14:nvContentPartPr>
              <p14:xfrm>
                <a:off x="1303630" y="1763270"/>
                <a:ext cx="117720" cy="61560"/>
              </p14:xfrm>
            </p:contentPart>
          </mc:Choice>
          <mc:Fallback>
            <p:pic>
              <p:nvPicPr>
                <p:cNvPr id="9" name="Ink 8">
                  <a:extLst>
                    <a:ext uri="{FF2B5EF4-FFF2-40B4-BE49-F238E27FC236}">
                      <a16:creationId xmlns:a16="http://schemas.microsoft.com/office/drawing/2014/main" id="{BE113ABE-2ACA-437B-0B45-0196D6987E49}"/>
                    </a:ext>
                  </a:extLst>
                </p:cNvPr>
                <p:cNvPicPr/>
                <p:nvPr/>
              </p:nvPicPr>
              <p:blipFill>
                <a:blip r:embed="rId21"/>
                <a:stretch>
                  <a:fillRect/>
                </a:stretch>
              </p:blipFill>
              <p:spPr>
                <a:xfrm>
                  <a:off x="1297510" y="1757150"/>
                  <a:ext cx="12996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1" name="Ink 20">
                  <a:extLst>
                    <a:ext uri="{FF2B5EF4-FFF2-40B4-BE49-F238E27FC236}">
                      <a16:creationId xmlns:a16="http://schemas.microsoft.com/office/drawing/2014/main" id="{BFD5C600-3F65-5CA0-697D-1FA5F082DBD8}"/>
                    </a:ext>
                  </a:extLst>
                </p14:cNvPr>
                <p14:cNvContentPartPr/>
                <p14:nvPr/>
              </p14:nvContentPartPr>
              <p14:xfrm>
                <a:off x="988630" y="1663190"/>
                <a:ext cx="123120" cy="313920"/>
              </p14:xfrm>
            </p:contentPart>
          </mc:Choice>
          <mc:Fallback>
            <p:pic>
              <p:nvPicPr>
                <p:cNvPr id="21" name="Ink 20">
                  <a:extLst>
                    <a:ext uri="{FF2B5EF4-FFF2-40B4-BE49-F238E27FC236}">
                      <a16:creationId xmlns:a16="http://schemas.microsoft.com/office/drawing/2014/main" id="{BFD5C600-3F65-5CA0-697D-1FA5F082DBD8}"/>
                    </a:ext>
                  </a:extLst>
                </p:cNvPr>
                <p:cNvPicPr/>
                <p:nvPr/>
              </p:nvPicPr>
              <p:blipFill>
                <a:blip r:embed="rId23"/>
                <a:stretch>
                  <a:fillRect/>
                </a:stretch>
              </p:blipFill>
              <p:spPr>
                <a:xfrm>
                  <a:off x="982510" y="1657070"/>
                  <a:ext cx="135360" cy="326160"/>
                </a:xfrm>
                <a:prstGeom prst="rect">
                  <a:avLst/>
                </a:prstGeom>
              </p:spPr>
            </p:pic>
          </mc:Fallback>
        </mc:AlternateContent>
      </p:grpSp>
      <p:grpSp>
        <p:nvGrpSpPr>
          <p:cNvPr id="28" name="Group 27">
            <a:extLst>
              <a:ext uri="{FF2B5EF4-FFF2-40B4-BE49-F238E27FC236}">
                <a16:creationId xmlns:a16="http://schemas.microsoft.com/office/drawing/2014/main" id="{DAFF27C2-82F0-474E-2831-44606E346699}"/>
              </a:ext>
            </a:extLst>
          </p:cNvPr>
          <p:cNvGrpSpPr/>
          <p:nvPr/>
        </p:nvGrpSpPr>
        <p:grpSpPr>
          <a:xfrm>
            <a:off x="2505670" y="1679390"/>
            <a:ext cx="1084680" cy="341640"/>
            <a:chOff x="2505670" y="1679390"/>
            <a:chExt cx="1084680" cy="341640"/>
          </a:xfrm>
        </p:grpSpPr>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8E73FAD0-E537-8BF3-0140-A739C5D7A423}"/>
                    </a:ext>
                  </a:extLst>
                </p14:cNvPr>
                <p14:cNvContentPartPr/>
                <p14:nvPr/>
              </p14:nvContentPartPr>
              <p14:xfrm>
                <a:off x="2505670" y="1679390"/>
                <a:ext cx="117360" cy="264600"/>
              </p14:xfrm>
            </p:contentPart>
          </mc:Choice>
          <mc:Fallback>
            <p:pic>
              <p:nvPicPr>
                <p:cNvPr id="15" name="Ink 14">
                  <a:extLst>
                    <a:ext uri="{FF2B5EF4-FFF2-40B4-BE49-F238E27FC236}">
                      <a16:creationId xmlns:a16="http://schemas.microsoft.com/office/drawing/2014/main" id="{8E73FAD0-E537-8BF3-0140-A739C5D7A423}"/>
                    </a:ext>
                  </a:extLst>
                </p:cNvPr>
                <p:cNvPicPr/>
                <p:nvPr/>
              </p:nvPicPr>
              <p:blipFill>
                <a:blip r:embed="rId25"/>
                <a:stretch>
                  <a:fillRect/>
                </a:stretch>
              </p:blipFill>
              <p:spPr>
                <a:xfrm>
                  <a:off x="2499550" y="1673270"/>
                  <a:ext cx="129600" cy="2768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C7558099-6D13-3B08-D619-7834853B9017}"/>
                    </a:ext>
                  </a:extLst>
                </p14:cNvPr>
                <p14:cNvContentPartPr/>
                <p14:nvPr/>
              </p14:nvContentPartPr>
              <p14:xfrm>
                <a:off x="2506030" y="1841390"/>
                <a:ext cx="129240" cy="70920"/>
              </p14:xfrm>
            </p:contentPart>
          </mc:Choice>
          <mc:Fallback>
            <p:pic>
              <p:nvPicPr>
                <p:cNvPr id="16" name="Ink 15">
                  <a:extLst>
                    <a:ext uri="{FF2B5EF4-FFF2-40B4-BE49-F238E27FC236}">
                      <a16:creationId xmlns:a16="http://schemas.microsoft.com/office/drawing/2014/main" id="{C7558099-6D13-3B08-D619-7834853B9017}"/>
                    </a:ext>
                  </a:extLst>
                </p:cNvPr>
                <p:cNvPicPr/>
                <p:nvPr/>
              </p:nvPicPr>
              <p:blipFill>
                <a:blip r:embed="rId27"/>
                <a:stretch>
                  <a:fillRect/>
                </a:stretch>
              </p:blipFill>
              <p:spPr>
                <a:xfrm>
                  <a:off x="2499910" y="1835270"/>
                  <a:ext cx="14148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A6EACEF7-C4C3-3208-2B7C-6E635BB901E2}"/>
                    </a:ext>
                  </a:extLst>
                </p14:cNvPr>
                <p14:cNvContentPartPr/>
                <p14:nvPr/>
              </p14:nvContentPartPr>
              <p14:xfrm>
                <a:off x="2687470" y="1721870"/>
                <a:ext cx="138960" cy="92520"/>
              </p14:xfrm>
            </p:contentPart>
          </mc:Choice>
          <mc:Fallback>
            <p:pic>
              <p:nvPicPr>
                <p:cNvPr id="17" name="Ink 16">
                  <a:extLst>
                    <a:ext uri="{FF2B5EF4-FFF2-40B4-BE49-F238E27FC236}">
                      <a16:creationId xmlns:a16="http://schemas.microsoft.com/office/drawing/2014/main" id="{A6EACEF7-C4C3-3208-2B7C-6E635BB901E2}"/>
                    </a:ext>
                  </a:extLst>
                </p:cNvPr>
                <p:cNvPicPr/>
                <p:nvPr/>
              </p:nvPicPr>
              <p:blipFill>
                <a:blip r:embed="rId29"/>
                <a:stretch>
                  <a:fillRect/>
                </a:stretch>
              </p:blipFill>
              <p:spPr>
                <a:xfrm>
                  <a:off x="2681350" y="1715750"/>
                  <a:ext cx="151200" cy="1047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BF31A5FB-DD39-8C7B-23F1-80ADD7F4BBC4}"/>
                    </a:ext>
                  </a:extLst>
                </p14:cNvPr>
                <p14:cNvContentPartPr/>
                <p14:nvPr/>
              </p14:nvContentPartPr>
              <p14:xfrm>
                <a:off x="2750470" y="1748870"/>
                <a:ext cx="446040" cy="197280"/>
              </p14:xfrm>
            </p:contentPart>
          </mc:Choice>
          <mc:Fallback>
            <p:pic>
              <p:nvPicPr>
                <p:cNvPr id="18" name="Ink 17">
                  <a:extLst>
                    <a:ext uri="{FF2B5EF4-FFF2-40B4-BE49-F238E27FC236}">
                      <a16:creationId xmlns:a16="http://schemas.microsoft.com/office/drawing/2014/main" id="{BF31A5FB-DD39-8C7B-23F1-80ADD7F4BBC4}"/>
                    </a:ext>
                  </a:extLst>
                </p:cNvPr>
                <p:cNvPicPr/>
                <p:nvPr/>
              </p:nvPicPr>
              <p:blipFill>
                <a:blip r:embed="rId31"/>
                <a:stretch>
                  <a:fillRect/>
                </a:stretch>
              </p:blipFill>
              <p:spPr>
                <a:xfrm>
                  <a:off x="2744350" y="1742750"/>
                  <a:ext cx="45828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8D3FF7D2-394F-6FE9-5AAD-973F74E5777F}"/>
                    </a:ext>
                  </a:extLst>
                </p14:cNvPr>
                <p14:cNvContentPartPr/>
                <p14:nvPr/>
              </p14:nvContentPartPr>
              <p14:xfrm>
                <a:off x="3089590" y="1819430"/>
                <a:ext cx="20880" cy="68400"/>
              </p14:xfrm>
            </p:contentPart>
          </mc:Choice>
          <mc:Fallback>
            <p:pic>
              <p:nvPicPr>
                <p:cNvPr id="19" name="Ink 18">
                  <a:extLst>
                    <a:ext uri="{FF2B5EF4-FFF2-40B4-BE49-F238E27FC236}">
                      <a16:creationId xmlns:a16="http://schemas.microsoft.com/office/drawing/2014/main" id="{8D3FF7D2-394F-6FE9-5AAD-973F74E5777F}"/>
                    </a:ext>
                  </a:extLst>
                </p:cNvPr>
                <p:cNvPicPr/>
                <p:nvPr/>
              </p:nvPicPr>
              <p:blipFill>
                <a:blip r:embed="rId33"/>
                <a:stretch>
                  <a:fillRect/>
                </a:stretch>
              </p:blipFill>
              <p:spPr>
                <a:xfrm>
                  <a:off x="3083470" y="1813310"/>
                  <a:ext cx="33120" cy="806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46EDF09F-DE7D-2C66-6358-54533428414B}"/>
                    </a:ext>
                  </a:extLst>
                </p14:cNvPr>
                <p14:cNvContentPartPr/>
                <p14:nvPr/>
              </p14:nvContentPartPr>
              <p14:xfrm>
                <a:off x="3236470" y="1720070"/>
                <a:ext cx="99720" cy="208440"/>
              </p14:xfrm>
            </p:contentPart>
          </mc:Choice>
          <mc:Fallback>
            <p:pic>
              <p:nvPicPr>
                <p:cNvPr id="20" name="Ink 19">
                  <a:extLst>
                    <a:ext uri="{FF2B5EF4-FFF2-40B4-BE49-F238E27FC236}">
                      <a16:creationId xmlns:a16="http://schemas.microsoft.com/office/drawing/2014/main" id="{46EDF09F-DE7D-2C66-6358-54533428414B}"/>
                    </a:ext>
                  </a:extLst>
                </p:cNvPr>
                <p:cNvPicPr/>
                <p:nvPr/>
              </p:nvPicPr>
              <p:blipFill>
                <a:blip r:embed="rId35"/>
                <a:stretch>
                  <a:fillRect/>
                </a:stretch>
              </p:blipFill>
              <p:spPr>
                <a:xfrm>
                  <a:off x="3230350" y="1713950"/>
                  <a:ext cx="11196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C7CB7A4C-384B-A2C2-362F-E709C0731976}"/>
                    </a:ext>
                  </a:extLst>
                </p14:cNvPr>
                <p14:cNvContentPartPr/>
                <p14:nvPr/>
              </p14:nvContentPartPr>
              <p14:xfrm>
                <a:off x="3450310" y="1737350"/>
                <a:ext cx="140040" cy="283680"/>
              </p14:xfrm>
            </p:contentPart>
          </mc:Choice>
          <mc:Fallback>
            <p:pic>
              <p:nvPicPr>
                <p:cNvPr id="22" name="Ink 21">
                  <a:extLst>
                    <a:ext uri="{FF2B5EF4-FFF2-40B4-BE49-F238E27FC236}">
                      <a16:creationId xmlns:a16="http://schemas.microsoft.com/office/drawing/2014/main" id="{C7CB7A4C-384B-A2C2-362F-E709C0731976}"/>
                    </a:ext>
                  </a:extLst>
                </p:cNvPr>
                <p:cNvPicPr/>
                <p:nvPr/>
              </p:nvPicPr>
              <p:blipFill>
                <a:blip r:embed="rId37"/>
                <a:stretch>
                  <a:fillRect/>
                </a:stretch>
              </p:blipFill>
              <p:spPr>
                <a:xfrm>
                  <a:off x="3444190" y="1731230"/>
                  <a:ext cx="152280" cy="295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01CD06A6-1F01-741C-FEE5-565E594C0E0D}"/>
                  </a:ext>
                </a:extLst>
              </p14:cNvPr>
              <p14:cNvContentPartPr/>
              <p14:nvPr/>
            </p14:nvContentPartPr>
            <p14:xfrm>
              <a:off x="3736150" y="1724750"/>
              <a:ext cx="147960" cy="270720"/>
            </p14:xfrm>
          </p:contentPart>
        </mc:Choice>
        <mc:Fallback>
          <p:pic>
            <p:nvPicPr>
              <p:cNvPr id="23" name="Ink 22">
                <a:extLst>
                  <a:ext uri="{FF2B5EF4-FFF2-40B4-BE49-F238E27FC236}">
                    <a16:creationId xmlns:a16="http://schemas.microsoft.com/office/drawing/2014/main" id="{01CD06A6-1F01-741C-FEE5-565E594C0E0D}"/>
                  </a:ext>
                </a:extLst>
              </p:cNvPr>
              <p:cNvPicPr/>
              <p:nvPr/>
            </p:nvPicPr>
            <p:blipFill>
              <a:blip r:embed="rId39"/>
              <a:stretch>
                <a:fillRect/>
              </a:stretch>
            </p:blipFill>
            <p:spPr>
              <a:xfrm>
                <a:off x="3730030" y="1718630"/>
                <a:ext cx="160200" cy="282960"/>
              </a:xfrm>
              <a:prstGeom prst="rect">
                <a:avLst/>
              </a:prstGeom>
            </p:spPr>
          </p:pic>
        </mc:Fallback>
      </mc:AlternateContent>
      <p:grpSp>
        <p:nvGrpSpPr>
          <p:cNvPr id="27" name="Group 26">
            <a:extLst>
              <a:ext uri="{FF2B5EF4-FFF2-40B4-BE49-F238E27FC236}">
                <a16:creationId xmlns:a16="http://schemas.microsoft.com/office/drawing/2014/main" id="{B9352015-C7D7-D541-8801-23C68DABB95F}"/>
              </a:ext>
            </a:extLst>
          </p:cNvPr>
          <p:cNvGrpSpPr/>
          <p:nvPr/>
        </p:nvGrpSpPr>
        <p:grpSpPr>
          <a:xfrm>
            <a:off x="4150870" y="1736270"/>
            <a:ext cx="407880" cy="217800"/>
            <a:chOff x="4150870" y="1736270"/>
            <a:chExt cx="407880" cy="217800"/>
          </a:xfrm>
        </p:grpSpPr>
        <mc:AlternateContent xmlns:mc="http://schemas.openxmlformats.org/markup-compatibility/2006">
          <mc:Choice xmlns:p14="http://schemas.microsoft.com/office/powerpoint/2010/main" Requires="p14">
            <p:contentPart p14:bwMode="auto" r:id="rId40">
              <p14:nvContentPartPr>
                <p14:cNvPr id="24" name="Ink 23">
                  <a:extLst>
                    <a:ext uri="{FF2B5EF4-FFF2-40B4-BE49-F238E27FC236}">
                      <a16:creationId xmlns:a16="http://schemas.microsoft.com/office/drawing/2014/main" id="{B649F35E-FBE1-CCE6-280A-E245A47D794A}"/>
                    </a:ext>
                  </a:extLst>
                </p14:cNvPr>
                <p14:cNvContentPartPr/>
                <p14:nvPr/>
              </p14:nvContentPartPr>
              <p14:xfrm>
                <a:off x="4150870" y="1736270"/>
                <a:ext cx="65160" cy="217800"/>
              </p14:xfrm>
            </p:contentPart>
          </mc:Choice>
          <mc:Fallback>
            <p:pic>
              <p:nvPicPr>
                <p:cNvPr id="24" name="Ink 23">
                  <a:extLst>
                    <a:ext uri="{FF2B5EF4-FFF2-40B4-BE49-F238E27FC236}">
                      <a16:creationId xmlns:a16="http://schemas.microsoft.com/office/drawing/2014/main" id="{B649F35E-FBE1-CCE6-280A-E245A47D794A}"/>
                    </a:ext>
                  </a:extLst>
                </p:cNvPr>
                <p:cNvPicPr/>
                <p:nvPr/>
              </p:nvPicPr>
              <p:blipFill>
                <a:blip r:embed="rId41"/>
                <a:stretch>
                  <a:fillRect/>
                </a:stretch>
              </p:blipFill>
              <p:spPr>
                <a:xfrm>
                  <a:off x="4144750" y="1730150"/>
                  <a:ext cx="77400" cy="2300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5" name="Ink 24">
                  <a:extLst>
                    <a:ext uri="{FF2B5EF4-FFF2-40B4-BE49-F238E27FC236}">
                      <a16:creationId xmlns:a16="http://schemas.microsoft.com/office/drawing/2014/main" id="{91DD3675-DD9B-57CB-45CA-7361B0DD0C08}"/>
                    </a:ext>
                  </a:extLst>
                </p14:cNvPr>
                <p14:cNvContentPartPr/>
                <p14:nvPr/>
              </p14:nvContentPartPr>
              <p14:xfrm>
                <a:off x="4275790" y="1799270"/>
                <a:ext cx="79560" cy="131040"/>
              </p14:xfrm>
            </p:contentPart>
          </mc:Choice>
          <mc:Fallback>
            <p:pic>
              <p:nvPicPr>
                <p:cNvPr id="25" name="Ink 24">
                  <a:extLst>
                    <a:ext uri="{FF2B5EF4-FFF2-40B4-BE49-F238E27FC236}">
                      <a16:creationId xmlns:a16="http://schemas.microsoft.com/office/drawing/2014/main" id="{91DD3675-DD9B-57CB-45CA-7361B0DD0C08}"/>
                    </a:ext>
                  </a:extLst>
                </p:cNvPr>
                <p:cNvPicPr/>
                <p:nvPr/>
              </p:nvPicPr>
              <p:blipFill>
                <a:blip r:embed="rId43"/>
                <a:stretch>
                  <a:fillRect/>
                </a:stretch>
              </p:blipFill>
              <p:spPr>
                <a:xfrm>
                  <a:off x="4269670" y="1793150"/>
                  <a:ext cx="9180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6" name="Ink 25">
                  <a:extLst>
                    <a:ext uri="{FF2B5EF4-FFF2-40B4-BE49-F238E27FC236}">
                      <a16:creationId xmlns:a16="http://schemas.microsoft.com/office/drawing/2014/main" id="{78EBDFD1-E41C-733F-A35B-45FDA775EED3}"/>
                    </a:ext>
                  </a:extLst>
                </p14:cNvPr>
                <p14:cNvContentPartPr/>
                <p14:nvPr/>
              </p14:nvContentPartPr>
              <p14:xfrm>
                <a:off x="4397470" y="1786670"/>
                <a:ext cx="161280" cy="138240"/>
              </p14:xfrm>
            </p:contentPart>
          </mc:Choice>
          <mc:Fallback>
            <p:pic>
              <p:nvPicPr>
                <p:cNvPr id="26" name="Ink 25">
                  <a:extLst>
                    <a:ext uri="{FF2B5EF4-FFF2-40B4-BE49-F238E27FC236}">
                      <a16:creationId xmlns:a16="http://schemas.microsoft.com/office/drawing/2014/main" id="{78EBDFD1-E41C-733F-A35B-45FDA775EED3}"/>
                    </a:ext>
                  </a:extLst>
                </p:cNvPr>
                <p:cNvPicPr/>
                <p:nvPr/>
              </p:nvPicPr>
              <p:blipFill>
                <a:blip r:embed="rId45"/>
                <a:stretch>
                  <a:fillRect/>
                </a:stretch>
              </p:blipFill>
              <p:spPr>
                <a:xfrm>
                  <a:off x="4391350" y="1780550"/>
                  <a:ext cx="173520" cy="150480"/>
                </a:xfrm>
                <a:prstGeom prst="rect">
                  <a:avLst/>
                </a:prstGeom>
              </p:spPr>
            </p:pic>
          </mc:Fallback>
        </mc:AlternateContent>
      </p:grpSp>
      <p:grpSp>
        <p:nvGrpSpPr>
          <p:cNvPr id="33" name="Group 32">
            <a:extLst>
              <a:ext uri="{FF2B5EF4-FFF2-40B4-BE49-F238E27FC236}">
                <a16:creationId xmlns:a16="http://schemas.microsoft.com/office/drawing/2014/main" id="{390732BC-359A-E05B-2C5A-C3DAA48877D4}"/>
              </a:ext>
            </a:extLst>
          </p:cNvPr>
          <p:cNvGrpSpPr/>
          <p:nvPr/>
        </p:nvGrpSpPr>
        <p:grpSpPr>
          <a:xfrm>
            <a:off x="4941430" y="1855070"/>
            <a:ext cx="156240" cy="39960"/>
            <a:chOff x="4941430" y="1855070"/>
            <a:chExt cx="156240" cy="39960"/>
          </a:xfrm>
        </p:grpSpPr>
        <mc:AlternateContent xmlns:mc="http://schemas.openxmlformats.org/markup-compatibility/2006">
          <mc:Choice xmlns:p14="http://schemas.microsoft.com/office/powerpoint/2010/main" Requires="p14">
            <p:contentPart p14:bwMode="auto" r:id="rId46">
              <p14:nvContentPartPr>
                <p14:cNvPr id="31" name="Ink 30">
                  <a:extLst>
                    <a:ext uri="{FF2B5EF4-FFF2-40B4-BE49-F238E27FC236}">
                      <a16:creationId xmlns:a16="http://schemas.microsoft.com/office/drawing/2014/main" id="{3526542A-BBA9-137C-D0D3-EA4240376E33}"/>
                    </a:ext>
                  </a:extLst>
                </p14:cNvPr>
                <p14:cNvContentPartPr/>
                <p14:nvPr/>
              </p14:nvContentPartPr>
              <p14:xfrm>
                <a:off x="4941430" y="1883150"/>
                <a:ext cx="132840" cy="11880"/>
              </p14:xfrm>
            </p:contentPart>
          </mc:Choice>
          <mc:Fallback>
            <p:pic>
              <p:nvPicPr>
                <p:cNvPr id="31" name="Ink 30">
                  <a:extLst>
                    <a:ext uri="{FF2B5EF4-FFF2-40B4-BE49-F238E27FC236}">
                      <a16:creationId xmlns:a16="http://schemas.microsoft.com/office/drawing/2014/main" id="{3526542A-BBA9-137C-D0D3-EA4240376E33}"/>
                    </a:ext>
                  </a:extLst>
                </p:cNvPr>
                <p:cNvPicPr/>
                <p:nvPr/>
              </p:nvPicPr>
              <p:blipFill>
                <a:blip r:embed="rId47"/>
                <a:stretch>
                  <a:fillRect/>
                </a:stretch>
              </p:blipFill>
              <p:spPr>
                <a:xfrm>
                  <a:off x="4935310" y="1877030"/>
                  <a:ext cx="14508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2" name="Ink 31">
                  <a:extLst>
                    <a:ext uri="{FF2B5EF4-FFF2-40B4-BE49-F238E27FC236}">
                      <a16:creationId xmlns:a16="http://schemas.microsoft.com/office/drawing/2014/main" id="{8F895EBC-0FC3-BE14-E903-F690CC3A007E}"/>
                    </a:ext>
                  </a:extLst>
                </p14:cNvPr>
                <p14:cNvContentPartPr/>
                <p14:nvPr/>
              </p14:nvContentPartPr>
              <p14:xfrm>
                <a:off x="4990750" y="1855070"/>
                <a:ext cx="106920" cy="7200"/>
              </p14:xfrm>
            </p:contentPart>
          </mc:Choice>
          <mc:Fallback>
            <p:pic>
              <p:nvPicPr>
                <p:cNvPr id="32" name="Ink 31">
                  <a:extLst>
                    <a:ext uri="{FF2B5EF4-FFF2-40B4-BE49-F238E27FC236}">
                      <a16:creationId xmlns:a16="http://schemas.microsoft.com/office/drawing/2014/main" id="{8F895EBC-0FC3-BE14-E903-F690CC3A007E}"/>
                    </a:ext>
                  </a:extLst>
                </p:cNvPr>
                <p:cNvPicPr/>
                <p:nvPr/>
              </p:nvPicPr>
              <p:blipFill>
                <a:blip r:embed="rId49"/>
                <a:stretch>
                  <a:fillRect/>
                </a:stretch>
              </p:blipFill>
              <p:spPr>
                <a:xfrm>
                  <a:off x="4984630" y="1848950"/>
                  <a:ext cx="119160" cy="19440"/>
                </a:xfrm>
                <a:prstGeom prst="rect">
                  <a:avLst/>
                </a:prstGeom>
              </p:spPr>
            </p:pic>
          </mc:Fallback>
        </mc:AlternateContent>
      </p:grpSp>
      <p:grpSp>
        <p:nvGrpSpPr>
          <p:cNvPr id="37" name="Group 36">
            <a:extLst>
              <a:ext uri="{FF2B5EF4-FFF2-40B4-BE49-F238E27FC236}">
                <a16:creationId xmlns:a16="http://schemas.microsoft.com/office/drawing/2014/main" id="{76372690-1F6F-74E6-75CD-CF4A75538E5C}"/>
              </a:ext>
            </a:extLst>
          </p:cNvPr>
          <p:cNvGrpSpPr/>
          <p:nvPr/>
        </p:nvGrpSpPr>
        <p:grpSpPr>
          <a:xfrm>
            <a:off x="5383510" y="1746350"/>
            <a:ext cx="487800" cy="247680"/>
            <a:chOff x="5383510" y="1746350"/>
            <a:chExt cx="487800" cy="247680"/>
          </a:xfrm>
        </p:grpSpPr>
        <mc:AlternateContent xmlns:mc="http://schemas.openxmlformats.org/markup-compatibility/2006">
          <mc:Choice xmlns:p14="http://schemas.microsoft.com/office/powerpoint/2010/main" Requires="p14">
            <p:contentPart p14:bwMode="auto" r:id="rId50">
              <p14:nvContentPartPr>
                <p14:cNvPr id="34" name="Ink 33">
                  <a:extLst>
                    <a:ext uri="{FF2B5EF4-FFF2-40B4-BE49-F238E27FC236}">
                      <a16:creationId xmlns:a16="http://schemas.microsoft.com/office/drawing/2014/main" id="{3FBD6A05-1FD4-EC74-6D17-D37BC5284E31}"/>
                    </a:ext>
                  </a:extLst>
                </p14:cNvPr>
                <p14:cNvContentPartPr/>
                <p14:nvPr/>
              </p14:nvContentPartPr>
              <p14:xfrm>
                <a:off x="5383510" y="1746350"/>
                <a:ext cx="144000" cy="105480"/>
              </p14:xfrm>
            </p:contentPart>
          </mc:Choice>
          <mc:Fallback>
            <p:pic>
              <p:nvPicPr>
                <p:cNvPr id="34" name="Ink 33">
                  <a:extLst>
                    <a:ext uri="{FF2B5EF4-FFF2-40B4-BE49-F238E27FC236}">
                      <a16:creationId xmlns:a16="http://schemas.microsoft.com/office/drawing/2014/main" id="{3FBD6A05-1FD4-EC74-6D17-D37BC5284E31}"/>
                    </a:ext>
                  </a:extLst>
                </p:cNvPr>
                <p:cNvPicPr/>
                <p:nvPr/>
              </p:nvPicPr>
              <p:blipFill>
                <a:blip r:embed="rId51"/>
                <a:stretch>
                  <a:fillRect/>
                </a:stretch>
              </p:blipFill>
              <p:spPr>
                <a:xfrm>
                  <a:off x="5377390" y="1740230"/>
                  <a:ext cx="15624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5" name="Ink 34">
                  <a:extLst>
                    <a:ext uri="{FF2B5EF4-FFF2-40B4-BE49-F238E27FC236}">
                      <a16:creationId xmlns:a16="http://schemas.microsoft.com/office/drawing/2014/main" id="{F462E7E6-A4DC-FDDA-B881-A6F7EB0C6F4F}"/>
                    </a:ext>
                  </a:extLst>
                </p14:cNvPr>
                <p14:cNvContentPartPr/>
                <p14:nvPr/>
              </p14:nvContentPartPr>
              <p14:xfrm>
                <a:off x="5447590" y="1756430"/>
                <a:ext cx="92520" cy="237600"/>
              </p14:xfrm>
            </p:contentPart>
          </mc:Choice>
          <mc:Fallback>
            <p:pic>
              <p:nvPicPr>
                <p:cNvPr id="35" name="Ink 34">
                  <a:extLst>
                    <a:ext uri="{FF2B5EF4-FFF2-40B4-BE49-F238E27FC236}">
                      <a16:creationId xmlns:a16="http://schemas.microsoft.com/office/drawing/2014/main" id="{F462E7E6-A4DC-FDDA-B881-A6F7EB0C6F4F}"/>
                    </a:ext>
                  </a:extLst>
                </p:cNvPr>
                <p:cNvPicPr/>
                <p:nvPr/>
              </p:nvPicPr>
              <p:blipFill>
                <a:blip r:embed="rId53"/>
                <a:stretch>
                  <a:fillRect/>
                </a:stretch>
              </p:blipFill>
              <p:spPr>
                <a:xfrm>
                  <a:off x="5441470" y="1750310"/>
                  <a:ext cx="104760" cy="2498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6" name="Ink 35">
                  <a:extLst>
                    <a:ext uri="{FF2B5EF4-FFF2-40B4-BE49-F238E27FC236}">
                      <a16:creationId xmlns:a16="http://schemas.microsoft.com/office/drawing/2014/main" id="{B4F545BA-AEE8-88B4-C8D5-C139D475DBE4}"/>
                    </a:ext>
                  </a:extLst>
                </p14:cNvPr>
                <p14:cNvContentPartPr/>
                <p14:nvPr/>
              </p14:nvContentPartPr>
              <p14:xfrm>
                <a:off x="5617150" y="1761110"/>
                <a:ext cx="254160" cy="185040"/>
              </p14:xfrm>
            </p:contentPart>
          </mc:Choice>
          <mc:Fallback>
            <p:pic>
              <p:nvPicPr>
                <p:cNvPr id="36" name="Ink 35">
                  <a:extLst>
                    <a:ext uri="{FF2B5EF4-FFF2-40B4-BE49-F238E27FC236}">
                      <a16:creationId xmlns:a16="http://schemas.microsoft.com/office/drawing/2014/main" id="{B4F545BA-AEE8-88B4-C8D5-C139D475DBE4}"/>
                    </a:ext>
                  </a:extLst>
                </p:cNvPr>
                <p:cNvPicPr/>
                <p:nvPr/>
              </p:nvPicPr>
              <p:blipFill>
                <a:blip r:embed="rId55"/>
                <a:stretch>
                  <a:fillRect/>
                </a:stretch>
              </p:blipFill>
              <p:spPr>
                <a:xfrm>
                  <a:off x="5611030" y="1754990"/>
                  <a:ext cx="266400" cy="1972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6">
            <p14:nvContentPartPr>
              <p14:cNvPr id="38" name="Ink 37">
                <a:extLst>
                  <a:ext uri="{FF2B5EF4-FFF2-40B4-BE49-F238E27FC236}">
                    <a16:creationId xmlns:a16="http://schemas.microsoft.com/office/drawing/2014/main" id="{2D7AFF7D-83F2-F07D-D38C-A66108E73F83}"/>
                  </a:ext>
                </a:extLst>
              </p14:cNvPr>
              <p14:cNvContentPartPr/>
              <p14:nvPr/>
            </p14:nvContentPartPr>
            <p14:xfrm>
              <a:off x="3020470" y="2616350"/>
              <a:ext cx="1498320" cy="49320"/>
            </p14:xfrm>
          </p:contentPart>
        </mc:Choice>
        <mc:Fallback>
          <p:pic>
            <p:nvPicPr>
              <p:cNvPr id="38" name="Ink 37">
                <a:extLst>
                  <a:ext uri="{FF2B5EF4-FFF2-40B4-BE49-F238E27FC236}">
                    <a16:creationId xmlns:a16="http://schemas.microsoft.com/office/drawing/2014/main" id="{2D7AFF7D-83F2-F07D-D38C-A66108E73F83}"/>
                  </a:ext>
                </a:extLst>
              </p:cNvPr>
              <p:cNvPicPr/>
              <p:nvPr/>
            </p:nvPicPr>
            <p:blipFill>
              <a:blip r:embed="rId57"/>
              <a:stretch>
                <a:fillRect/>
              </a:stretch>
            </p:blipFill>
            <p:spPr>
              <a:xfrm>
                <a:off x="3014350" y="2610230"/>
                <a:ext cx="151056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9" name="Ink 38">
                <a:extLst>
                  <a:ext uri="{FF2B5EF4-FFF2-40B4-BE49-F238E27FC236}">
                    <a16:creationId xmlns:a16="http://schemas.microsoft.com/office/drawing/2014/main" id="{7CE8666C-4D1C-6027-94C0-E4A230ADF26C}"/>
                  </a:ext>
                </a:extLst>
              </p14:cNvPr>
              <p14:cNvContentPartPr/>
              <p14:nvPr/>
            </p14:nvContentPartPr>
            <p14:xfrm>
              <a:off x="1181590" y="3256550"/>
              <a:ext cx="111600" cy="8640"/>
            </p14:xfrm>
          </p:contentPart>
        </mc:Choice>
        <mc:Fallback>
          <p:pic>
            <p:nvPicPr>
              <p:cNvPr id="39" name="Ink 38">
                <a:extLst>
                  <a:ext uri="{FF2B5EF4-FFF2-40B4-BE49-F238E27FC236}">
                    <a16:creationId xmlns:a16="http://schemas.microsoft.com/office/drawing/2014/main" id="{7CE8666C-4D1C-6027-94C0-E4A230ADF26C}"/>
                  </a:ext>
                </a:extLst>
              </p:cNvPr>
              <p:cNvPicPr/>
              <p:nvPr/>
            </p:nvPicPr>
            <p:blipFill>
              <a:blip r:embed="rId59"/>
              <a:stretch>
                <a:fillRect/>
              </a:stretch>
            </p:blipFill>
            <p:spPr>
              <a:xfrm>
                <a:off x="1175470" y="3250430"/>
                <a:ext cx="12384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0" name="Ink 39">
                <a:extLst>
                  <a:ext uri="{FF2B5EF4-FFF2-40B4-BE49-F238E27FC236}">
                    <a16:creationId xmlns:a16="http://schemas.microsoft.com/office/drawing/2014/main" id="{E6FD853E-2DBF-402F-7417-FE2A43BB64AF}"/>
                  </a:ext>
                </a:extLst>
              </p14:cNvPr>
              <p14:cNvContentPartPr/>
              <p14:nvPr/>
            </p14:nvContentPartPr>
            <p14:xfrm>
              <a:off x="1606750" y="3221630"/>
              <a:ext cx="96480" cy="10080"/>
            </p14:xfrm>
          </p:contentPart>
        </mc:Choice>
        <mc:Fallback>
          <p:pic>
            <p:nvPicPr>
              <p:cNvPr id="40" name="Ink 39">
                <a:extLst>
                  <a:ext uri="{FF2B5EF4-FFF2-40B4-BE49-F238E27FC236}">
                    <a16:creationId xmlns:a16="http://schemas.microsoft.com/office/drawing/2014/main" id="{E6FD853E-2DBF-402F-7417-FE2A43BB64AF}"/>
                  </a:ext>
                </a:extLst>
              </p:cNvPr>
              <p:cNvPicPr/>
              <p:nvPr/>
            </p:nvPicPr>
            <p:blipFill>
              <a:blip r:embed="rId61"/>
              <a:stretch>
                <a:fillRect/>
              </a:stretch>
            </p:blipFill>
            <p:spPr>
              <a:xfrm>
                <a:off x="1600630" y="3215510"/>
                <a:ext cx="10872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1" name="Ink 40">
                <a:extLst>
                  <a:ext uri="{FF2B5EF4-FFF2-40B4-BE49-F238E27FC236}">
                    <a16:creationId xmlns:a16="http://schemas.microsoft.com/office/drawing/2014/main" id="{6E0B7E53-4EF1-9549-5783-A7EF50E44643}"/>
                  </a:ext>
                </a:extLst>
              </p14:cNvPr>
              <p14:cNvContentPartPr/>
              <p14:nvPr/>
            </p14:nvContentPartPr>
            <p14:xfrm>
              <a:off x="3986710" y="4602710"/>
              <a:ext cx="90000" cy="3240"/>
            </p14:xfrm>
          </p:contentPart>
        </mc:Choice>
        <mc:Fallback>
          <p:pic>
            <p:nvPicPr>
              <p:cNvPr id="41" name="Ink 40">
                <a:extLst>
                  <a:ext uri="{FF2B5EF4-FFF2-40B4-BE49-F238E27FC236}">
                    <a16:creationId xmlns:a16="http://schemas.microsoft.com/office/drawing/2014/main" id="{6E0B7E53-4EF1-9549-5783-A7EF50E44643}"/>
                  </a:ext>
                </a:extLst>
              </p:cNvPr>
              <p:cNvPicPr/>
              <p:nvPr/>
            </p:nvPicPr>
            <p:blipFill>
              <a:blip r:embed="rId63"/>
              <a:stretch>
                <a:fillRect/>
              </a:stretch>
            </p:blipFill>
            <p:spPr>
              <a:xfrm>
                <a:off x="3980590" y="4596590"/>
                <a:ext cx="102240" cy="154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2" name="Ink 41">
                <a:extLst>
                  <a:ext uri="{FF2B5EF4-FFF2-40B4-BE49-F238E27FC236}">
                    <a16:creationId xmlns:a16="http://schemas.microsoft.com/office/drawing/2014/main" id="{F5B76B6E-9B40-300E-FE40-61123BE25D2D}"/>
                  </a:ext>
                </a:extLst>
              </p14:cNvPr>
              <p14:cNvContentPartPr/>
              <p14:nvPr/>
            </p14:nvContentPartPr>
            <p14:xfrm>
              <a:off x="2020750" y="3231470"/>
              <a:ext cx="169200" cy="7560"/>
            </p14:xfrm>
          </p:contentPart>
        </mc:Choice>
        <mc:Fallback>
          <p:pic>
            <p:nvPicPr>
              <p:cNvPr id="42" name="Ink 41">
                <a:extLst>
                  <a:ext uri="{FF2B5EF4-FFF2-40B4-BE49-F238E27FC236}">
                    <a16:creationId xmlns:a16="http://schemas.microsoft.com/office/drawing/2014/main" id="{F5B76B6E-9B40-300E-FE40-61123BE25D2D}"/>
                  </a:ext>
                </a:extLst>
              </p:cNvPr>
              <p:cNvPicPr/>
              <p:nvPr/>
            </p:nvPicPr>
            <p:blipFill>
              <a:blip r:embed="rId65"/>
              <a:stretch>
                <a:fillRect/>
              </a:stretch>
            </p:blipFill>
            <p:spPr>
              <a:xfrm>
                <a:off x="2014630" y="3225350"/>
                <a:ext cx="18144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3" name="Ink 42">
                <a:extLst>
                  <a:ext uri="{FF2B5EF4-FFF2-40B4-BE49-F238E27FC236}">
                    <a16:creationId xmlns:a16="http://schemas.microsoft.com/office/drawing/2014/main" id="{A4FF5587-4309-7BA5-16F1-EFD415FECBB8}"/>
                  </a:ext>
                </a:extLst>
              </p14:cNvPr>
              <p14:cNvContentPartPr/>
              <p14:nvPr/>
            </p14:nvContentPartPr>
            <p14:xfrm>
              <a:off x="2461030" y="3228590"/>
              <a:ext cx="144720" cy="6840"/>
            </p14:xfrm>
          </p:contentPart>
        </mc:Choice>
        <mc:Fallback>
          <p:pic>
            <p:nvPicPr>
              <p:cNvPr id="43" name="Ink 42">
                <a:extLst>
                  <a:ext uri="{FF2B5EF4-FFF2-40B4-BE49-F238E27FC236}">
                    <a16:creationId xmlns:a16="http://schemas.microsoft.com/office/drawing/2014/main" id="{A4FF5587-4309-7BA5-16F1-EFD415FECBB8}"/>
                  </a:ext>
                </a:extLst>
              </p:cNvPr>
              <p:cNvPicPr/>
              <p:nvPr/>
            </p:nvPicPr>
            <p:blipFill>
              <a:blip r:embed="rId67"/>
              <a:stretch>
                <a:fillRect/>
              </a:stretch>
            </p:blipFill>
            <p:spPr>
              <a:xfrm>
                <a:off x="2454910" y="3222470"/>
                <a:ext cx="15696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4" name="Ink 43">
                <a:extLst>
                  <a:ext uri="{FF2B5EF4-FFF2-40B4-BE49-F238E27FC236}">
                    <a16:creationId xmlns:a16="http://schemas.microsoft.com/office/drawing/2014/main" id="{4DBC98E7-6882-7E9F-6A9C-41CCC4D6AA1F}"/>
                  </a:ext>
                </a:extLst>
              </p14:cNvPr>
              <p14:cNvContentPartPr/>
              <p14:nvPr/>
            </p14:nvContentPartPr>
            <p14:xfrm>
              <a:off x="3001390" y="3235430"/>
              <a:ext cx="135360" cy="7560"/>
            </p14:xfrm>
          </p:contentPart>
        </mc:Choice>
        <mc:Fallback>
          <p:pic>
            <p:nvPicPr>
              <p:cNvPr id="44" name="Ink 43">
                <a:extLst>
                  <a:ext uri="{FF2B5EF4-FFF2-40B4-BE49-F238E27FC236}">
                    <a16:creationId xmlns:a16="http://schemas.microsoft.com/office/drawing/2014/main" id="{4DBC98E7-6882-7E9F-6A9C-41CCC4D6AA1F}"/>
                  </a:ext>
                </a:extLst>
              </p:cNvPr>
              <p:cNvPicPr/>
              <p:nvPr/>
            </p:nvPicPr>
            <p:blipFill>
              <a:blip r:embed="rId69"/>
              <a:stretch>
                <a:fillRect/>
              </a:stretch>
            </p:blipFill>
            <p:spPr>
              <a:xfrm>
                <a:off x="2995270" y="3229310"/>
                <a:ext cx="147600" cy="19800"/>
              </a:xfrm>
              <a:prstGeom prst="rect">
                <a:avLst/>
              </a:prstGeom>
            </p:spPr>
          </p:pic>
        </mc:Fallback>
      </mc:AlternateContent>
      <p:grpSp>
        <p:nvGrpSpPr>
          <p:cNvPr id="50" name="Group 49">
            <a:extLst>
              <a:ext uri="{FF2B5EF4-FFF2-40B4-BE49-F238E27FC236}">
                <a16:creationId xmlns:a16="http://schemas.microsoft.com/office/drawing/2014/main" id="{51FD59BD-FDE6-BDDE-7E16-2BD7BC8DE69A}"/>
              </a:ext>
            </a:extLst>
          </p:cNvPr>
          <p:cNvGrpSpPr/>
          <p:nvPr/>
        </p:nvGrpSpPr>
        <p:grpSpPr>
          <a:xfrm>
            <a:off x="7231390" y="3346670"/>
            <a:ext cx="873360" cy="191520"/>
            <a:chOff x="7231390" y="3346670"/>
            <a:chExt cx="873360" cy="191520"/>
          </a:xfrm>
        </p:grpSpPr>
        <mc:AlternateContent xmlns:mc="http://schemas.openxmlformats.org/markup-compatibility/2006">
          <mc:Choice xmlns:p14="http://schemas.microsoft.com/office/powerpoint/2010/main" Requires="p14">
            <p:contentPart p14:bwMode="auto" r:id="rId70">
              <p14:nvContentPartPr>
                <p14:cNvPr id="45" name="Ink 44">
                  <a:extLst>
                    <a:ext uri="{FF2B5EF4-FFF2-40B4-BE49-F238E27FC236}">
                      <a16:creationId xmlns:a16="http://schemas.microsoft.com/office/drawing/2014/main" id="{36D7030A-7F22-4527-77DD-6BF9E67A19A9}"/>
                    </a:ext>
                  </a:extLst>
                </p14:cNvPr>
                <p14:cNvContentPartPr/>
                <p14:nvPr/>
              </p14:nvContentPartPr>
              <p14:xfrm>
                <a:off x="7231390" y="3346670"/>
                <a:ext cx="125280" cy="186840"/>
              </p14:xfrm>
            </p:contentPart>
          </mc:Choice>
          <mc:Fallback>
            <p:pic>
              <p:nvPicPr>
                <p:cNvPr id="45" name="Ink 44">
                  <a:extLst>
                    <a:ext uri="{FF2B5EF4-FFF2-40B4-BE49-F238E27FC236}">
                      <a16:creationId xmlns:a16="http://schemas.microsoft.com/office/drawing/2014/main" id="{36D7030A-7F22-4527-77DD-6BF9E67A19A9}"/>
                    </a:ext>
                  </a:extLst>
                </p:cNvPr>
                <p:cNvPicPr/>
                <p:nvPr/>
              </p:nvPicPr>
              <p:blipFill>
                <a:blip r:embed="rId71"/>
                <a:stretch>
                  <a:fillRect/>
                </a:stretch>
              </p:blipFill>
              <p:spPr>
                <a:xfrm>
                  <a:off x="7225270" y="3340550"/>
                  <a:ext cx="13752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6" name="Ink 45">
                  <a:extLst>
                    <a:ext uri="{FF2B5EF4-FFF2-40B4-BE49-F238E27FC236}">
                      <a16:creationId xmlns:a16="http://schemas.microsoft.com/office/drawing/2014/main" id="{288D0C6E-9A11-7126-51A6-2FFF951C1F5B}"/>
                    </a:ext>
                  </a:extLst>
                </p14:cNvPr>
                <p14:cNvContentPartPr/>
                <p14:nvPr/>
              </p14:nvContentPartPr>
              <p14:xfrm>
                <a:off x="7302670" y="3353510"/>
                <a:ext cx="158760" cy="27720"/>
              </p14:xfrm>
            </p:contentPart>
          </mc:Choice>
          <mc:Fallback>
            <p:pic>
              <p:nvPicPr>
                <p:cNvPr id="46" name="Ink 45">
                  <a:extLst>
                    <a:ext uri="{FF2B5EF4-FFF2-40B4-BE49-F238E27FC236}">
                      <a16:creationId xmlns:a16="http://schemas.microsoft.com/office/drawing/2014/main" id="{288D0C6E-9A11-7126-51A6-2FFF951C1F5B}"/>
                    </a:ext>
                  </a:extLst>
                </p:cNvPr>
                <p:cNvPicPr/>
                <p:nvPr/>
              </p:nvPicPr>
              <p:blipFill>
                <a:blip r:embed="rId73"/>
                <a:stretch>
                  <a:fillRect/>
                </a:stretch>
              </p:blipFill>
              <p:spPr>
                <a:xfrm>
                  <a:off x="7296550" y="3347390"/>
                  <a:ext cx="17100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7" name="Ink 46">
                  <a:extLst>
                    <a:ext uri="{FF2B5EF4-FFF2-40B4-BE49-F238E27FC236}">
                      <a16:creationId xmlns:a16="http://schemas.microsoft.com/office/drawing/2014/main" id="{70FDD8A8-FC08-755B-7CED-326581722FB4}"/>
                    </a:ext>
                  </a:extLst>
                </p14:cNvPr>
                <p14:cNvContentPartPr/>
                <p14:nvPr/>
              </p14:nvContentPartPr>
              <p14:xfrm>
                <a:off x="7568710" y="3447470"/>
                <a:ext cx="97200" cy="8640"/>
              </p14:xfrm>
            </p:contentPart>
          </mc:Choice>
          <mc:Fallback>
            <p:pic>
              <p:nvPicPr>
                <p:cNvPr id="47" name="Ink 46">
                  <a:extLst>
                    <a:ext uri="{FF2B5EF4-FFF2-40B4-BE49-F238E27FC236}">
                      <a16:creationId xmlns:a16="http://schemas.microsoft.com/office/drawing/2014/main" id="{70FDD8A8-FC08-755B-7CED-326581722FB4}"/>
                    </a:ext>
                  </a:extLst>
                </p:cNvPr>
                <p:cNvPicPr/>
                <p:nvPr/>
              </p:nvPicPr>
              <p:blipFill>
                <a:blip r:embed="rId75"/>
                <a:stretch>
                  <a:fillRect/>
                </a:stretch>
              </p:blipFill>
              <p:spPr>
                <a:xfrm>
                  <a:off x="7562590" y="3441350"/>
                  <a:ext cx="10944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8" name="Ink 47">
                  <a:extLst>
                    <a:ext uri="{FF2B5EF4-FFF2-40B4-BE49-F238E27FC236}">
                      <a16:creationId xmlns:a16="http://schemas.microsoft.com/office/drawing/2014/main" id="{A9D59464-6908-49B6-B1B4-F2A44E55A861}"/>
                    </a:ext>
                  </a:extLst>
                </p14:cNvPr>
                <p14:cNvContentPartPr/>
                <p14:nvPr/>
              </p14:nvContentPartPr>
              <p14:xfrm>
                <a:off x="7762390" y="3369710"/>
                <a:ext cx="87120" cy="168480"/>
              </p14:xfrm>
            </p:contentPart>
          </mc:Choice>
          <mc:Fallback>
            <p:pic>
              <p:nvPicPr>
                <p:cNvPr id="48" name="Ink 47">
                  <a:extLst>
                    <a:ext uri="{FF2B5EF4-FFF2-40B4-BE49-F238E27FC236}">
                      <a16:creationId xmlns:a16="http://schemas.microsoft.com/office/drawing/2014/main" id="{A9D59464-6908-49B6-B1B4-F2A44E55A861}"/>
                    </a:ext>
                  </a:extLst>
                </p:cNvPr>
                <p:cNvPicPr/>
                <p:nvPr/>
              </p:nvPicPr>
              <p:blipFill>
                <a:blip r:embed="rId77"/>
                <a:stretch>
                  <a:fillRect/>
                </a:stretch>
              </p:blipFill>
              <p:spPr>
                <a:xfrm>
                  <a:off x="7756270" y="3363590"/>
                  <a:ext cx="9936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9" name="Ink 48">
                  <a:extLst>
                    <a:ext uri="{FF2B5EF4-FFF2-40B4-BE49-F238E27FC236}">
                      <a16:creationId xmlns:a16="http://schemas.microsoft.com/office/drawing/2014/main" id="{2064BD43-A4B0-F177-324A-350F29CB9E7E}"/>
                    </a:ext>
                  </a:extLst>
                </p14:cNvPr>
                <p14:cNvContentPartPr/>
                <p14:nvPr/>
              </p14:nvContentPartPr>
              <p14:xfrm>
                <a:off x="7903870" y="3380150"/>
                <a:ext cx="200880" cy="101160"/>
              </p14:xfrm>
            </p:contentPart>
          </mc:Choice>
          <mc:Fallback>
            <p:pic>
              <p:nvPicPr>
                <p:cNvPr id="49" name="Ink 48">
                  <a:extLst>
                    <a:ext uri="{FF2B5EF4-FFF2-40B4-BE49-F238E27FC236}">
                      <a16:creationId xmlns:a16="http://schemas.microsoft.com/office/drawing/2014/main" id="{2064BD43-A4B0-F177-324A-350F29CB9E7E}"/>
                    </a:ext>
                  </a:extLst>
                </p:cNvPr>
                <p:cNvPicPr/>
                <p:nvPr/>
              </p:nvPicPr>
              <p:blipFill>
                <a:blip r:embed="rId79"/>
                <a:stretch>
                  <a:fillRect/>
                </a:stretch>
              </p:blipFill>
              <p:spPr>
                <a:xfrm>
                  <a:off x="7897750" y="3374030"/>
                  <a:ext cx="213120" cy="113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0">
            <p14:nvContentPartPr>
              <p14:cNvPr id="51" name="Ink 50">
                <a:extLst>
                  <a:ext uri="{FF2B5EF4-FFF2-40B4-BE49-F238E27FC236}">
                    <a16:creationId xmlns:a16="http://schemas.microsoft.com/office/drawing/2014/main" id="{BE8A41E7-90AF-4531-10EF-5E8B9F087798}"/>
                  </a:ext>
                </a:extLst>
              </p14:cNvPr>
              <p14:cNvContentPartPr/>
              <p14:nvPr/>
            </p14:nvContentPartPr>
            <p14:xfrm>
              <a:off x="7326430" y="3685430"/>
              <a:ext cx="11880" cy="138240"/>
            </p14:xfrm>
          </p:contentPart>
        </mc:Choice>
        <mc:Fallback>
          <p:pic>
            <p:nvPicPr>
              <p:cNvPr id="51" name="Ink 50">
                <a:extLst>
                  <a:ext uri="{FF2B5EF4-FFF2-40B4-BE49-F238E27FC236}">
                    <a16:creationId xmlns:a16="http://schemas.microsoft.com/office/drawing/2014/main" id="{BE8A41E7-90AF-4531-10EF-5E8B9F087798}"/>
                  </a:ext>
                </a:extLst>
              </p:cNvPr>
              <p:cNvPicPr/>
              <p:nvPr/>
            </p:nvPicPr>
            <p:blipFill>
              <a:blip r:embed="rId81"/>
              <a:stretch>
                <a:fillRect/>
              </a:stretch>
            </p:blipFill>
            <p:spPr>
              <a:xfrm>
                <a:off x="7320310" y="3679310"/>
                <a:ext cx="24120" cy="150480"/>
              </a:xfrm>
              <a:prstGeom prst="rect">
                <a:avLst/>
              </a:prstGeom>
            </p:spPr>
          </p:pic>
        </mc:Fallback>
      </mc:AlternateContent>
      <p:grpSp>
        <p:nvGrpSpPr>
          <p:cNvPr id="55" name="Group 54">
            <a:extLst>
              <a:ext uri="{FF2B5EF4-FFF2-40B4-BE49-F238E27FC236}">
                <a16:creationId xmlns:a16="http://schemas.microsoft.com/office/drawing/2014/main" id="{ED60792C-69F8-6548-D860-ECE741C42A76}"/>
              </a:ext>
            </a:extLst>
          </p:cNvPr>
          <p:cNvGrpSpPr/>
          <p:nvPr/>
        </p:nvGrpSpPr>
        <p:grpSpPr>
          <a:xfrm>
            <a:off x="7502110" y="3682550"/>
            <a:ext cx="472320" cy="164880"/>
            <a:chOff x="7502110" y="3682550"/>
            <a:chExt cx="472320" cy="164880"/>
          </a:xfrm>
        </p:grpSpPr>
        <mc:AlternateContent xmlns:mc="http://schemas.openxmlformats.org/markup-compatibility/2006">
          <mc:Choice xmlns:p14="http://schemas.microsoft.com/office/powerpoint/2010/main" Requires="p14">
            <p:contentPart p14:bwMode="auto" r:id="rId82">
              <p14:nvContentPartPr>
                <p14:cNvPr id="52" name="Ink 51">
                  <a:extLst>
                    <a:ext uri="{FF2B5EF4-FFF2-40B4-BE49-F238E27FC236}">
                      <a16:creationId xmlns:a16="http://schemas.microsoft.com/office/drawing/2014/main" id="{3BD43C58-AF3C-732B-DC6E-8E898359B3B4}"/>
                    </a:ext>
                  </a:extLst>
                </p14:cNvPr>
                <p14:cNvContentPartPr/>
                <p14:nvPr/>
              </p14:nvContentPartPr>
              <p14:xfrm>
                <a:off x="7502110" y="3748430"/>
                <a:ext cx="154080" cy="9360"/>
              </p14:xfrm>
            </p:contentPart>
          </mc:Choice>
          <mc:Fallback>
            <p:pic>
              <p:nvPicPr>
                <p:cNvPr id="52" name="Ink 51">
                  <a:extLst>
                    <a:ext uri="{FF2B5EF4-FFF2-40B4-BE49-F238E27FC236}">
                      <a16:creationId xmlns:a16="http://schemas.microsoft.com/office/drawing/2014/main" id="{3BD43C58-AF3C-732B-DC6E-8E898359B3B4}"/>
                    </a:ext>
                  </a:extLst>
                </p:cNvPr>
                <p:cNvPicPr/>
                <p:nvPr/>
              </p:nvPicPr>
              <p:blipFill>
                <a:blip r:embed="rId83"/>
                <a:stretch>
                  <a:fillRect/>
                </a:stretch>
              </p:blipFill>
              <p:spPr>
                <a:xfrm>
                  <a:off x="7495990" y="3742310"/>
                  <a:ext cx="16632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3" name="Ink 52">
                  <a:extLst>
                    <a:ext uri="{FF2B5EF4-FFF2-40B4-BE49-F238E27FC236}">
                      <a16:creationId xmlns:a16="http://schemas.microsoft.com/office/drawing/2014/main" id="{E6D137E4-4294-9B4E-0EAE-49855E61C6BE}"/>
                    </a:ext>
                  </a:extLst>
                </p14:cNvPr>
                <p14:cNvContentPartPr/>
                <p14:nvPr/>
              </p14:nvContentPartPr>
              <p14:xfrm>
                <a:off x="7784710" y="3682550"/>
                <a:ext cx="118800" cy="150480"/>
              </p14:xfrm>
            </p:contentPart>
          </mc:Choice>
          <mc:Fallback>
            <p:pic>
              <p:nvPicPr>
                <p:cNvPr id="53" name="Ink 52">
                  <a:extLst>
                    <a:ext uri="{FF2B5EF4-FFF2-40B4-BE49-F238E27FC236}">
                      <a16:creationId xmlns:a16="http://schemas.microsoft.com/office/drawing/2014/main" id="{E6D137E4-4294-9B4E-0EAE-49855E61C6BE}"/>
                    </a:ext>
                  </a:extLst>
                </p:cNvPr>
                <p:cNvPicPr/>
                <p:nvPr/>
              </p:nvPicPr>
              <p:blipFill>
                <a:blip r:embed="rId85"/>
                <a:stretch>
                  <a:fillRect/>
                </a:stretch>
              </p:blipFill>
              <p:spPr>
                <a:xfrm>
                  <a:off x="7778590" y="3676430"/>
                  <a:ext cx="13104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4" name="Ink 53">
                  <a:extLst>
                    <a:ext uri="{FF2B5EF4-FFF2-40B4-BE49-F238E27FC236}">
                      <a16:creationId xmlns:a16="http://schemas.microsoft.com/office/drawing/2014/main" id="{39A69A01-20E5-8DF8-DB06-C661FE6104D5}"/>
                    </a:ext>
                  </a:extLst>
                </p14:cNvPr>
                <p14:cNvContentPartPr/>
                <p14:nvPr/>
              </p14:nvContentPartPr>
              <p14:xfrm>
                <a:off x="7942030" y="3726470"/>
                <a:ext cx="32400" cy="120960"/>
              </p14:xfrm>
            </p:contentPart>
          </mc:Choice>
          <mc:Fallback>
            <p:pic>
              <p:nvPicPr>
                <p:cNvPr id="54" name="Ink 53">
                  <a:extLst>
                    <a:ext uri="{FF2B5EF4-FFF2-40B4-BE49-F238E27FC236}">
                      <a16:creationId xmlns:a16="http://schemas.microsoft.com/office/drawing/2014/main" id="{39A69A01-20E5-8DF8-DB06-C661FE6104D5}"/>
                    </a:ext>
                  </a:extLst>
                </p:cNvPr>
                <p:cNvPicPr/>
                <p:nvPr/>
              </p:nvPicPr>
              <p:blipFill>
                <a:blip r:embed="rId87"/>
                <a:stretch>
                  <a:fillRect/>
                </a:stretch>
              </p:blipFill>
              <p:spPr>
                <a:xfrm>
                  <a:off x="7935910" y="3720350"/>
                  <a:ext cx="44640" cy="133200"/>
                </a:xfrm>
                <a:prstGeom prst="rect">
                  <a:avLst/>
                </a:prstGeom>
              </p:spPr>
            </p:pic>
          </mc:Fallback>
        </mc:AlternateContent>
      </p:grpSp>
      <p:grpSp>
        <p:nvGrpSpPr>
          <p:cNvPr id="77" name="Group 76">
            <a:extLst>
              <a:ext uri="{FF2B5EF4-FFF2-40B4-BE49-F238E27FC236}">
                <a16:creationId xmlns:a16="http://schemas.microsoft.com/office/drawing/2014/main" id="{283FCC4F-6350-D060-AF83-74C6E6A57CD7}"/>
              </a:ext>
            </a:extLst>
          </p:cNvPr>
          <p:cNvGrpSpPr/>
          <p:nvPr/>
        </p:nvGrpSpPr>
        <p:grpSpPr>
          <a:xfrm>
            <a:off x="7273510" y="3996110"/>
            <a:ext cx="163800" cy="180720"/>
            <a:chOff x="7273510" y="3996110"/>
            <a:chExt cx="163800" cy="180720"/>
          </a:xfrm>
        </p:grpSpPr>
        <mc:AlternateContent xmlns:mc="http://schemas.openxmlformats.org/markup-compatibility/2006">
          <mc:Choice xmlns:p14="http://schemas.microsoft.com/office/powerpoint/2010/main" Requires="p14">
            <p:contentPart p14:bwMode="auto" r:id="rId88">
              <p14:nvContentPartPr>
                <p14:cNvPr id="72" name="Ink 71">
                  <a:extLst>
                    <a:ext uri="{FF2B5EF4-FFF2-40B4-BE49-F238E27FC236}">
                      <a16:creationId xmlns:a16="http://schemas.microsoft.com/office/drawing/2014/main" id="{5D148DAE-ABFB-5C23-6A92-E3BD0F0F3236}"/>
                    </a:ext>
                  </a:extLst>
                </p14:cNvPr>
                <p14:cNvContentPartPr/>
                <p14:nvPr/>
              </p14:nvContentPartPr>
              <p14:xfrm>
                <a:off x="7273510" y="3996110"/>
                <a:ext cx="163800" cy="142200"/>
              </p14:xfrm>
            </p:contentPart>
          </mc:Choice>
          <mc:Fallback>
            <p:pic>
              <p:nvPicPr>
                <p:cNvPr id="72" name="Ink 71">
                  <a:extLst>
                    <a:ext uri="{FF2B5EF4-FFF2-40B4-BE49-F238E27FC236}">
                      <a16:creationId xmlns:a16="http://schemas.microsoft.com/office/drawing/2014/main" id="{5D148DAE-ABFB-5C23-6A92-E3BD0F0F3236}"/>
                    </a:ext>
                  </a:extLst>
                </p:cNvPr>
                <p:cNvPicPr/>
                <p:nvPr/>
              </p:nvPicPr>
              <p:blipFill>
                <a:blip r:embed="rId89"/>
                <a:stretch>
                  <a:fillRect/>
                </a:stretch>
              </p:blipFill>
              <p:spPr>
                <a:xfrm>
                  <a:off x="7267390" y="3989990"/>
                  <a:ext cx="17604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73" name="Ink 72">
                  <a:extLst>
                    <a:ext uri="{FF2B5EF4-FFF2-40B4-BE49-F238E27FC236}">
                      <a16:creationId xmlns:a16="http://schemas.microsoft.com/office/drawing/2014/main" id="{AE744D8B-A2E2-2A05-0060-9FC326188C1F}"/>
                    </a:ext>
                  </a:extLst>
                </p14:cNvPr>
                <p14:cNvContentPartPr/>
                <p14:nvPr/>
              </p14:nvContentPartPr>
              <p14:xfrm>
                <a:off x="7377190" y="3996830"/>
                <a:ext cx="57960" cy="180000"/>
              </p14:xfrm>
            </p:contentPart>
          </mc:Choice>
          <mc:Fallback>
            <p:pic>
              <p:nvPicPr>
                <p:cNvPr id="73" name="Ink 72">
                  <a:extLst>
                    <a:ext uri="{FF2B5EF4-FFF2-40B4-BE49-F238E27FC236}">
                      <a16:creationId xmlns:a16="http://schemas.microsoft.com/office/drawing/2014/main" id="{AE744D8B-A2E2-2A05-0060-9FC326188C1F}"/>
                    </a:ext>
                  </a:extLst>
                </p:cNvPr>
                <p:cNvPicPr/>
                <p:nvPr/>
              </p:nvPicPr>
              <p:blipFill>
                <a:blip r:embed="rId91"/>
                <a:stretch>
                  <a:fillRect/>
                </a:stretch>
              </p:blipFill>
              <p:spPr>
                <a:xfrm>
                  <a:off x="7371070" y="3990710"/>
                  <a:ext cx="70200" cy="192240"/>
                </a:xfrm>
                <a:prstGeom prst="rect">
                  <a:avLst/>
                </a:prstGeom>
              </p:spPr>
            </p:pic>
          </mc:Fallback>
        </mc:AlternateContent>
      </p:grpSp>
      <p:grpSp>
        <p:nvGrpSpPr>
          <p:cNvPr id="76" name="Group 75">
            <a:extLst>
              <a:ext uri="{FF2B5EF4-FFF2-40B4-BE49-F238E27FC236}">
                <a16:creationId xmlns:a16="http://schemas.microsoft.com/office/drawing/2014/main" id="{2B4B51B7-D830-7211-85D5-60D25ECBF192}"/>
              </a:ext>
            </a:extLst>
          </p:cNvPr>
          <p:cNvGrpSpPr/>
          <p:nvPr/>
        </p:nvGrpSpPr>
        <p:grpSpPr>
          <a:xfrm>
            <a:off x="7635670" y="4091510"/>
            <a:ext cx="134640" cy="48240"/>
            <a:chOff x="7635670" y="4091510"/>
            <a:chExt cx="134640" cy="48240"/>
          </a:xfrm>
        </p:grpSpPr>
        <mc:AlternateContent xmlns:mc="http://schemas.openxmlformats.org/markup-compatibility/2006">
          <mc:Choice xmlns:p14="http://schemas.microsoft.com/office/powerpoint/2010/main" Requires="p14">
            <p:contentPart p14:bwMode="auto" r:id="rId92">
              <p14:nvContentPartPr>
                <p14:cNvPr id="74" name="Ink 73">
                  <a:extLst>
                    <a:ext uri="{FF2B5EF4-FFF2-40B4-BE49-F238E27FC236}">
                      <a16:creationId xmlns:a16="http://schemas.microsoft.com/office/drawing/2014/main" id="{60FAA84F-114F-FEE4-8529-75F14C55D96B}"/>
                    </a:ext>
                  </a:extLst>
                </p14:cNvPr>
                <p14:cNvContentPartPr/>
                <p14:nvPr/>
              </p14:nvContentPartPr>
              <p14:xfrm>
                <a:off x="7647190" y="4134710"/>
                <a:ext cx="123120" cy="5040"/>
              </p14:xfrm>
            </p:contentPart>
          </mc:Choice>
          <mc:Fallback>
            <p:pic>
              <p:nvPicPr>
                <p:cNvPr id="74" name="Ink 73">
                  <a:extLst>
                    <a:ext uri="{FF2B5EF4-FFF2-40B4-BE49-F238E27FC236}">
                      <a16:creationId xmlns:a16="http://schemas.microsoft.com/office/drawing/2014/main" id="{60FAA84F-114F-FEE4-8529-75F14C55D96B}"/>
                    </a:ext>
                  </a:extLst>
                </p:cNvPr>
                <p:cNvPicPr/>
                <p:nvPr/>
              </p:nvPicPr>
              <p:blipFill>
                <a:blip r:embed="rId93"/>
                <a:stretch>
                  <a:fillRect/>
                </a:stretch>
              </p:blipFill>
              <p:spPr>
                <a:xfrm>
                  <a:off x="7641070" y="4128590"/>
                  <a:ext cx="135360" cy="1728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75" name="Ink 74">
                  <a:extLst>
                    <a:ext uri="{FF2B5EF4-FFF2-40B4-BE49-F238E27FC236}">
                      <a16:creationId xmlns:a16="http://schemas.microsoft.com/office/drawing/2014/main" id="{85D21AC0-3F8B-E6A1-F5C7-3054E0C38D50}"/>
                    </a:ext>
                  </a:extLst>
                </p14:cNvPr>
                <p14:cNvContentPartPr/>
                <p14:nvPr/>
              </p14:nvContentPartPr>
              <p14:xfrm>
                <a:off x="7635670" y="4091510"/>
                <a:ext cx="116280" cy="7200"/>
              </p14:xfrm>
            </p:contentPart>
          </mc:Choice>
          <mc:Fallback>
            <p:pic>
              <p:nvPicPr>
                <p:cNvPr id="75" name="Ink 74">
                  <a:extLst>
                    <a:ext uri="{FF2B5EF4-FFF2-40B4-BE49-F238E27FC236}">
                      <a16:creationId xmlns:a16="http://schemas.microsoft.com/office/drawing/2014/main" id="{85D21AC0-3F8B-E6A1-F5C7-3054E0C38D50}"/>
                    </a:ext>
                  </a:extLst>
                </p:cNvPr>
                <p:cNvPicPr/>
                <p:nvPr/>
              </p:nvPicPr>
              <p:blipFill>
                <a:blip r:embed="rId95"/>
                <a:stretch>
                  <a:fillRect/>
                </a:stretch>
              </p:blipFill>
              <p:spPr>
                <a:xfrm>
                  <a:off x="7629550" y="4085390"/>
                  <a:ext cx="128520" cy="19440"/>
                </a:xfrm>
                <a:prstGeom prst="rect">
                  <a:avLst/>
                </a:prstGeom>
              </p:spPr>
            </p:pic>
          </mc:Fallback>
        </mc:AlternateContent>
      </p:grpSp>
      <p:grpSp>
        <p:nvGrpSpPr>
          <p:cNvPr id="81" name="Group 80">
            <a:extLst>
              <a:ext uri="{FF2B5EF4-FFF2-40B4-BE49-F238E27FC236}">
                <a16:creationId xmlns:a16="http://schemas.microsoft.com/office/drawing/2014/main" id="{E3E7717E-B10D-5822-F78A-8E7E6DC2BC11}"/>
              </a:ext>
            </a:extLst>
          </p:cNvPr>
          <p:cNvGrpSpPr/>
          <p:nvPr/>
        </p:nvGrpSpPr>
        <p:grpSpPr>
          <a:xfrm>
            <a:off x="8007190" y="4000430"/>
            <a:ext cx="202320" cy="242280"/>
            <a:chOff x="8007190" y="4000430"/>
            <a:chExt cx="202320" cy="242280"/>
          </a:xfrm>
        </p:grpSpPr>
        <mc:AlternateContent xmlns:mc="http://schemas.openxmlformats.org/markup-compatibility/2006">
          <mc:Choice xmlns:p14="http://schemas.microsoft.com/office/powerpoint/2010/main" Requires="p14">
            <p:contentPart p14:bwMode="auto" r:id="rId96">
              <p14:nvContentPartPr>
                <p14:cNvPr id="78" name="Ink 77">
                  <a:extLst>
                    <a:ext uri="{FF2B5EF4-FFF2-40B4-BE49-F238E27FC236}">
                      <a16:creationId xmlns:a16="http://schemas.microsoft.com/office/drawing/2014/main" id="{0FDA9366-933F-69B6-4EE2-29B582C72CD7}"/>
                    </a:ext>
                  </a:extLst>
                </p14:cNvPr>
                <p14:cNvContentPartPr/>
                <p14:nvPr/>
              </p14:nvContentPartPr>
              <p14:xfrm>
                <a:off x="8007190" y="4000430"/>
                <a:ext cx="45360" cy="211680"/>
              </p14:xfrm>
            </p:contentPart>
          </mc:Choice>
          <mc:Fallback>
            <p:pic>
              <p:nvPicPr>
                <p:cNvPr id="78" name="Ink 77">
                  <a:extLst>
                    <a:ext uri="{FF2B5EF4-FFF2-40B4-BE49-F238E27FC236}">
                      <a16:creationId xmlns:a16="http://schemas.microsoft.com/office/drawing/2014/main" id="{0FDA9366-933F-69B6-4EE2-29B582C72CD7}"/>
                    </a:ext>
                  </a:extLst>
                </p:cNvPr>
                <p:cNvPicPr/>
                <p:nvPr/>
              </p:nvPicPr>
              <p:blipFill>
                <a:blip r:embed="rId97"/>
                <a:stretch>
                  <a:fillRect/>
                </a:stretch>
              </p:blipFill>
              <p:spPr>
                <a:xfrm>
                  <a:off x="8001070" y="3994310"/>
                  <a:ext cx="5760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79" name="Ink 78">
                  <a:extLst>
                    <a:ext uri="{FF2B5EF4-FFF2-40B4-BE49-F238E27FC236}">
                      <a16:creationId xmlns:a16="http://schemas.microsoft.com/office/drawing/2014/main" id="{2CDA3909-E015-CC58-B80F-1504DF067F5D}"/>
                    </a:ext>
                  </a:extLst>
                </p14:cNvPr>
                <p14:cNvContentPartPr/>
                <p14:nvPr/>
              </p14:nvContentPartPr>
              <p14:xfrm>
                <a:off x="8096110" y="4022750"/>
                <a:ext cx="113400" cy="165600"/>
              </p14:xfrm>
            </p:contentPart>
          </mc:Choice>
          <mc:Fallback>
            <p:pic>
              <p:nvPicPr>
                <p:cNvPr id="79" name="Ink 78">
                  <a:extLst>
                    <a:ext uri="{FF2B5EF4-FFF2-40B4-BE49-F238E27FC236}">
                      <a16:creationId xmlns:a16="http://schemas.microsoft.com/office/drawing/2014/main" id="{2CDA3909-E015-CC58-B80F-1504DF067F5D}"/>
                    </a:ext>
                  </a:extLst>
                </p:cNvPr>
                <p:cNvPicPr/>
                <p:nvPr/>
              </p:nvPicPr>
              <p:blipFill>
                <a:blip r:embed="rId99"/>
                <a:stretch>
                  <a:fillRect/>
                </a:stretch>
              </p:blipFill>
              <p:spPr>
                <a:xfrm>
                  <a:off x="8089990" y="4016630"/>
                  <a:ext cx="12564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80" name="Ink 79">
                  <a:extLst>
                    <a:ext uri="{FF2B5EF4-FFF2-40B4-BE49-F238E27FC236}">
                      <a16:creationId xmlns:a16="http://schemas.microsoft.com/office/drawing/2014/main" id="{2072B41E-5C27-71E5-DF1A-A06D55402FDC}"/>
                    </a:ext>
                  </a:extLst>
                </p14:cNvPr>
                <p14:cNvContentPartPr/>
                <p14:nvPr/>
              </p14:nvContentPartPr>
              <p14:xfrm>
                <a:off x="8159470" y="4088630"/>
                <a:ext cx="30240" cy="154080"/>
              </p14:xfrm>
            </p:contentPart>
          </mc:Choice>
          <mc:Fallback>
            <p:pic>
              <p:nvPicPr>
                <p:cNvPr id="80" name="Ink 79">
                  <a:extLst>
                    <a:ext uri="{FF2B5EF4-FFF2-40B4-BE49-F238E27FC236}">
                      <a16:creationId xmlns:a16="http://schemas.microsoft.com/office/drawing/2014/main" id="{2072B41E-5C27-71E5-DF1A-A06D55402FDC}"/>
                    </a:ext>
                  </a:extLst>
                </p:cNvPr>
                <p:cNvPicPr/>
                <p:nvPr/>
              </p:nvPicPr>
              <p:blipFill>
                <a:blip r:embed="rId101"/>
                <a:stretch>
                  <a:fillRect/>
                </a:stretch>
              </p:blipFill>
              <p:spPr>
                <a:xfrm>
                  <a:off x="8153350" y="4082510"/>
                  <a:ext cx="42480" cy="166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2">
            <p14:nvContentPartPr>
              <p14:cNvPr id="82" name="Ink 81">
                <a:extLst>
                  <a:ext uri="{FF2B5EF4-FFF2-40B4-BE49-F238E27FC236}">
                    <a16:creationId xmlns:a16="http://schemas.microsoft.com/office/drawing/2014/main" id="{128DAB7C-F90A-F80E-23B6-A5D4A682CCD2}"/>
                  </a:ext>
                </a:extLst>
              </p14:cNvPr>
              <p14:cNvContentPartPr/>
              <p14:nvPr/>
            </p14:nvContentPartPr>
            <p14:xfrm>
              <a:off x="7319230" y="4343150"/>
              <a:ext cx="124920" cy="165240"/>
            </p14:xfrm>
          </p:contentPart>
        </mc:Choice>
        <mc:Fallback>
          <p:pic>
            <p:nvPicPr>
              <p:cNvPr id="82" name="Ink 81">
                <a:extLst>
                  <a:ext uri="{FF2B5EF4-FFF2-40B4-BE49-F238E27FC236}">
                    <a16:creationId xmlns:a16="http://schemas.microsoft.com/office/drawing/2014/main" id="{128DAB7C-F90A-F80E-23B6-A5D4A682CCD2}"/>
                  </a:ext>
                </a:extLst>
              </p:cNvPr>
              <p:cNvPicPr/>
              <p:nvPr/>
            </p:nvPicPr>
            <p:blipFill>
              <a:blip r:embed="rId103"/>
              <a:stretch>
                <a:fillRect/>
              </a:stretch>
            </p:blipFill>
            <p:spPr>
              <a:xfrm>
                <a:off x="7313110" y="4337030"/>
                <a:ext cx="13716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83" name="Ink 82">
                <a:extLst>
                  <a:ext uri="{FF2B5EF4-FFF2-40B4-BE49-F238E27FC236}">
                    <a16:creationId xmlns:a16="http://schemas.microsoft.com/office/drawing/2014/main" id="{0D18F16A-A453-D2C0-8911-8379B90DDDFE}"/>
                  </a:ext>
                </a:extLst>
              </p14:cNvPr>
              <p14:cNvContentPartPr/>
              <p14:nvPr/>
            </p14:nvContentPartPr>
            <p14:xfrm>
              <a:off x="7692910" y="4462670"/>
              <a:ext cx="87840" cy="12600"/>
            </p14:xfrm>
          </p:contentPart>
        </mc:Choice>
        <mc:Fallback>
          <p:pic>
            <p:nvPicPr>
              <p:cNvPr id="83" name="Ink 82">
                <a:extLst>
                  <a:ext uri="{FF2B5EF4-FFF2-40B4-BE49-F238E27FC236}">
                    <a16:creationId xmlns:a16="http://schemas.microsoft.com/office/drawing/2014/main" id="{0D18F16A-A453-D2C0-8911-8379B90DDDFE}"/>
                  </a:ext>
                </a:extLst>
              </p:cNvPr>
              <p:cNvPicPr/>
              <p:nvPr/>
            </p:nvPicPr>
            <p:blipFill>
              <a:blip r:embed="rId105"/>
              <a:stretch>
                <a:fillRect/>
              </a:stretch>
            </p:blipFill>
            <p:spPr>
              <a:xfrm>
                <a:off x="7686790" y="4456550"/>
                <a:ext cx="100080" cy="24840"/>
              </a:xfrm>
              <a:prstGeom prst="rect">
                <a:avLst/>
              </a:prstGeom>
            </p:spPr>
          </p:pic>
        </mc:Fallback>
      </mc:AlternateContent>
      <p:grpSp>
        <p:nvGrpSpPr>
          <p:cNvPr id="86" name="Group 85">
            <a:extLst>
              <a:ext uri="{FF2B5EF4-FFF2-40B4-BE49-F238E27FC236}">
                <a16:creationId xmlns:a16="http://schemas.microsoft.com/office/drawing/2014/main" id="{4186E95D-16C8-37FA-4EB9-452D9A1F0393}"/>
              </a:ext>
            </a:extLst>
          </p:cNvPr>
          <p:cNvGrpSpPr/>
          <p:nvPr/>
        </p:nvGrpSpPr>
        <p:grpSpPr>
          <a:xfrm>
            <a:off x="8019070" y="4369790"/>
            <a:ext cx="279360" cy="185400"/>
            <a:chOff x="8019070" y="4369790"/>
            <a:chExt cx="279360" cy="185400"/>
          </a:xfrm>
        </p:grpSpPr>
        <mc:AlternateContent xmlns:mc="http://schemas.openxmlformats.org/markup-compatibility/2006">
          <mc:Choice xmlns:p14="http://schemas.microsoft.com/office/powerpoint/2010/main" Requires="p14">
            <p:contentPart p14:bwMode="auto" r:id="rId106">
              <p14:nvContentPartPr>
                <p14:cNvPr id="84" name="Ink 83">
                  <a:extLst>
                    <a:ext uri="{FF2B5EF4-FFF2-40B4-BE49-F238E27FC236}">
                      <a16:creationId xmlns:a16="http://schemas.microsoft.com/office/drawing/2014/main" id="{B7AD746C-04D8-AF30-BFB9-F1D3D1848173}"/>
                    </a:ext>
                  </a:extLst>
                </p14:cNvPr>
                <p14:cNvContentPartPr/>
                <p14:nvPr/>
              </p14:nvContentPartPr>
              <p14:xfrm>
                <a:off x="8019070" y="4369790"/>
                <a:ext cx="81000" cy="180360"/>
              </p14:xfrm>
            </p:contentPart>
          </mc:Choice>
          <mc:Fallback>
            <p:pic>
              <p:nvPicPr>
                <p:cNvPr id="84" name="Ink 83">
                  <a:extLst>
                    <a:ext uri="{FF2B5EF4-FFF2-40B4-BE49-F238E27FC236}">
                      <a16:creationId xmlns:a16="http://schemas.microsoft.com/office/drawing/2014/main" id="{B7AD746C-04D8-AF30-BFB9-F1D3D1848173}"/>
                    </a:ext>
                  </a:extLst>
                </p:cNvPr>
                <p:cNvPicPr/>
                <p:nvPr/>
              </p:nvPicPr>
              <p:blipFill>
                <a:blip r:embed="rId107"/>
                <a:stretch>
                  <a:fillRect/>
                </a:stretch>
              </p:blipFill>
              <p:spPr>
                <a:xfrm>
                  <a:off x="8012950" y="4363670"/>
                  <a:ext cx="93240" cy="1926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85" name="Ink 84">
                  <a:extLst>
                    <a:ext uri="{FF2B5EF4-FFF2-40B4-BE49-F238E27FC236}">
                      <a16:creationId xmlns:a16="http://schemas.microsoft.com/office/drawing/2014/main" id="{F6D7E83B-BF5B-9FD9-CAFB-660B13FFBD59}"/>
                    </a:ext>
                  </a:extLst>
                </p14:cNvPr>
                <p14:cNvContentPartPr/>
                <p14:nvPr/>
              </p14:nvContentPartPr>
              <p14:xfrm>
                <a:off x="8215630" y="4394630"/>
                <a:ext cx="82800" cy="160560"/>
              </p14:xfrm>
            </p:contentPart>
          </mc:Choice>
          <mc:Fallback>
            <p:pic>
              <p:nvPicPr>
                <p:cNvPr id="85" name="Ink 84">
                  <a:extLst>
                    <a:ext uri="{FF2B5EF4-FFF2-40B4-BE49-F238E27FC236}">
                      <a16:creationId xmlns:a16="http://schemas.microsoft.com/office/drawing/2014/main" id="{F6D7E83B-BF5B-9FD9-CAFB-660B13FFBD59}"/>
                    </a:ext>
                  </a:extLst>
                </p:cNvPr>
                <p:cNvPicPr/>
                <p:nvPr/>
              </p:nvPicPr>
              <p:blipFill>
                <a:blip r:embed="rId109"/>
                <a:stretch>
                  <a:fillRect/>
                </a:stretch>
              </p:blipFill>
              <p:spPr>
                <a:xfrm>
                  <a:off x="8209510" y="4388510"/>
                  <a:ext cx="95040" cy="172800"/>
                </a:xfrm>
                <a:prstGeom prst="rect">
                  <a:avLst/>
                </a:prstGeom>
              </p:spPr>
            </p:pic>
          </mc:Fallback>
        </mc:AlternateContent>
      </p:grpSp>
      <p:grpSp>
        <p:nvGrpSpPr>
          <p:cNvPr id="92" name="Group 91">
            <a:extLst>
              <a:ext uri="{FF2B5EF4-FFF2-40B4-BE49-F238E27FC236}">
                <a16:creationId xmlns:a16="http://schemas.microsoft.com/office/drawing/2014/main" id="{A7197F71-DFF6-327F-1D10-40BFC1CEB80C}"/>
              </a:ext>
            </a:extLst>
          </p:cNvPr>
          <p:cNvGrpSpPr/>
          <p:nvPr/>
        </p:nvGrpSpPr>
        <p:grpSpPr>
          <a:xfrm>
            <a:off x="7724590" y="4709990"/>
            <a:ext cx="510480" cy="184320"/>
            <a:chOff x="7724590" y="4709990"/>
            <a:chExt cx="510480" cy="184320"/>
          </a:xfrm>
        </p:grpSpPr>
        <mc:AlternateContent xmlns:mc="http://schemas.openxmlformats.org/markup-compatibility/2006">
          <mc:Choice xmlns:p14="http://schemas.microsoft.com/office/powerpoint/2010/main" Requires="p14">
            <p:contentPart p14:bwMode="auto" r:id="rId110">
              <p14:nvContentPartPr>
                <p14:cNvPr id="87" name="Ink 86">
                  <a:extLst>
                    <a:ext uri="{FF2B5EF4-FFF2-40B4-BE49-F238E27FC236}">
                      <a16:creationId xmlns:a16="http://schemas.microsoft.com/office/drawing/2014/main" id="{C8B6A215-4626-BCFE-4B61-F3A8ECD852B8}"/>
                    </a:ext>
                  </a:extLst>
                </p14:cNvPr>
                <p14:cNvContentPartPr/>
                <p14:nvPr/>
              </p14:nvContentPartPr>
              <p14:xfrm>
                <a:off x="7724590" y="4803590"/>
                <a:ext cx="161280" cy="6840"/>
              </p14:xfrm>
            </p:contentPart>
          </mc:Choice>
          <mc:Fallback>
            <p:pic>
              <p:nvPicPr>
                <p:cNvPr id="87" name="Ink 86">
                  <a:extLst>
                    <a:ext uri="{FF2B5EF4-FFF2-40B4-BE49-F238E27FC236}">
                      <a16:creationId xmlns:a16="http://schemas.microsoft.com/office/drawing/2014/main" id="{C8B6A215-4626-BCFE-4B61-F3A8ECD852B8}"/>
                    </a:ext>
                  </a:extLst>
                </p:cNvPr>
                <p:cNvPicPr/>
                <p:nvPr/>
              </p:nvPicPr>
              <p:blipFill>
                <a:blip r:embed="rId111"/>
                <a:stretch>
                  <a:fillRect/>
                </a:stretch>
              </p:blipFill>
              <p:spPr>
                <a:xfrm>
                  <a:off x="7718470" y="4797470"/>
                  <a:ext cx="17352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88" name="Ink 87">
                  <a:extLst>
                    <a:ext uri="{FF2B5EF4-FFF2-40B4-BE49-F238E27FC236}">
                      <a16:creationId xmlns:a16="http://schemas.microsoft.com/office/drawing/2014/main" id="{E4ABC8A9-3933-FB75-2899-8E88F0B238C3}"/>
                    </a:ext>
                  </a:extLst>
                </p14:cNvPr>
                <p14:cNvContentPartPr/>
                <p14:nvPr/>
              </p14:nvContentPartPr>
              <p14:xfrm>
                <a:off x="7995310" y="4715030"/>
                <a:ext cx="66240" cy="126720"/>
              </p14:xfrm>
            </p:contentPart>
          </mc:Choice>
          <mc:Fallback>
            <p:pic>
              <p:nvPicPr>
                <p:cNvPr id="88" name="Ink 87">
                  <a:extLst>
                    <a:ext uri="{FF2B5EF4-FFF2-40B4-BE49-F238E27FC236}">
                      <a16:creationId xmlns:a16="http://schemas.microsoft.com/office/drawing/2014/main" id="{E4ABC8A9-3933-FB75-2899-8E88F0B238C3}"/>
                    </a:ext>
                  </a:extLst>
                </p:cNvPr>
                <p:cNvPicPr/>
                <p:nvPr/>
              </p:nvPicPr>
              <p:blipFill>
                <a:blip r:embed="rId113"/>
                <a:stretch>
                  <a:fillRect/>
                </a:stretch>
              </p:blipFill>
              <p:spPr>
                <a:xfrm>
                  <a:off x="7989190" y="4708910"/>
                  <a:ext cx="7848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89" name="Ink 88">
                  <a:extLst>
                    <a:ext uri="{FF2B5EF4-FFF2-40B4-BE49-F238E27FC236}">
                      <a16:creationId xmlns:a16="http://schemas.microsoft.com/office/drawing/2014/main" id="{61401717-DC08-1167-2C45-359B307D224E}"/>
                    </a:ext>
                  </a:extLst>
                </p14:cNvPr>
                <p14:cNvContentPartPr/>
                <p14:nvPr/>
              </p14:nvContentPartPr>
              <p14:xfrm>
                <a:off x="8061190" y="4709990"/>
                <a:ext cx="127440" cy="73080"/>
              </p14:xfrm>
            </p:contentPart>
          </mc:Choice>
          <mc:Fallback>
            <p:pic>
              <p:nvPicPr>
                <p:cNvPr id="89" name="Ink 88">
                  <a:extLst>
                    <a:ext uri="{FF2B5EF4-FFF2-40B4-BE49-F238E27FC236}">
                      <a16:creationId xmlns:a16="http://schemas.microsoft.com/office/drawing/2014/main" id="{61401717-DC08-1167-2C45-359B307D224E}"/>
                    </a:ext>
                  </a:extLst>
                </p:cNvPr>
                <p:cNvPicPr/>
                <p:nvPr/>
              </p:nvPicPr>
              <p:blipFill>
                <a:blip r:embed="rId115"/>
                <a:stretch>
                  <a:fillRect/>
                </a:stretch>
              </p:blipFill>
              <p:spPr>
                <a:xfrm>
                  <a:off x="8055070" y="4703870"/>
                  <a:ext cx="13968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90" name="Ink 89">
                  <a:extLst>
                    <a:ext uri="{FF2B5EF4-FFF2-40B4-BE49-F238E27FC236}">
                      <a16:creationId xmlns:a16="http://schemas.microsoft.com/office/drawing/2014/main" id="{080B3F1D-917C-8130-B94E-11210E5D4AC0}"/>
                    </a:ext>
                  </a:extLst>
                </p14:cNvPr>
                <p14:cNvContentPartPr/>
                <p14:nvPr/>
              </p14:nvContentPartPr>
              <p14:xfrm>
                <a:off x="8061190" y="4736270"/>
                <a:ext cx="122760" cy="143640"/>
              </p14:xfrm>
            </p:contentPart>
          </mc:Choice>
          <mc:Fallback>
            <p:pic>
              <p:nvPicPr>
                <p:cNvPr id="90" name="Ink 89">
                  <a:extLst>
                    <a:ext uri="{FF2B5EF4-FFF2-40B4-BE49-F238E27FC236}">
                      <a16:creationId xmlns:a16="http://schemas.microsoft.com/office/drawing/2014/main" id="{080B3F1D-917C-8130-B94E-11210E5D4AC0}"/>
                    </a:ext>
                  </a:extLst>
                </p:cNvPr>
                <p:cNvPicPr/>
                <p:nvPr/>
              </p:nvPicPr>
              <p:blipFill>
                <a:blip r:embed="rId117"/>
                <a:stretch>
                  <a:fillRect/>
                </a:stretch>
              </p:blipFill>
              <p:spPr>
                <a:xfrm>
                  <a:off x="8055070" y="4730150"/>
                  <a:ext cx="13500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91" name="Ink 90">
                  <a:extLst>
                    <a:ext uri="{FF2B5EF4-FFF2-40B4-BE49-F238E27FC236}">
                      <a16:creationId xmlns:a16="http://schemas.microsoft.com/office/drawing/2014/main" id="{0ADEAD44-1020-0D4B-732C-5AA32288CF5F}"/>
                    </a:ext>
                  </a:extLst>
                </p14:cNvPr>
                <p14:cNvContentPartPr/>
                <p14:nvPr/>
              </p14:nvContentPartPr>
              <p14:xfrm>
                <a:off x="8205190" y="4772270"/>
                <a:ext cx="29880" cy="122040"/>
              </p14:xfrm>
            </p:contentPart>
          </mc:Choice>
          <mc:Fallback>
            <p:pic>
              <p:nvPicPr>
                <p:cNvPr id="91" name="Ink 90">
                  <a:extLst>
                    <a:ext uri="{FF2B5EF4-FFF2-40B4-BE49-F238E27FC236}">
                      <a16:creationId xmlns:a16="http://schemas.microsoft.com/office/drawing/2014/main" id="{0ADEAD44-1020-0D4B-732C-5AA32288CF5F}"/>
                    </a:ext>
                  </a:extLst>
                </p:cNvPr>
                <p:cNvPicPr/>
                <p:nvPr/>
              </p:nvPicPr>
              <p:blipFill>
                <a:blip r:embed="rId119"/>
                <a:stretch>
                  <a:fillRect/>
                </a:stretch>
              </p:blipFill>
              <p:spPr>
                <a:xfrm>
                  <a:off x="8199070" y="4766150"/>
                  <a:ext cx="42120" cy="1342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0">
            <p14:nvContentPartPr>
              <p14:cNvPr id="93" name="Ink 92">
                <a:extLst>
                  <a:ext uri="{FF2B5EF4-FFF2-40B4-BE49-F238E27FC236}">
                    <a16:creationId xmlns:a16="http://schemas.microsoft.com/office/drawing/2014/main" id="{6F233669-8C50-E24E-CFD6-4BD58B325644}"/>
                  </a:ext>
                </a:extLst>
              </p14:cNvPr>
              <p14:cNvContentPartPr/>
              <p14:nvPr/>
            </p14:nvContentPartPr>
            <p14:xfrm>
              <a:off x="7358470" y="4675790"/>
              <a:ext cx="97560" cy="245520"/>
            </p14:xfrm>
          </p:contentPart>
        </mc:Choice>
        <mc:Fallback>
          <p:pic>
            <p:nvPicPr>
              <p:cNvPr id="93" name="Ink 92">
                <a:extLst>
                  <a:ext uri="{FF2B5EF4-FFF2-40B4-BE49-F238E27FC236}">
                    <a16:creationId xmlns:a16="http://schemas.microsoft.com/office/drawing/2014/main" id="{6F233669-8C50-E24E-CFD6-4BD58B325644}"/>
                  </a:ext>
                </a:extLst>
              </p:cNvPr>
              <p:cNvPicPr/>
              <p:nvPr/>
            </p:nvPicPr>
            <p:blipFill>
              <a:blip r:embed="rId121"/>
              <a:stretch>
                <a:fillRect/>
              </a:stretch>
            </p:blipFill>
            <p:spPr>
              <a:xfrm>
                <a:off x="7352350" y="4669670"/>
                <a:ext cx="109800" cy="257760"/>
              </a:xfrm>
              <a:prstGeom prst="rect">
                <a:avLst/>
              </a:prstGeom>
            </p:spPr>
          </p:pic>
        </mc:Fallback>
      </mc:AlternateContent>
      <p:grpSp>
        <p:nvGrpSpPr>
          <p:cNvPr id="97" name="Group 96">
            <a:extLst>
              <a:ext uri="{FF2B5EF4-FFF2-40B4-BE49-F238E27FC236}">
                <a16:creationId xmlns:a16="http://schemas.microsoft.com/office/drawing/2014/main" id="{1A57FB04-7B70-7ACB-6243-C0669E363DF1}"/>
              </a:ext>
            </a:extLst>
          </p:cNvPr>
          <p:cNvGrpSpPr/>
          <p:nvPr/>
        </p:nvGrpSpPr>
        <p:grpSpPr>
          <a:xfrm>
            <a:off x="7755550" y="5061710"/>
            <a:ext cx="441000" cy="150480"/>
            <a:chOff x="7755550" y="5061710"/>
            <a:chExt cx="441000" cy="150480"/>
          </a:xfrm>
        </p:grpSpPr>
        <mc:AlternateContent xmlns:mc="http://schemas.openxmlformats.org/markup-compatibility/2006">
          <mc:Choice xmlns:p14="http://schemas.microsoft.com/office/powerpoint/2010/main" Requires="p14">
            <p:contentPart p14:bwMode="auto" r:id="rId122">
              <p14:nvContentPartPr>
                <p14:cNvPr id="94" name="Ink 93">
                  <a:extLst>
                    <a:ext uri="{FF2B5EF4-FFF2-40B4-BE49-F238E27FC236}">
                      <a16:creationId xmlns:a16="http://schemas.microsoft.com/office/drawing/2014/main" id="{C5CEDF8E-A03F-09CE-1B7B-ED3E4858510F}"/>
                    </a:ext>
                  </a:extLst>
                </p14:cNvPr>
                <p14:cNvContentPartPr/>
                <p14:nvPr/>
              </p14:nvContentPartPr>
              <p14:xfrm>
                <a:off x="7755550" y="5104910"/>
                <a:ext cx="126000" cy="16200"/>
              </p14:xfrm>
            </p:contentPart>
          </mc:Choice>
          <mc:Fallback>
            <p:pic>
              <p:nvPicPr>
                <p:cNvPr id="94" name="Ink 93">
                  <a:extLst>
                    <a:ext uri="{FF2B5EF4-FFF2-40B4-BE49-F238E27FC236}">
                      <a16:creationId xmlns:a16="http://schemas.microsoft.com/office/drawing/2014/main" id="{C5CEDF8E-A03F-09CE-1B7B-ED3E4858510F}"/>
                    </a:ext>
                  </a:extLst>
                </p:cNvPr>
                <p:cNvPicPr/>
                <p:nvPr/>
              </p:nvPicPr>
              <p:blipFill>
                <a:blip r:embed="rId123"/>
                <a:stretch>
                  <a:fillRect/>
                </a:stretch>
              </p:blipFill>
              <p:spPr>
                <a:xfrm>
                  <a:off x="7749430" y="5098790"/>
                  <a:ext cx="13824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95" name="Ink 94">
                  <a:extLst>
                    <a:ext uri="{FF2B5EF4-FFF2-40B4-BE49-F238E27FC236}">
                      <a16:creationId xmlns:a16="http://schemas.microsoft.com/office/drawing/2014/main" id="{744D4B92-A451-2D30-2BB2-31E8EC150D6E}"/>
                    </a:ext>
                  </a:extLst>
                </p14:cNvPr>
                <p14:cNvContentPartPr/>
                <p14:nvPr/>
              </p14:nvContentPartPr>
              <p14:xfrm>
                <a:off x="7983790" y="5061710"/>
                <a:ext cx="108720" cy="139320"/>
              </p14:xfrm>
            </p:contentPart>
          </mc:Choice>
          <mc:Fallback>
            <p:pic>
              <p:nvPicPr>
                <p:cNvPr id="95" name="Ink 94">
                  <a:extLst>
                    <a:ext uri="{FF2B5EF4-FFF2-40B4-BE49-F238E27FC236}">
                      <a16:creationId xmlns:a16="http://schemas.microsoft.com/office/drawing/2014/main" id="{744D4B92-A451-2D30-2BB2-31E8EC150D6E}"/>
                    </a:ext>
                  </a:extLst>
                </p:cNvPr>
                <p:cNvPicPr/>
                <p:nvPr/>
              </p:nvPicPr>
              <p:blipFill>
                <a:blip r:embed="rId125"/>
                <a:stretch>
                  <a:fillRect/>
                </a:stretch>
              </p:blipFill>
              <p:spPr>
                <a:xfrm>
                  <a:off x="7977670" y="5055590"/>
                  <a:ext cx="12096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96" name="Ink 95">
                  <a:extLst>
                    <a:ext uri="{FF2B5EF4-FFF2-40B4-BE49-F238E27FC236}">
                      <a16:creationId xmlns:a16="http://schemas.microsoft.com/office/drawing/2014/main" id="{80329034-131F-4E48-C14F-C17D73C60CB6}"/>
                    </a:ext>
                  </a:extLst>
                </p14:cNvPr>
                <p14:cNvContentPartPr/>
                <p14:nvPr/>
              </p14:nvContentPartPr>
              <p14:xfrm>
                <a:off x="8166310" y="5071790"/>
                <a:ext cx="30240" cy="140400"/>
              </p14:xfrm>
            </p:contentPart>
          </mc:Choice>
          <mc:Fallback>
            <p:pic>
              <p:nvPicPr>
                <p:cNvPr id="96" name="Ink 95">
                  <a:extLst>
                    <a:ext uri="{FF2B5EF4-FFF2-40B4-BE49-F238E27FC236}">
                      <a16:creationId xmlns:a16="http://schemas.microsoft.com/office/drawing/2014/main" id="{80329034-131F-4E48-C14F-C17D73C60CB6}"/>
                    </a:ext>
                  </a:extLst>
                </p:cNvPr>
                <p:cNvPicPr/>
                <p:nvPr/>
              </p:nvPicPr>
              <p:blipFill>
                <a:blip r:embed="rId127"/>
                <a:stretch>
                  <a:fillRect/>
                </a:stretch>
              </p:blipFill>
              <p:spPr>
                <a:xfrm>
                  <a:off x="8160190" y="5065670"/>
                  <a:ext cx="42480" cy="152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8">
            <p14:nvContentPartPr>
              <p14:cNvPr id="98" name="Ink 97">
                <a:extLst>
                  <a:ext uri="{FF2B5EF4-FFF2-40B4-BE49-F238E27FC236}">
                    <a16:creationId xmlns:a16="http://schemas.microsoft.com/office/drawing/2014/main" id="{AFDFB904-F8FB-7871-D059-251C8F895A5D}"/>
                  </a:ext>
                </a:extLst>
              </p14:cNvPr>
              <p14:cNvContentPartPr/>
              <p14:nvPr/>
            </p14:nvContentPartPr>
            <p14:xfrm>
              <a:off x="7393030" y="5039030"/>
              <a:ext cx="180000" cy="225720"/>
            </p14:xfrm>
          </p:contentPart>
        </mc:Choice>
        <mc:Fallback>
          <p:pic>
            <p:nvPicPr>
              <p:cNvPr id="98" name="Ink 97">
                <a:extLst>
                  <a:ext uri="{FF2B5EF4-FFF2-40B4-BE49-F238E27FC236}">
                    <a16:creationId xmlns:a16="http://schemas.microsoft.com/office/drawing/2014/main" id="{AFDFB904-F8FB-7871-D059-251C8F895A5D}"/>
                  </a:ext>
                </a:extLst>
              </p:cNvPr>
              <p:cNvPicPr/>
              <p:nvPr/>
            </p:nvPicPr>
            <p:blipFill>
              <a:blip r:embed="rId129"/>
              <a:stretch>
                <a:fillRect/>
              </a:stretch>
            </p:blipFill>
            <p:spPr>
              <a:xfrm>
                <a:off x="7386910" y="5032910"/>
                <a:ext cx="19224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99" name="Ink 98">
                <a:extLst>
                  <a:ext uri="{FF2B5EF4-FFF2-40B4-BE49-F238E27FC236}">
                    <a16:creationId xmlns:a16="http://schemas.microsoft.com/office/drawing/2014/main" id="{90F37632-AFED-5D06-19FB-FD1FEB3F2A4C}"/>
                  </a:ext>
                </a:extLst>
              </p14:cNvPr>
              <p14:cNvContentPartPr/>
              <p14:nvPr/>
            </p14:nvContentPartPr>
            <p14:xfrm>
              <a:off x="4829470" y="6496070"/>
              <a:ext cx="365760" cy="266400"/>
            </p14:xfrm>
          </p:contentPart>
        </mc:Choice>
        <mc:Fallback>
          <p:pic>
            <p:nvPicPr>
              <p:cNvPr id="99" name="Ink 98">
                <a:extLst>
                  <a:ext uri="{FF2B5EF4-FFF2-40B4-BE49-F238E27FC236}">
                    <a16:creationId xmlns:a16="http://schemas.microsoft.com/office/drawing/2014/main" id="{90F37632-AFED-5D06-19FB-FD1FEB3F2A4C}"/>
                  </a:ext>
                </a:extLst>
              </p:cNvPr>
              <p:cNvPicPr/>
              <p:nvPr/>
            </p:nvPicPr>
            <p:blipFill>
              <a:blip r:embed="rId131"/>
              <a:stretch>
                <a:fillRect/>
              </a:stretch>
            </p:blipFill>
            <p:spPr>
              <a:xfrm>
                <a:off x="4823350" y="6489950"/>
                <a:ext cx="378000" cy="278640"/>
              </a:xfrm>
              <a:prstGeom prst="rect">
                <a:avLst/>
              </a:prstGeom>
            </p:spPr>
          </p:pic>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457200" y="991235"/>
            <a:ext cx="8184515" cy="2122805"/>
          </a:xfrm>
          <a:prstGeom prst="rect">
            <a:avLst/>
          </a:prstGeom>
          <a:noFill/>
        </p:spPr>
        <p:txBody>
          <a:bodyPr wrap="square" rtlCol="0" anchor="t">
            <a:spAutoFit/>
          </a:bodyPr>
          <a:lstStyle/>
          <a:p>
            <a:r>
              <a:rPr lang="en-US" altLang="en-US" sz="2200"/>
              <a:t>Given the division hash function h(x) = x%M. where M = 10 and Collision Resolution is quadratic probing, i.e. when inserting a key x, the collision is resolved by finding an available position at (h(x) + i^2)%M). i=1. 2.</a:t>
            </a:r>
          </a:p>
          <a:p>
            <a:r>
              <a:rPr lang="en-US" altLang="en-US" sz="2200"/>
              <a:t>How the hash table looks like after inserting the following keys</a:t>
            </a:r>
          </a:p>
          <a:p>
            <a:r>
              <a:rPr lang="en-US" altLang="en-US" sz="2200"/>
              <a:t>sequentially? 27, 98, 37, 107</a:t>
            </a:r>
          </a:p>
        </p:txBody>
      </p:sp>
      <p:sp>
        <p:nvSpPr>
          <p:cNvPr id="5" name="Title 1"/>
          <p:cNvSpPr>
            <a:spLocks noGrp="1"/>
          </p:cNvSpPr>
          <p:nvPr/>
        </p:nvSpPr>
        <p:spPr>
          <a:xfrm>
            <a:off x="457200" y="274955"/>
            <a:ext cx="8229600" cy="656590"/>
          </a:xfrm>
          <a:prstGeom prst="rect">
            <a:avLst/>
          </a:prstGeom>
          <a:noFill/>
          <a:ln w="9525">
            <a:noFill/>
          </a:ln>
        </p:spPr>
        <p:txBody>
          <a:bodyPr anchor="ctr" anchorCtr="0"/>
          <a:lstStyle>
            <a:lvl1pPr algn="ctr" rtl="0" eaLnBrk="0" fontAlgn="base" hangingPunct="0">
              <a:spcBef>
                <a:spcPct val="0"/>
              </a:spcBef>
              <a:spcAft>
                <a:spcPct val="0"/>
              </a:spcAft>
              <a:defRPr sz="4400" kern="1200">
                <a:solidFill>
                  <a:schemeClr val="tx1"/>
                </a:solidFill>
                <a:latin typeface="Arial" panose="020B0604020202020204" pitchFamily="34" charset="0"/>
                <a:ea typeface="+mj-ea"/>
                <a:cs typeface="Arial" panose="020B0604020202020204" pitchFamily="34" charset="0"/>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lang="en-US" b="1" dirty="0">
                <a:solidFill>
                  <a:srgbClr val="CC3300"/>
                </a:solidFill>
                <a:latin typeface="+mj-lt"/>
                <a:sym typeface="+mn-ea"/>
              </a:rPr>
              <a:t>Exercise</a:t>
            </a:r>
            <a:endParaRPr lang="en-US"/>
          </a:p>
        </p:txBody>
      </p:sp>
      <p:pic>
        <p:nvPicPr>
          <p:cNvPr id="4" name="Picture 3"/>
          <p:cNvPicPr>
            <a:picLocks noChangeAspect="1"/>
          </p:cNvPicPr>
          <p:nvPr/>
        </p:nvPicPr>
        <p:blipFill>
          <a:blip r:embed="rId3"/>
          <a:stretch>
            <a:fillRect/>
          </a:stretch>
        </p:blipFill>
        <p:spPr>
          <a:xfrm>
            <a:off x="772795" y="3048000"/>
            <a:ext cx="5123815" cy="3778250"/>
          </a:xfrm>
          <a:prstGeom prst="rect">
            <a:avLst/>
          </a:prstGeom>
        </p:spPr>
      </p:pic>
      <p:pic>
        <p:nvPicPr>
          <p:cNvPr id="6" name="Picture 5"/>
          <p:cNvPicPr>
            <a:picLocks noChangeAspect="1"/>
          </p:cNvPicPr>
          <p:nvPr/>
        </p:nvPicPr>
        <p:blipFill>
          <a:blip r:embed="rId4"/>
          <a:stretch>
            <a:fillRect/>
          </a:stretch>
        </p:blipFill>
        <p:spPr>
          <a:xfrm>
            <a:off x="7162800" y="3429000"/>
            <a:ext cx="982345" cy="2390775"/>
          </a:xfrm>
          <a:prstGeom prst="rect">
            <a:avLst/>
          </a:prstGeom>
        </p:spPr>
      </p:pic>
      <p:grpSp>
        <p:nvGrpSpPr>
          <p:cNvPr id="12" name="Group 11">
            <a:extLst>
              <a:ext uri="{FF2B5EF4-FFF2-40B4-BE49-F238E27FC236}">
                <a16:creationId xmlns:a16="http://schemas.microsoft.com/office/drawing/2014/main" id="{AAE08D29-B4EE-E4EA-DB23-40593B33D9F2}"/>
              </a:ext>
            </a:extLst>
          </p:cNvPr>
          <p:cNvGrpSpPr/>
          <p:nvPr/>
        </p:nvGrpSpPr>
        <p:grpSpPr>
          <a:xfrm>
            <a:off x="6195180" y="2739540"/>
            <a:ext cx="819360" cy="166680"/>
            <a:chOff x="6195180" y="2739540"/>
            <a:chExt cx="819360" cy="166680"/>
          </a:xfrm>
        </p:grpSpPr>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2D86AAC8-58ED-5B46-8544-FD81B222B78B}"/>
                    </a:ext>
                  </a:extLst>
                </p14:cNvPr>
                <p14:cNvContentPartPr/>
                <p14:nvPr/>
              </p14:nvContentPartPr>
              <p14:xfrm>
                <a:off x="6195180" y="2757540"/>
                <a:ext cx="100800" cy="148680"/>
              </p14:xfrm>
            </p:contentPart>
          </mc:Choice>
          <mc:Fallback>
            <p:pic>
              <p:nvPicPr>
                <p:cNvPr id="2" name="Ink 1">
                  <a:extLst>
                    <a:ext uri="{FF2B5EF4-FFF2-40B4-BE49-F238E27FC236}">
                      <a16:creationId xmlns:a16="http://schemas.microsoft.com/office/drawing/2014/main" id="{2D86AAC8-58ED-5B46-8544-FD81B222B78B}"/>
                    </a:ext>
                  </a:extLst>
                </p:cNvPr>
                <p:cNvPicPr/>
                <p:nvPr/>
              </p:nvPicPr>
              <p:blipFill>
                <a:blip r:embed="rId6"/>
                <a:stretch>
                  <a:fillRect/>
                </a:stretch>
              </p:blipFill>
              <p:spPr>
                <a:xfrm>
                  <a:off x="6189060" y="2751420"/>
                  <a:ext cx="113040" cy="1609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08D20C0E-D3CA-46CB-B835-C47B65A261D6}"/>
                    </a:ext>
                  </a:extLst>
                </p14:cNvPr>
                <p14:cNvContentPartPr/>
                <p14:nvPr/>
              </p14:nvContentPartPr>
              <p14:xfrm>
                <a:off x="6217860" y="2811540"/>
                <a:ext cx="151200" cy="40680"/>
              </p14:xfrm>
            </p:contentPart>
          </mc:Choice>
          <mc:Fallback>
            <p:pic>
              <p:nvPicPr>
                <p:cNvPr id="7" name="Ink 6">
                  <a:extLst>
                    <a:ext uri="{FF2B5EF4-FFF2-40B4-BE49-F238E27FC236}">
                      <a16:creationId xmlns:a16="http://schemas.microsoft.com/office/drawing/2014/main" id="{08D20C0E-D3CA-46CB-B835-C47B65A261D6}"/>
                    </a:ext>
                  </a:extLst>
                </p:cNvPr>
                <p:cNvPicPr/>
                <p:nvPr/>
              </p:nvPicPr>
              <p:blipFill>
                <a:blip r:embed="rId8"/>
                <a:stretch>
                  <a:fillRect/>
                </a:stretch>
              </p:blipFill>
              <p:spPr>
                <a:xfrm>
                  <a:off x="6211740" y="2805420"/>
                  <a:ext cx="16344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35916506-835B-345C-7B2A-89EEBAD94832}"/>
                    </a:ext>
                  </a:extLst>
                </p14:cNvPr>
                <p14:cNvContentPartPr/>
                <p14:nvPr/>
              </p14:nvContentPartPr>
              <p14:xfrm>
                <a:off x="6496500" y="2836380"/>
                <a:ext cx="109080" cy="8640"/>
              </p14:xfrm>
            </p:contentPart>
          </mc:Choice>
          <mc:Fallback>
            <p:pic>
              <p:nvPicPr>
                <p:cNvPr id="8" name="Ink 7">
                  <a:extLst>
                    <a:ext uri="{FF2B5EF4-FFF2-40B4-BE49-F238E27FC236}">
                      <a16:creationId xmlns:a16="http://schemas.microsoft.com/office/drawing/2014/main" id="{35916506-835B-345C-7B2A-89EEBAD94832}"/>
                    </a:ext>
                  </a:extLst>
                </p:cNvPr>
                <p:cNvPicPr/>
                <p:nvPr/>
              </p:nvPicPr>
              <p:blipFill>
                <a:blip r:embed="rId10"/>
                <a:stretch>
                  <a:fillRect/>
                </a:stretch>
              </p:blipFill>
              <p:spPr>
                <a:xfrm>
                  <a:off x="6490380" y="2830260"/>
                  <a:ext cx="12132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C7B79125-A4D6-8E72-1226-9E3B690E694C}"/>
                    </a:ext>
                  </a:extLst>
                </p14:cNvPr>
                <p14:cNvContentPartPr/>
                <p14:nvPr/>
              </p14:nvContentPartPr>
              <p14:xfrm>
                <a:off x="6724740" y="2739540"/>
                <a:ext cx="120600" cy="146160"/>
              </p14:xfrm>
            </p:contentPart>
          </mc:Choice>
          <mc:Fallback>
            <p:pic>
              <p:nvPicPr>
                <p:cNvPr id="9" name="Ink 8">
                  <a:extLst>
                    <a:ext uri="{FF2B5EF4-FFF2-40B4-BE49-F238E27FC236}">
                      <a16:creationId xmlns:a16="http://schemas.microsoft.com/office/drawing/2014/main" id="{C7B79125-A4D6-8E72-1226-9E3B690E694C}"/>
                    </a:ext>
                  </a:extLst>
                </p:cNvPr>
                <p:cNvPicPr/>
                <p:nvPr/>
              </p:nvPicPr>
              <p:blipFill>
                <a:blip r:embed="rId12"/>
                <a:stretch>
                  <a:fillRect/>
                </a:stretch>
              </p:blipFill>
              <p:spPr>
                <a:xfrm>
                  <a:off x="6718620" y="2733420"/>
                  <a:ext cx="13284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51207F87-D229-C576-2C91-6901A708B35A}"/>
                    </a:ext>
                  </a:extLst>
                </p14:cNvPr>
                <p14:cNvContentPartPr/>
                <p14:nvPr/>
              </p14:nvContentPartPr>
              <p14:xfrm>
                <a:off x="6875220" y="2743140"/>
                <a:ext cx="117720" cy="160200"/>
              </p14:xfrm>
            </p:contentPart>
          </mc:Choice>
          <mc:Fallback>
            <p:pic>
              <p:nvPicPr>
                <p:cNvPr id="10" name="Ink 9">
                  <a:extLst>
                    <a:ext uri="{FF2B5EF4-FFF2-40B4-BE49-F238E27FC236}">
                      <a16:creationId xmlns:a16="http://schemas.microsoft.com/office/drawing/2014/main" id="{51207F87-D229-C576-2C91-6901A708B35A}"/>
                    </a:ext>
                  </a:extLst>
                </p:cNvPr>
                <p:cNvPicPr/>
                <p:nvPr/>
              </p:nvPicPr>
              <p:blipFill>
                <a:blip r:embed="rId14"/>
                <a:stretch>
                  <a:fillRect/>
                </a:stretch>
              </p:blipFill>
              <p:spPr>
                <a:xfrm>
                  <a:off x="6869100" y="2737020"/>
                  <a:ext cx="129960" cy="1724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A3FE92CC-1FD3-8F71-3AA7-E5F3D2021B0F}"/>
                    </a:ext>
                  </a:extLst>
                </p14:cNvPr>
                <p14:cNvContentPartPr/>
                <p14:nvPr/>
              </p14:nvContentPartPr>
              <p14:xfrm>
                <a:off x="6920940" y="2858340"/>
                <a:ext cx="93600" cy="17640"/>
              </p14:xfrm>
            </p:contentPart>
          </mc:Choice>
          <mc:Fallback>
            <p:pic>
              <p:nvPicPr>
                <p:cNvPr id="11" name="Ink 10">
                  <a:extLst>
                    <a:ext uri="{FF2B5EF4-FFF2-40B4-BE49-F238E27FC236}">
                      <a16:creationId xmlns:a16="http://schemas.microsoft.com/office/drawing/2014/main" id="{A3FE92CC-1FD3-8F71-3AA7-E5F3D2021B0F}"/>
                    </a:ext>
                  </a:extLst>
                </p:cNvPr>
                <p:cNvPicPr/>
                <p:nvPr/>
              </p:nvPicPr>
              <p:blipFill>
                <a:blip r:embed="rId16"/>
                <a:stretch>
                  <a:fillRect/>
                </a:stretch>
              </p:blipFill>
              <p:spPr>
                <a:xfrm>
                  <a:off x="6914820" y="2852220"/>
                  <a:ext cx="105840" cy="29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7">
            <p14:nvContentPartPr>
              <p14:cNvPr id="13" name="Ink 12">
                <a:extLst>
                  <a:ext uri="{FF2B5EF4-FFF2-40B4-BE49-F238E27FC236}">
                    <a16:creationId xmlns:a16="http://schemas.microsoft.com/office/drawing/2014/main" id="{B14CA0F2-7E8A-A39B-2F69-99F067676B3E}"/>
                  </a:ext>
                </a:extLst>
              </p14:cNvPr>
              <p14:cNvContentPartPr/>
              <p14:nvPr/>
            </p14:nvContentPartPr>
            <p14:xfrm>
              <a:off x="6255660" y="2996940"/>
              <a:ext cx="51120" cy="182160"/>
            </p14:xfrm>
          </p:contentPart>
        </mc:Choice>
        <mc:Fallback>
          <p:pic>
            <p:nvPicPr>
              <p:cNvPr id="13" name="Ink 12">
                <a:extLst>
                  <a:ext uri="{FF2B5EF4-FFF2-40B4-BE49-F238E27FC236}">
                    <a16:creationId xmlns:a16="http://schemas.microsoft.com/office/drawing/2014/main" id="{B14CA0F2-7E8A-A39B-2F69-99F067676B3E}"/>
                  </a:ext>
                </a:extLst>
              </p:cNvPr>
              <p:cNvPicPr/>
              <p:nvPr/>
            </p:nvPicPr>
            <p:blipFill>
              <a:blip r:embed="rId18"/>
              <a:stretch>
                <a:fillRect/>
              </a:stretch>
            </p:blipFill>
            <p:spPr>
              <a:xfrm>
                <a:off x="6249540" y="2990820"/>
                <a:ext cx="6336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4" name="Ink 13">
                <a:extLst>
                  <a:ext uri="{FF2B5EF4-FFF2-40B4-BE49-F238E27FC236}">
                    <a16:creationId xmlns:a16="http://schemas.microsoft.com/office/drawing/2014/main" id="{8B3D3863-5BC7-6134-37F2-DA6BC2F05350}"/>
                  </a:ext>
                </a:extLst>
              </p14:cNvPr>
              <p14:cNvContentPartPr/>
              <p14:nvPr/>
            </p14:nvContentPartPr>
            <p14:xfrm>
              <a:off x="6458340" y="3123660"/>
              <a:ext cx="87120" cy="30960"/>
            </p14:xfrm>
          </p:contentPart>
        </mc:Choice>
        <mc:Fallback>
          <p:pic>
            <p:nvPicPr>
              <p:cNvPr id="14" name="Ink 13">
                <a:extLst>
                  <a:ext uri="{FF2B5EF4-FFF2-40B4-BE49-F238E27FC236}">
                    <a16:creationId xmlns:a16="http://schemas.microsoft.com/office/drawing/2014/main" id="{8B3D3863-5BC7-6134-37F2-DA6BC2F05350}"/>
                  </a:ext>
                </a:extLst>
              </p:cNvPr>
              <p:cNvPicPr/>
              <p:nvPr/>
            </p:nvPicPr>
            <p:blipFill>
              <a:blip r:embed="rId20"/>
              <a:stretch>
                <a:fillRect/>
              </a:stretch>
            </p:blipFill>
            <p:spPr>
              <a:xfrm>
                <a:off x="6452220" y="3117540"/>
                <a:ext cx="99360" cy="43200"/>
              </a:xfrm>
              <a:prstGeom prst="rect">
                <a:avLst/>
              </a:prstGeom>
            </p:spPr>
          </p:pic>
        </mc:Fallback>
      </mc:AlternateContent>
      <p:grpSp>
        <p:nvGrpSpPr>
          <p:cNvPr id="18" name="Group 17">
            <a:extLst>
              <a:ext uri="{FF2B5EF4-FFF2-40B4-BE49-F238E27FC236}">
                <a16:creationId xmlns:a16="http://schemas.microsoft.com/office/drawing/2014/main" id="{5121BB8F-169B-12C7-E519-AAB41FF1BE97}"/>
              </a:ext>
            </a:extLst>
          </p:cNvPr>
          <p:cNvGrpSpPr/>
          <p:nvPr/>
        </p:nvGrpSpPr>
        <p:grpSpPr>
          <a:xfrm>
            <a:off x="6718260" y="3020340"/>
            <a:ext cx="216360" cy="182880"/>
            <a:chOff x="6718260" y="3020340"/>
            <a:chExt cx="216360" cy="182880"/>
          </a:xfrm>
        </p:grpSpPr>
        <mc:AlternateContent xmlns:mc="http://schemas.openxmlformats.org/markup-compatibility/2006">
          <mc:Choice xmlns:p14="http://schemas.microsoft.com/office/powerpoint/2010/main" Requires="p14">
            <p:contentPart p14:bwMode="auto" r:id="rId21">
              <p14:nvContentPartPr>
                <p14:cNvPr id="15" name="Ink 14">
                  <a:extLst>
                    <a:ext uri="{FF2B5EF4-FFF2-40B4-BE49-F238E27FC236}">
                      <a16:creationId xmlns:a16="http://schemas.microsoft.com/office/drawing/2014/main" id="{B96CDECD-80E5-2224-B63F-53A1707423FE}"/>
                    </a:ext>
                  </a:extLst>
                </p14:cNvPr>
                <p14:cNvContentPartPr/>
                <p14:nvPr/>
              </p14:nvContentPartPr>
              <p14:xfrm>
                <a:off x="6718260" y="3045540"/>
                <a:ext cx="72360" cy="50400"/>
              </p14:xfrm>
            </p:contentPart>
          </mc:Choice>
          <mc:Fallback>
            <p:pic>
              <p:nvPicPr>
                <p:cNvPr id="15" name="Ink 14">
                  <a:extLst>
                    <a:ext uri="{FF2B5EF4-FFF2-40B4-BE49-F238E27FC236}">
                      <a16:creationId xmlns:a16="http://schemas.microsoft.com/office/drawing/2014/main" id="{B96CDECD-80E5-2224-B63F-53A1707423FE}"/>
                    </a:ext>
                  </a:extLst>
                </p:cNvPr>
                <p:cNvPicPr/>
                <p:nvPr/>
              </p:nvPicPr>
              <p:blipFill>
                <a:blip r:embed="rId22"/>
                <a:stretch>
                  <a:fillRect/>
                </a:stretch>
              </p:blipFill>
              <p:spPr>
                <a:xfrm>
                  <a:off x="6712140" y="3039420"/>
                  <a:ext cx="84600" cy="626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6" name="Ink 15">
                  <a:extLst>
                    <a:ext uri="{FF2B5EF4-FFF2-40B4-BE49-F238E27FC236}">
                      <a16:creationId xmlns:a16="http://schemas.microsoft.com/office/drawing/2014/main" id="{057908D3-1DFF-193A-0F64-6B787C61ABE9}"/>
                    </a:ext>
                  </a:extLst>
                </p14:cNvPr>
                <p14:cNvContentPartPr/>
                <p14:nvPr/>
              </p14:nvContentPartPr>
              <p14:xfrm>
                <a:off x="6745260" y="3040860"/>
                <a:ext cx="69840" cy="159480"/>
              </p14:xfrm>
            </p:contentPart>
          </mc:Choice>
          <mc:Fallback>
            <p:pic>
              <p:nvPicPr>
                <p:cNvPr id="16" name="Ink 15">
                  <a:extLst>
                    <a:ext uri="{FF2B5EF4-FFF2-40B4-BE49-F238E27FC236}">
                      <a16:creationId xmlns:a16="http://schemas.microsoft.com/office/drawing/2014/main" id="{057908D3-1DFF-193A-0F64-6B787C61ABE9}"/>
                    </a:ext>
                  </a:extLst>
                </p:cNvPr>
                <p:cNvPicPr/>
                <p:nvPr/>
              </p:nvPicPr>
              <p:blipFill>
                <a:blip r:embed="rId24"/>
                <a:stretch>
                  <a:fillRect/>
                </a:stretch>
              </p:blipFill>
              <p:spPr>
                <a:xfrm>
                  <a:off x="6739140" y="3034740"/>
                  <a:ext cx="8208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7" name="Ink 16">
                  <a:extLst>
                    <a:ext uri="{FF2B5EF4-FFF2-40B4-BE49-F238E27FC236}">
                      <a16:creationId xmlns:a16="http://schemas.microsoft.com/office/drawing/2014/main" id="{BE66BBF9-333F-7023-176D-7D7E799DD92F}"/>
                    </a:ext>
                  </a:extLst>
                </p14:cNvPr>
                <p14:cNvContentPartPr/>
                <p14:nvPr/>
              </p14:nvContentPartPr>
              <p14:xfrm>
                <a:off x="6855420" y="3020340"/>
                <a:ext cx="79200" cy="182880"/>
              </p14:xfrm>
            </p:contentPart>
          </mc:Choice>
          <mc:Fallback>
            <p:pic>
              <p:nvPicPr>
                <p:cNvPr id="17" name="Ink 16">
                  <a:extLst>
                    <a:ext uri="{FF2B5EF4-FFF2-40B4-BE49-F238E27FC236}">
                      <a16:creationId xmlns:a16="http://schemas.microsoft.com/office/drawing/2014/main" id="{BE66BBF9-333F-7023-176D-7D7E799DD92F}"/>
                    </a:ext>
                  </a:extLst>
                </p:cNvPr>
                <p:cNvPicPr/>
                <p:nvPr/>
              </p:nvPicPr>
              <p:blipFill>
                <a:blip r:embed="rId26"/>
                <a:stretch>
                  <a:fillRect/>
                </a:stretch>
              </p:blipFill>
              <p:spPr>
                <a:xfrm>
                  <a:off x="6849300" y="3014220"/>
                  <a:ext cx="91440" cy="195120"/>
                </a:xfrm>
                <a:prstGeom prst="rect">
                  <a:avLst/>
                </a:prstGeom>
              </p:spPr>
            </p:pic>
          </mc:Fallback>
        </mc:AlternateContent>
      </p:grpSp>
      <p:grpSp>
        <p:nvGrpSpPr>
          <p:cNvPr id="29" name="Group 28">
            <a:extLst>
              <a:ext uri="{FF2B5EF4-FFF2-40B4-BE49-F238E27FC236}">
                <a16:creationId xmlns:a16="http://schemas.microsoft.com/office/drawing/2014/main" id="{EDB8F03B-0E40-A00B-6DA6-1C4909A7501F}"/>
              </a:ext>
            </a:extLst>
          </p:cNvPr>
          <p:cNvGrpSpPr/>
          <p:nvPr/>
        </p:nvGrpSpPr>
        <p:grpSpPr>
          <a:xfrm>
            <a:off x="6769020" y="3306900"/>
            <a:ext cx="317160" cy="235800"/>
            <a:chOff x="6769020" y="3306900"/>
            <a:chExt cx="317160" cy="235800"/>
          </a:xfrm>
        </p:grpSpPr>
        <mc:AlternateContent xmlns:mc="http://schemas.openxmlformats.org/markup-compatibility/2006">
          <mc:Choice xmlns:p14="http://schemas.microsoft.com/office/powerpoint/2010/main" Requires="p14">
            <p:contentPart p14:bwMode="auto" r:id="rId27">
              <p14:nvContentPartPr>
                <p14:cNvPr id="26" name="Ink 25">
                  <a:extLst>
                    <a:ext uri="{FF2B5EF4-FFF2-40B4-BE49-F238E27FC236}">
                      <a16:creationId xmlns:a16="http://schemas.microsoft.com/office/drawing/2014/main" id="{94CD8B1B-5AD0-3BC2-FEEB-4CCE78C7229B}"/>
                    </a:ext>
                  </a:extLst>
                </p14:cNvPr>
                <p14:cNvContentPartPr/>
                <p14:nvPr/>
              </p14:nvContentPartPr>
              <p14:xfrm>
                <a:off x="6769020" y="3306900"/>
                <a:ext cx="99000" cy="209520"/>
              </p14:xfrm>
            </p:contentPart>
          </mc:Choice>
          <mc:Fallback>
            <p:pic>
              <p:nvPicPr>
                <p:cNvPr id="26" name="Ink 25">
                  <a:extLst>
                    <a:ext uri="{FF2B5EF4-FFF2-40B4-BE49-F238E27FC236}">
                      <a16:creationId xmlns:a16="http://schemas.microsoft.com/office/drawing/2014/main" id="{94CD8B1B-5AD0-3BC2-FEEB-4CCE78C7229B}"/>
                    </a:ext>
                  </a:extLst>
                </p:cNvPr>
                <p:cNvPicPr/>
                <p:nvPr/>
              </p:nvPicPr>
              <p:blipFill>
                <a:blip r:embed="rId28"/>
                <a:stretch>
                  <a:fillRect/>
                </a:stretch>
              </p:blipFill>
              <p:spPr>
                <a:xfrm>
                  <a:off x="6762900" y="3300780"/>
                  <a:ext cx="11124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7" name="Ink 26">
                  <a:extLst>
                    <a:ext uri="{FF2B5EF4-FFF2-40B4-BE49-F238E27FC236}">
                      <a16:creationId xmlns:a16="http://schemas.microsoft.com/office/drawing/2014/main" id="{4489BE0E-3127-865C-3A81-A14C6312F9CE}"/>
                    </a:ext>
                  </a:extLst>
                </p14:cNvPr>
                <p14:cNvContentPartPr/>
                <p14:nvPr/>
              </p14:nvContentPartPr>
              <p14:xfrm>
                <a:off x="6939300" y="3331740"/>
                <a:ext cx="104040" cy="210960"/>
              </p14:xfrm>
            </p:contentPart>
          </mc:Choice>
          <mc:Fallback>
            <p:pic>
              <p:nvPicPr>
                <p:cNvPr id="27" name="Ink 26">
                  <a:extLst>
                    <a:ext uri="{FF2B5EF4-FFF2-40B4-BE49-F238E27FC236}">
                      <a16:creationId xmlns:a16="http://schemas.microsoft.com/office/drawing/2014/main" id="{4489BE0E-3127-865C-3A81-A14C6312F9CE}"/>
                    </a:ext>
                  </a:extLst>
                </p:cNvPr>
                <p:cNvPicPr/>
                <p:nvPr/>
              </p:nvPicPr>
              <p:blipFill>
                <a:blip r:embed="rId30"/>
                <a:stretch>
                  <a:fillRect/>
                </a:stretch>
              </p:blipFill>
              <p:spPr>
                <a:xfrm>
                  <a:off x="6933180" y="3325620"/>
                  <a:ext cx="11628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8" name="Ink 27">
                  <a:extLst>
                    <a:ext uri="{FF2B5EF4-FFF2-40B4-BE49-F238E27FC236}">
                      <a16:creationId xmlns:a16="http://schemas.microsoft.com/office/drawing/2014/main" id="{5099422C-0BB0-5958-803F-29D9822AF58D}"/>
                    </a:ext>
                  </a:extLst>
                </p14:cNvPr>
                <p14:cNvContentPartPr/>
                <p14:nvPr/>
              </p14:nvContentPartPr>
              <p14:xfrm>
                <a:off x="6945780" y="3455220"/>
                <a:ext cx="140400" cy="40680"/>
              </p14:xfrm>
            </p:contentPart>
          </mc:Choice>
          <mc:Fallback>
            <p:pic>
              <p:nvPicPr>
                <p:cNvPr id="28" name="Ink 27">
                  <a:extLst>
                    <a:ext uri="{FF2B5EF4-FFF2-40B4-BE49-F238E27FC236}">
                      <a16:creationId xmlns:a16="http://schemas.microsoft.com/office/drawing/2014/main" id="{5099422C-0BB0-5958-803F-29D9822AF58D}"/>
                    </a:ext>
                  </a:extLst>
                </p:cNvPr>
                <p:cNvPicPr/>
                <p:nvPr/>
              </p:nvPicPr>
              <p:blipFill>
                <a:blip r:embed="rId32"/>
                <a:stretch>
                  <a:fillRect/>
                </a:stretch>
              </p:blipFill>
              <p:spPr>
                <a:xfrm>
                  <a:off x="6939660" y="3449100"/>
                  <a:ext cx="152640" cy="52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3">
            <p14:nvContentPartPr>
              <p14:cNvPr id="32" name="Ink 31">
                <a:extLst>
                  <a:ext uri="{FF2B5EF4-FFF2-40B4-BE49-F238E27FC236}">
                    <a16:creationId xmlns:a16="http://schemas.microsoft.com/office/drawing/2014/main" id="{2DE538E6-FF47-1305-B0BE-7038BD8AF509}"/>
                  </a:ext>
                </a:extLst>
              </p14:cNvPr>
              <p14:cNvContentPartPr/>
              <p14:nvPr/>
            </p14:nvContentPartPr>
            <p14:xfrm>
              <a:off x="7486860" y="2880660"/>
              <a:ext cx="360" cy="360"/>
            </p14:xfrm>
          </p:contentPart>
        </mc:Choice>
        <mc:Fallback>
          <p:pic>
            <p:nvPicPr>
              <p:cNvPr id="32" name="Ink 31">
                <a:extLst>
                  <a:ext uri="{FF2B5EF4-FFF2-40B4-BE49-F238E27FC236}">
                    <a16:creationId xmlns:a16="http://schemas.microsoft.com/office/drawing/2014/main" id="{2DE538E6-FF47-1305-B0BE-7038BD8AF509}"/>
                  </a:ext>
                </a:extLst>
              </p:cNvPr>
              <p:cNvPicPr/>
              <p:nvPr/>
            </p:nvPicPr>
            <p:blipFill>
              <a:blip r:embed="rId34"/>
              <a:stretch>
                <a:fillRect/>
              </a:stretch>
            </p:blipFill>
            <p:spPr>
              <a:xfrm>
                <a:off x="7480740" y="2874540"/>
                <a:ext cx="12600" cy="12600"/>
              </a:xfrm>
              <a:prstGeom prst="rect">
                <a:avLst/>
              </a:prstGeom>
            </p:spPr>
          </p:pic>
        </mc:Fallback>
      </mc:AlternateContent>
      <p:grpSp>
        <p:nvGrpSpPr>
          <p:cNvPr id="41" name="Group 40">
            <a:extLst>
              <a:ext uri="{FF2B5EF4-FFF2-40B4-BE49-F238E27FC236}">
                <a16:creationId xmlns:a16="http://schemas.microsoft.com/office/drawing/2014/main" id="{34083B29-328E-C6BA-2962-44DF5A508306}"/>
              </a:ext>
            </a:extLst>
          </p:cNvPr>
          <p:cNvGrpSpPr/>
          <p:nvPr/>
        </p:nvGrpSpPr>
        <p:grpSpPr>
          <a:xfrm>
            <a:off x="6321900" y="3349020"/>
            <a:ext cx="344160" cy="195480"/>
            <a:chOff x="6321900" y="3349020"/>
            <a:chExt cx="344160" cy="195480"/>
          </a:xfrm>
        </p:grpSpPr>
        <mc:AlternateContent xmlns:mc="http://schemas.openxmlformats.org/markup-compatibility/2006">
          <mc:Choice xmlns:p14="http://schemas.microsoft.com/office/powerpoint/2010/main" Requires="p14">
            <p:contentPart p14:bwMode="auto" r:id="rId35">
              <p14:nvContentPartPr>
                <p14:cNvPr id="38" name="Ink 37">
                  <a:extLst>
                    <a:ext uri="{FF2B5EF4-FFF2-40B4-BE49-F238E27FC236}">
                      <a16:creationId xmlns:a16="http://schemas.microsoft.com/office/drawing/2014/main" id="{19A37BBC-19CE-088A-55D4-35FFD82A29C7}"/>
                    </a:ext>
                  </a:extLst>
                </p14:cNvPr>
                <p14:cNvContentPartPr/>
                <p14:nvPr/>
              </p14:nvContentPartPr>
              <p14:xfrm>
                <a:off x="6322980" y="3349020"/>
                <a:ext cx="92880" cy="90720"/>
              </p14:xfrm>
            </p:contentPart>
          </mc:Choice>
          <mc:Fallback>
            <p:pic>
              <p:nvPicPr>
                <p:cNvPr id="38" name="Ink 37">
                  <a:extLst>
                    <a:ext uri="{FF2B5EF4-FFF2-40B4-BE49-F238E27FC236}">
                      <a16:creationId xmlns:a16="http://schemas.microsoft.com/office/drawing/2014/main" id="{19A37BBC-19CE-088A-55D4-35FFD82A29C7}"/>
                    </a:ext>
                  </a:extLst>
                </p:cNvPr>
                <p:cNvPicPr/>
                <p:nvPr/>
              </p:nvPicPr>
              <p:blipFill>
                <a:blip r:embed="rId36"/>
                <a:stretch>
                  <a:fillRect/>
                </a:stretch>
              </p:blipFill>
              <p:spPr>
                <a:xfrm>
                  <a:off x="6316860" y="3342900"/>
                  <a:ext cx="10512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39" name="Ink 38">
                  <a:extLst>
                    <a:ext uri="{FF2B5EF4-FFF2-40B4-BE49-F238E27FC236}">
                      <a16:creationId xmlns:a16="http://schemas.microsoft.com/office/drawing/2014/main" id="{A637F064-D74D-CB47-E4DD-46F794750DCC}"/>
                    </a:ext>
                  </a:extLst>
                </p14:cNvPr>
                <p14:cNvContentPartPr/>
                <p14:nvPr/>
              </p14:nvContentPartPr>
              <p14:xfrm>
                <a:off x="6321900" y="3361260"/>
                <a:ext cx="107640" cy="183240"/>
              </p14:xfrm>
            </p:contentPart>
          </mc:Choice>
          <mc:Fallback>
            <p:pic>
              <p:nvPicPr>
                <p:cNvPr id="39" name="Ink 38">
                  <a:extLst>
                    <a:ext uri="{FF2B5EF4-FFF2-40B4-BE49-F238E27FC236}">
                      <a16:creationId xmlns:a16="http://schemas.microsoft.com/office/drawing/2014/main" id="{A637F064-D74D-CB47-E4DD-46F794750DCC}"/>
                    </a:ext>
                  </a:extLst>
                </p:cNvPr>
                <p:cNvPicPr/>
                <p:nvPr/>
              </p:nvPicPr>
              <p:blipFill>
                <a:blip r:embed="rId38"/>
                <a:stretch>
                  <a:fillRect/>
                </a:stretch>
              </p:blipFill>
              <p:spPr>
                <a:xfrm>
                  <a:off x="6315780" y="3355140"/>
                  <a:ext cx="11988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40" name="Ink 39">
                  <a:extLst>
                    <a:ext uri="{FF2B5EF4-FFF2-40B4-BE49-F238E27FC236}">
                      <a16:creationId xmlns:a16="http://schemas.microsoft.com/office/drawing/2014/main" id="{2C1EC8C8-6440-79C0-49A3-71B9ED3C2486}"/>
                    </a:ext>
                  </a:extLst>
                </p14:cNvPr>
                <p14:cNvContentPartPr/>
                <p14:nvPr/>
              </p14:nvContentPartPr>
              <p14:xfrm>
                <a:off x="6521700" y="3451980"/>
                <a:ext cx="144360" cy="32400"/>
              </p14:xfrm>
            </p:contentPart>
          </mc:Choice>
          <mc:Fallback>
            <p:pic>
              <p:nvPicPr>
                <p:cNvPr id="40" name="Ink 39">
                  <a:extLst>
                    <a:ext uri="{FF2B5EF4-FFF2-40B4-BE49-F238E27FC236}">
                      <a16:creationId xmlns:a16="http://schemas.microsoft.com/office/drawing/2014/main" id="{2C1EC8C8-6440-79C0-49A3-71B9ED3C2486}"/>
                    </a:ext>
                  </a:extLst>
                </p:cNvPr>
                <p:cNvPicPr/>
                <p:nvPr/>
              </p:nvPicPr>
              <p:blipFill>
                <a:blip r:embed="rId40"/>
                <a:stretch>
                  <a:fillRect/>
                </a:stretch>
              </p:blipFill>
              <p:spPr>
                <a:xfrm>
                  <a:off x="6515580" y="3445860"/>
                  <a:ext cx="156600" cy="44640"/>
                </a:xfrm>
                <a:prstGeom prst="rect">
                  <a:avLst/>
                </a:prstGeom>
              </p:spPr>
            </p:pic>
          </mc:Fallback>
        </mc:AlternateContent>
      </p:grpSp>
      <p:grpSp>
        <p:nvGrpSpPr>
          <p:cNvPr id="56" name="Group 55">
            <a:extLst>
              <a:ext uri="{FF2B5EF4-FFF2-40B4-BE49-F238E27FC236}">
                <a16:creationId xmlns:a16="http://schemas.microsoft.com/office/drawing/2014/main" id="{F3162B82-1D44-BCCF-3D6A-48CBFCD8EF1E}"/>
              </a:ext>
            </a:extLst>
          </p:cNvPr>
          <p:cNvGrpSpPr/>
          <p:nvPr/>
        </p:nvGrpSpPr>
        <p:grpSpPr>
          <a:xfrm>
            <a:off x="7768740" y="2848620"/>
            <a:ext cx="257040" cy="165600"/>
            <a:chOff x="7768740" y="2848620"/>
            <a:chExt cx="257040" cy="165600"/>
          </a:xfrm>
        </p:grpSpPr>
        <mc:AlternateContent xmlns:mc="http://schemas.openxmlformats.org/markup-compatibility/2006">
          <mc:Choice xmlns:p14="http://schemas.microsoft.com/office/powerpoint/2010/main" Requires="p14">
            <p:contentPart p14:bwMode="auto" r:id="rId41">
              <p14:nvContentPartPr>
                <p14:cNvPr id="54" name="Ink 53">
                  <a:extLst>
                    <a:ext uri="{FF2B5EF4-FFF2-40B4-BE49-F238E27FC236}">
                      <a16:creationId xmlns:a16="http://schemas.microsoft.com/office/drawing/2014/main" id="{40903901-1821-B6ED-D8FE-34D3CEA48510}"/>
                    </a:ext>
                  </a:extLst>
                </p14:cNvPr>
                <p14:cNvContentPartPr/>
                <p14:nvPr/>
              </p14:nvContentPartPr>
              <p14:xfrm>
                <a:off x="7768740" y="2848620"/>
                <a:ext cx="190440" cy="165600"/>
              </p14:xfrm>
            </p:contentPart>
          </mc:Choice>
          <mc:Fallback>
            <p:pic>
              <p:nvPicPr>
                <p:cNvPr id="54" name="Ink 53">
                  <a:extLst>
                    <a:ext uri="{FF2B5EF4-FFF2-40B4-BE49-F238E27FC236}">
                      <a16:creationId xmlns:a16="http://schemas.microsoft.com/office/drawing/2014/main" id="{40903901-1821-B6ED-D8FE-34D3CEA48510}"/>
                    </a:ext>
                  </a:extLst>
                </p:cNvPr>
                <p:cNvPicPr/>
                <p:nvPr/>
              </p:nvPicPr>
              <p:blipFill>
                <a:blip r:embed="rId42"/>
                <a:stretch>
                  <a:fillRect/>
                </a:stretch>
              </p:blipFill>
              <p:spPr>
                <a:xfrm>
                  <a:off x="7762620" y="2842500"/>
                  <a:ext cx="20268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55" name="Ink 54">
                  <a:extLst>
                    <a:ext uri="{FF2B5EF4-FFF2-40B4-BE49-F238E27FC236}">
                      <a16:creationId xmlns:a16="http://schemas.microsoft.com/office/drawing/2014/main" id="{DA968294-2A0E-DE55-8A62-7B16B97D04C5}"/>
                    </a:ext>
                  </a:extLst>
                </p14:cNvPr>
                <p14:cNvContentPartPr/>
                <p14:nvPr/>
              </p14:nvContentPartPr>
              <p14:xfrm>
                <a:off x="7846500" y="2956980"/>
                <a:ext cx="179280" cy="43920"/>
              </p14:xfrm>
            </p:contentPart>
          </mc:Choice>
          <mc:Fallback>
            <p:pic>
              <p:nvPicPr>
                <p:cNvPr id="55" name="Ink 54">
                  <a:extLst>
                    <a:ext uri="{FF2B5EF4-FFF2-40B4-BE49-F238E27FC236}">
                      <a16:creationId xmlns:a16="http://schemas.microsoft.com/office/drawing/2014/main" id="{DA968294-2A0E-DE55-8A62-7B16B97D04C5}"/>
                    </a:ext>
                  </a:extLst>
                </p:cNvPr>
                <p:cNvPicPr/>
                <p:nvPr/>
              </p:nvPicPr>
              <p:blipFill>
                <a:blip r:embed="rId44"/>
                <a:stretch>
                  <a:fillRect/>
                </a:stretch>
              </p:blipFill>
              <p:spPr>
                <a:xfrm>
                  <a:off x="7840380" y="2950860"/>
                  <a:ext cx="191520" cy="56160"/>
                </a:xfrm>
                <a:prstGeom prst="rect">
                  <a:avLst/>
                </a:prstGeom>
              </p:spPr>
            </p:pic>
          </mc:Fallback>
        </mc:AlternateContent>
      </p:grpSp>
      <p:grpSp>
        <p:nvGrpSpPr>
          <p:cNvPr id="62" name="Group 61">
            <a:extLst>
              <a:ext uri="{FF2B5EF4-FFF2-40B4-BE49-F238E27FC236}">
                <a16:creationId xmlns:a16="http://schemas.microsoft.com/office/drawing/2014/main" id="{D6824C0E-CD72-24AF-49A7-403AB40A01E4}"/>
              </a:ext>
            </a:extLst>
          </p:cNvPr>
          <p:cNvGrpSpPr/>
          <p:nvPr/>
        </p:nvGrpSpPr>
        <p:grpSpPr>
          <a:xfrm>
            <a:off x="8193900" y="2780220"/>
            <a:ext cx="451080" cy="261000"/>
            <a:chOff x="8193900" y="2780220"/>
            <a:chExt cx="451080" cy="261000"/>
          </a:xfrm>
        </p:grpSpPr>
        <mc:AlternateContent xmlns:mc="http://schemas.openxmlformats.org/markup-compatibility/2006">
          <mc:Choice xmlns:p14="http://schemas.microsoft.com/office/powerpoint/2010/main" Requires="p14">
            <p:contentPart p14:bwMode="auto" r:id="rId45">
              <p14:nvContentPartPr>
                <p14:cNvPr id="57" name="Ink 56">
                  <a:extLst>
                    <a:ext uri="{FF2B5EF4-FFF2-40B4-BE49-F238E27FC236}">
                      <a16:creationId xmlns:a16="http://schemas.microsoft.com/office/drawing/2014/main" id="{70FA71F7-128F-71C1-89C5-2CD7C568B5FE}"/>
                    </a:ext>
                  </a:extLst>
                </p14:cNvPr>
                <p14:cNvContentPartPr/>
                <p14:nvPr/>
              </p14:nvContentPartPr>
              <p14:xfrm>
                <a:off x="8193900" y="2964540"/>
                <a:ext cx="120240" cy="11880"/>
              </p14:xfrm>
            </p:contentPart>
          </mc:Choice>
          <mc:Fallback>
            <p:pic>
              <p:nvPicPr>
                <p:cNvPr id="57" name="Ink 56">
                  <a:extLst>
                    <a:ext uri="{FF2B5EF4-FFF2-40B4-BE49-F238E27FC236}">
                      <a16:creationId xmlns:a16="http://schemas.microsoft.com/office/drawing/2014/main" id="{70FA71F7-128F-71C1-89C5-2CD7C568B5FE}"/>
                    </a:ext>
                  </a:extLst>
                </p:cNvPr>
                <p:cNvPicPr/>
                <p:nvPr/>
              </p:nvPicPr>
              <p:blipFill>
                <a:blip r:embed="rId46"/>
                <a:stretch>
                  <a:fillRect/>
                </a:stretch>
              </p:blipFill>
              <p:spPr>
                <a:xfrm>
                  <a:off x="8187780" y="2958420"/>
                  <a:ext cx="13248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58" name="Ink 57">
                  <a:extLst>
                    <a:ext uri="{FF2B5EF4-FFF2-40B4-BE49-F238E27FC236}">
                      <a16:creationId xmlns:a16="http://schemas.microsoft.com/office/drawing/2014/main" id="{BC01B8C3-3B29-3E5C-D71C-E48F9A265C44}"/>
                    </a:ext>
                  </a:extLst>
                </p14:cNvPr>
                <p14:cNvContentPartPr/>
                <p14:nvPr/>
              </p14:nvContentPartPr>
              <p14:xfrm>
                <a:off x="8242140" y="2899380"/>
                <a:ext cx="46080" cy="141840"/>
              </p14:xfrm>
            </p:contentPart>
          </mc:Choice>
          <mc:Fallback>
            <p:pic>
              <p:nvPicPr>
                <p:cNvPr id="58" name="Ink 57">
                  <a:extLst>
                    <a:ext uri="{FF2B5EF4-FFF2-40B4-BE49-F238E27FC236}">
                      <a16:creationId xmlns:a16="http://schemas.microsoft.com/office/drawing/2014/main" id="{BC01B8C3-3B29-3E5C-D71C-E48F9A265C44}"/>
                    </a:ext>
                  </a:extLst>
                </p:cNvPr>
                <p:cNvPicPr/>
                <p:nvPr/>
              </p:nvPicPr>
              <p:blipFill>
                <a:blip r:embed="rId48"/>
                <a:stretch>
                  <a:fillRect/>
                </a:stretch>
              </p:blipFill>
              <p:spPr>
                <a:xfrm>
                  <a:off x="8236020" y="2893260"/>
                  <a:ext cx="5832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60" name="Ink 59">
                  <a:extLst>
                    <a:ext uri="{FF2B5EF4-FFF2-40B4-BE49-F238E27FC236}">
                      <a16:creationId xmlns:a16="http://schemas.microsoft.com/office/drawing/2014/main" id="{3880DA7C-F51F-CAD2-0AD2-E7A86C90D251}"/>
                    </a:ext>
                  </a:extLst>
                </p14:cNvPr>
                <p14:cNvContentPartPr/>
                <p14:nvPr/>
              </p14:nvContentPartPr>
              <p14:xfrm>
                <a:off x="8406660" y="2895060"/>
                <a:ext cx="126720" cy="140760"/>
              </p14:xfrm>
            </p:contentPart>
          </mc:Choice>
          <mc:Fallback>
            <p:pic>
              <p:nvPicPr>
                <p:cNvPr id="60" name="Ink 59">
                  <a:extLst>
                    <a:ext uri="{FF2B5EF4-FFF2-40B4-BE49-F238E27FC236}">
                      <a16:creationId xmlns:a16="http://schemas.microsoft.com/office/drawing/2014/main" id="{3880DA7C-F51F-CAD2-0AD2-E7A86C90D251}"/>
                    </a:ext>
                  </a:extLst>
                </p:cNvPr>
                <p:cNvPicPr/>
                <p:nvPr/>
              </p:nvPicPr>
              <p:blipFill>
                <a:blip r:embed="rId50"/>
                <a:stretch>
                  <a:fillRect/>
                </a:stretch>
              </p:blipFill>
              <p:spPr>
                <a:xfrm>
                  <a:off x="8400540" y="2888940"/>
                  <a:ext cx="13896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61" name="Ink 60">
                  <a:extLst>
                    <a:ext uri="{FF2B5EF4-FFF2-40B4-BE49-F238E27FC236}">
                      <a16:creationId xmlns:a16="http://schemas.microsoft.com/office/drawing/2014/main" id="{DBCF6315-E2AC-2615-CA0E-536CEC078EA7}"/>
                    </a:ext>
                  </a:extLst>
                </p14:cNvPr>
                <p14:cNvContentPartPr/>
                <p14:nvPr/>
              </p14:nvContentPartPr>
              <p14:xfrm>
                <a:off x="8558940" y="2780220"/>
                <a:ext cx="86040" cy="78480"/>
              </p14:xfrm>
            </p:contentPart>
          </mc:Choice>
          <mc:Fallback>
            <p:pic>
              <p:nvPicPr>
                <p:cNvPr id="61" name="Ink 60">
                  <a:extLst>
                    <a:ext uri="{FF2B5EF4-FFF2-40B4-BE49-F238E27FC236}">
                      <a16:creationId xmlns:a16="http://schemas.microsoft.com/office/drawing/2014/main" id="{DBCF6315-E2AC-2615-CA0E-536CEC078EA7}"/>
                    </a:ext>
                  </a:extLst>
                </p:cNvPr>
                <p:cNvPicPr/>
                <p:nvPr/>
              </p:nvPicPr>
              <p:blipFill>
                <a:blip r:embed="rId52"/>
                <a:stretch>
                  <a:fillRect/>
                </a:stretch>
              </p:blipFill>
              <p:spPr>
                <a:xfrm>
                  <a:off x="8552820" y="2774100"/>
                  <a:ext cx="98280" cy="90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3">
            <p14:nvContentPartPr>
              <p14:cNvPr id="63" name="Ink 62">
                <a:extLst>
                  <a:ext uri="{FF2B5EF4-FFF2-40B4-BE49-F238E27FC236}">
                    <a16:creationId xmlns:a16="http://schemas.microsoft.com/office/drawing/2014/main" id="{CFDBA5BA-E996-C437-0027-BF4B766BD9D4}"/>
                  </a:ext>
                </a:extLst>
              </p14:cNvPr>
              <p14:cNvContentPartPr/>
              <p14:nvPr/>
            </p14:nvContentPartPr>
            <p14:xfrm>
              <a:off x="2491860" y="6281700"/>
              <a:ext cx="534240" cy="519840"/>
            </p14:xfrm>
          </p:contentPart>
        </mc:Choice>
        <mc:Fallback>
          <p:pic>
            <p:nvPicPr>
              <p:cNvPr id="63" name="Ink 62">
                <a:extLst>
                  <a:ext uri="{FF2B5EF4-FFF2-40B4-BE49-F238E27FC236}">
                    <a16:creationId xmlns:a16="http://schemas.microsoft.com/office/drawing/2014/main" id="{CFDBA5BA-E996-C437-0027-BF4B766BD9D4}"/>
                  </a:ext>
                </a:extLst>
              </p:cNvPr>
              <p:cNvPicPr/>
              <p:nvPr/>
            </p:nvPicPr>
            <p:blipFill>
              <a:blip r:embed="rId54"/>
              <a:stretch>
                <a:fillRect/>
              </a:stretch>
            </p:blipFill>
            <p:spPr>
              <a:xfrm>
                <a:off x="2485740" y="6275580"/>
                <a:ext cx="546480" cy="532080"/>
              </a:xfrm>
              <a:prstGeom prst="rect">
                <a:avLst/>
              </a:prstGeom>
            </p:spPr>
          </p:pic>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nvSpPr>
        <p:spPr>
          <a:xfrm>
            <a:off x="420370" y="228600"/>
            <a:ext cx="8229600" cy="273050"/>
          </a:xfrm>
          <a:prstGeom prst="rect">
            <a:avLst/>
          </a:prstGeom>
          <a:noFill/>
          <a:ln w="9525">
            <a:noFill/>
          </a:ln>
        </p:spPr>
        <p:txBody>
          <a:bodyPr anchor="ctr" anchorCtr="0"/>
          <a:lstStyle>
            <a:lvl1pPr algn="ctr" rtl="0" eaLnBrk="0" fontAlgn="base" hangingPunct="0">
              <a:spcBef>
                <a:spcPct val="0"/>
              </a:spcBef>
              <a:spcAft>
                <a:spcPct val="0"/>
              </a:spcAft>
              <a:defRPr sz="4400" kern="1200">
                <a:solidFill>
                  <a:schemeClr val="tx1"/>
                </a:solidFill>
                <a:latin typeface="Arial" panose="020B0604020202020204" pitchFamily="34" charset="0"/>
                <a:ea typeface="+mj-ea"/>
                <a:cs typeface="Arial" panose="020B0604020202020204" pitchFamily="34" charset="0"/>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lang="en-US" b="1" dirty="0">
                <a:solidFill>
                  <a:srgbClr val="CC3300"/>
                </a:solidFill>
                <a:latin typeface="+mj-lt"/>
                <a:sym typeface="+mn-ea"/>
              </a:rPr>
              <a:t>Exercise</a:t>
            </a:r>
            <a:endParaRPr lang="en-US"/>
          </a:p>
        </p:txBody>
      </p:sp>
      <p:sp>
        <p:nvSpPr>
          <p:cNvPr id="3" name="Text Box 2"/>
          <p:cNvSpPr txBox="1"/>
          <p:nvPr/>
        </p:nvSpPr>
        <p:spPr>
          <a:xfrm>
            <a:off x="601345" y="685800"/>
            <a:ext cx="7948295" cy="2122805"/>
          </a:xfrm>
          <a:prstGeom prst="rect">
            <a:avLst/>
          </a:prstGeom>
          <a:noFill/>
        </p:spPr>
        <p:txBody>
          <a:bodyPr wrap="square" rtlCol="0" anchor="t">
            <a:spAutoFit/>
          </a:bodyPr>
          <a:lstStyle/>
          <a:p>
            <a:r>
              <a:rPr lang="en-US" altLang="en-US" sz="2200"/>
              <a:t>Given the division hash function h(x) = x%M. where M = 10 and Collision Resolution is quadratic probing. i.e. when inserting a key x. the collision is resolved by finding an available position at (h(x) + i^2)%M), i=1, 2,... How the hash table looks like after inserting the following keys sequentially? 65, 76, 96, 205</a:t>
            </a:r>
          </a:p>
        </p:txBody>
      </p:sp>
      <p:pic>
        <p:nvPicPr>
          <p:cNvPr id="4" name="Picture 3"/>
          <p:cNvPicPr>
            <a:picLocks noChangeAspect="1"/>
          </p:cNvPicPr>
          <p:nvPr/>
        </p:nvPicPr>
        <p:blipFill>
          <a:blip r:embed="rId3"/>
          <a:stretch>
            <a:fillRect/>
          </a:stretch>
        </p:blipFill>
        <p:spPr>
          <a:xfrm>
            <a:off x="1066800" y="2895600"/>
            <a:ext cx="5582285" cy="3925570"/>
          </a:xfrm>
          <a:prstGeom prst="rect">
            <a:avLst/>
          </a:prstGeom>
        </p:spPr>
      </p:pic>
      <p:pic>
        <p:nvPicPr>
          <p:cNvPr id="6" name="Picture 5"/>
          <p:cNvPicPr>
            <a:picLocks noChangeAspect="1"/>
          </p:cNvPicPr>
          <p:nvPr/>
        </p:nvPicPr>
        <p:blipFill>
          <a:blip r:embed="rId4"/>
          <a:stretch>
            <a:fillRect/>
          </a:stretch>
        </p:blipFill>
        <p:spPr>
          <a:xfrm>
            <a:off x="7467600" y="2971800"/>
            <a:ext cx="1182370" cy="303212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762000" y="1383030"/>
            <a:ext cx="7493000" cy="4092575"/>
          </a:xfrm>
          <a:prstGeom prst="rect">
            <a:avLst/>
          </a:prstGeom>
          <a:noFill/>
        </p:spPr>
        <p:txBody>
          <a:bodyPr wrap="square" rtlCol="0" anchor="t">
            <a:spAutoFit/>
          </a:bodyPr>
          <a:lstStyle/>
          <a:p>
            <a:r>
              <a:rPr lang="en-US" altLang="en-US" sz="2000"/>
              <a:t>Specify the correct statement about </a:t>
            </a:r>
            <a:r>
              <a:rPr lang="en-US" altLang="en-US" sz="2000">
                <a:highlight>
                  <a:srgbClr val="FFFF00"/>
                </a:highlight>
              </a:rPr>
              <a:t>bucket addressing</a:t>
            </a:r>
            <a:r>
              <a:rPr lang="en-US" altLang="en-US" sz="2000"/>
              <a:t> method for handling collision (select the best answer).</a:t>
            </a:r>
          </a:p>
          <a:p>
            <a:endParaRPr lang="en-US" altLang="en-US" sz="2000"/>
          </a:p>
          <a:p>
            <a:r>
              <a:rPr lang="en-US" altLang="en-US" sz="2000"/>
              <a:t>A. Bucket is a linked list which holds items in the hash table.</a:t>
            </a:r>
          </a:p>
          <a:p>
            <a:endParaRPr lang="en-US" altLang="en-US" sz="2000"/>
          </a:p>
          <a:p>
            <a:r>
              <a:rPr lang="en-US" altLang="en-US" sz="2000"/>
              <a:t>B. A bucket is a block of space which is large enough to store all colliding items.</a:t>
            </a:r>
          </a:p>
          <a:p>
            <a:endParaRPr lang="en-US" altLang="en-US" sz="2000"/>
          </a:p>
          <a:p>
            <a:r>
              <a:rPr lang="en-US" altLang="en-US" sz="2000"/>
              <a:t>C. Colliding elements in the same position in the hash table are placed on a bucket associated with that</a:t>
            </a:r>
          </a:p>
          <a:p>
            <a:r>
              <a:rPr lang="en-US" altLang="en-US" sz="2000"/>
              <a:t>position.</a:t>
            </a:r>
          </a:p>
          <a:p>
            <a:endParaRPr lang="en-US" altLang="en-US" sz="2000"/>
          </a:p>
          <a:p>
            <a:r>
              <a:rPr lang="en-US" altLang="en-US" sz="2000"/>
              <a:t>D. All of the statements are incorrect.</a:t>
            </a:r>
          </a:p>
        </p:txBody>
      </p:sp>
      <p:sp>
        <p:nvSpPr>
          <p:cNvPr id="5" name="Title 1"/>
          <p:cNvSpPr>
            <a:spLocks noGrp="1"/>
          </p:cNvSpPr>
          <p:nvPr/>
        </p:nvSpPr>
        <p:spPr>
          <a:xfrm>
            <a:off x="457200" y="274955"/>
            <a:ext cx="8229600" cy="656590"/>
          </a:xfrm>
          <a:prstGeom prst="rect">
            <a:avLst/>
          </a:prstGeom>
          <a:noFill/>
          <a:ln w="9525">
            <a:noFill/>
          </a:ln>
        </p:spPr>
        <p:txBody>
          <a:bodyPr anchor="ctr" anchorCtr="0"/>
          <a:lstStyle>
            <a:lvl1pPr algn="ctr" rtl="0" eaLnBrk="0" fontAlgn="base" hangingPunct="0">
              <a:spcBef>
                <a:spcPct val="0"/>
              </a:spcBef>
              <a:spcAft>
                <a:spcPct val="0"/>
              </a:spcAft>
              <a:defRPr sz="4400" kern="1200">
                <a:solidFill>
                  <a:schemeClr val="tx1"/>
                </a:solidFill>
                <a:latin typeface="Arial" panose="020B0604020202020204" pitchFamily="34" charset="0"/>
                <a:ea typeface="+mj-ea"/>
                <a:cs typeface="Arial" panose="020B0604020202020204" pitchFamily="34" charset="0"/>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lang="en-US" b="1" dirty="0">
                <a:solidFill>
                  <a:srgbClr val="CC3300"/>
                </a:solidFill>
                <a:latin typeface="+mj-lt"/>
                <a:sym typeface="+mn-ea"/>
              </a:rPr>
              <a:t>Exercise</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44</a:t>
            </a:fld>
            <a:r>
              <a:rPr lang="en-US" altLang="en-US" sz="1200" dirty="0">
                <a:solidFill>
                  <a:srgbClr val="898989"/>
                </a:solidFill>
                <a:latin typeface="Arial" panose="020B0604020202020204" pitchFamily="34" charset="0"/>
              </a:rPr>
              <a:t>/40</a:t>
            </a:r>
          </a:p>
        </p:txBody>
      </p:sp>
      <p:sp>
        <p:nvSpPr>
          <p:cNvPr id="61443" name="Footer Placeholder 4"/>
          <p:cNvSpPr txBox="1">
            <a:spLocks noGrp="1"/>
          </p:cNvSpPr>
          <p:nvPr/>
        </p:nvSpPr>
        <p:spPr>
          <a:xfrm>
            <a:off x="3124200" y="6356350"/>
            <a:ext cx="2895600" cy="36512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61444" name="Rectangle 2"/>
          <p:cNvSpPr>
            <a:spLocks noGrp="1"/>
          </p:cNvSpPr>
          <p:nvPr>
            <p:ph type="title"/>
          </p:nvPr>
        </p:nvSpPr>
        <p:spPr>
          <a:xfrm>
            <a:off x="685800" y="517525"/>
            <a:ext cx="7543800" cy="701675"/>
          </a:xfrm>
          <a:ln/>
        </p:spPr>
        <p:txBody>
          <a:bodyPr vert="horz" wrap="square" lIns="91440" tIns="45720" rIns="91440" bIns="45720" anchor="ctr" anchorCtr="0">
            <a:spAutoFit/>
          </a:bodyPr>
          <a:lstStyle/>
          <a:p>
            <a:r>
              <a:rPr lang="en-US" altLang="en-US" sz="4000" b="1" dirty="0">
                <a:solidFill>
                  <a:srgbClr val="CC3300"/>
                </a:solidFill>
              </a:rPr>
              <a:t>Summary</a:t>
            </a:r>
            <a:endParaRPr lang="en-US" altLang="en-US" sz="4000" b="1" dirty="0">
              <a:solidFill>
                <a:srgbClr val="CC3300"/>
              </a:solidFill>
              <a:ea typeface="Arial" panose="020B0604020202020204" pitchFamily="34" charset="0"/>
            </a:endParaRPr>
          </a:p>
        </p:txBody>
      </p:sp>
      <p:sp>
        <p:nvSpPr>
          <p:cNvPr id="61445" name="Rectangle 3"/>
          <p:cNvSpPr>
            <a:spLocks noGrp="1"/>
          </p:cNvSpPr>
          <p:nvPr>
            <p:ph type="body"/>
          </p:nvPr>
        </p:nvSpPr>
        <p:spPr>
          <a:xfrm>
            <a:off x="457200" y="1371600"/>
            <a:ext cx="8229600" cy="4695825"/>
          </a:xfrm>
          <a:ln/>
        </p:spPr>
        <p:txBody>
          <a:bodyPr vert="horz" wrap="square" lIns="91440" tIns="45720" rIns="91440" bIns="45720" anchor="t" anchorCtr="0">
            <a:spAutoFit/>
          </a:bodyPr>
          <a:lstStyle/>
          <a:p>
            <a:pPr>
              <a:lnSpc>
                <a:spcPct val="90000"/>
              </a:lnSpc>
            </a:pPr>
            <a:r>
              <a:rPr lang="en-US" altLang="en-US" sz="2600" dirty="0"/>
              <a:t>Hash functions include the division, folding, </a:t>
            </a:r>
            <a:br>
              <a:rPr lang="en-US" altLang="en-US" sz="2600" dirty="0"/>
            </a:br>
            <a:r>
              <a:rPr lang="en-US" altLang="en-US" sz="2600" dirty="0"/>
              <a:t>mid-square, extraction and radix </a:t>
            </a:r>
            <a:br>
              <a:rPr lang="en-US" altLang="en-US" sz="2600" dirty="0"/>
            </a:br>
            <a:r>
              <a:rPr lang="en-US" altLang="en-US" sz="2600" dirty="0"/>
              <a:t>transformation methods</a:t>
            </a:r>
          </a:p>
          <a:p>
            <a:pPr>
              <a:lnSpc>
                <a:spcPct val="90000"/>
              </a:lnSpc>
            </a:pPr>
            <a:r>
              <a:rPr lang="en-US" altLang="en-US" sz="2600" dirty="0"/>
              <a:t>Collision resolution includes the open addressing, chaining, and bucket addressing methods</a:t>
            </a:r>
          </a:p>
          <a:p>
            <a:pPr>
              <a:lnSpc>
                <a:spcPct val="90000"/>
              </a:lnSpc>
            </a:pPr>
            <a:r>
              <a:rPr lang="en-US" altLang="en-US" sz="2600" dirty="0"/>
              <a:t>A HashMap is a is an implementation of a </a:t>
            </a:r>
            <a:r>
              <a:rPr lang="en-US" altLang="en-US" sz="2600" b="1" dirty="0"/>
              <a:t>Map</a:t>
            </a:r>
            <a:r>
              <a:rPr lang="en-US" altLang="en-US" sz="2600" dirty="0"/>
              <a:t> ADT using hashing technique.</a:t>
            </a:r>
          </a:p>
          <a:p>
            <a:pPr>
              <a:lnSpc>
                <a:spcPct val="90000"/>
              </a:lnSpc>
            </a:pPr>
            <a:r>
              <a:rPr lang="en-US" altLang="en-US" sz="2600" dirty="0">
                <a:latin typeface="Courier New" panose="02070309020205020404" pitchFamily="49" charset="0"/>
              </a:rPr>
              <a:t>HashSet</a:t>
            </a:r>
            <a:r>
              <a:rPr lang="en-US" altLang="en-US" sz="2600" dirty="0"/>
              <a:t> is another implementation of a set </a:t>
            </a:r>
            <a:br>
              <a:rPr lang="en-US" altLang="en-US" sz="2600" dirty="0"/>
            </a:br>
            <a:r>
              <a:rPr lang="en-US" altLang="en-US" sz="2600" dirty="0"/>
              <a:t>(an object that stores unique elements)</a:t>
            </a:r>
          </a:p>
          <a:p>
            <a:pPr>
              <a:lnSpc>
                <a:spcPct val="90000"/>
              </a:lnSpc>
            </a:pPr>
            <a:r>
              <a:rPr lang="en-US" altLang="en-US" sz="2600" dirty="0"/>
              <a:t>A </a:t>
            </a:r>
            <a:r>
              <a:rPr lang="en-US" altLang="en-US" sz="2600" dirty="0">
                <a:latin typeface="Courier New" panose="02070309020205020404" pitchFamily="49" charset="0"/>
              </a:rPr>
              <a:t>HashTable</a:t>
            </a:r>
            <a:r>
              <a:rPr lang="en-US" altLang="en-US" sz="2600" dirty="0"/>
              <a:t> is roughly equivalent to a </a:t>
            </a:r>
            <a:r>
              <a:rPr lang="en-US" altLang="en-US" sz="2600" dirty="0">
                <a:latin typeface="Courier New" panose="02070309020205020404" pitchFamily="49" charset="0"/>
              </a:rPr>
              <a:t>HashMap</a:t>
            </a:r>
            <a:r>
              <a:rPr lang="en-US" altLang="en-US" sz="2600" dirty="0"/>
              <a:t> except that it is synchronized and does not permit null values with methods to operate on hash tables</a:t>
            </a:r>
            <a:endParaRPr lang="en-US" altLang="en-US" sz="2600" dirty="0">
              <a:ea typeface="Arial" panose="020B0604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45</a:t>
            </a:fld>
            <a:r>
              <a:rPr lang="en-US" altLang="en-US" sz="1200" dirty="0">
                <a:solidFill>
                  <a:srgbClr val="898989"/>
                </a:solidFill>
                <a:latin typeface="Arial" panose="020B0604020202020204" pitchFamily="34" charset="0"/>
              </a:rPr>
              <a:t>/40</a:t>
            </a:r>
          </a:p>
        </p:txBody>
      </p:sp>
      <p:sp>
        <p:nvSpPr>
          <p:cNvPr id="62467" name="Footer Placeholder 4"/>
          <p:cNvSpPr txBox="1">
            <a:spLocks noGrp="1"/>
          </p:cNvSpPr>
          <p:nvPr/>
        </p:nvSpPr>
        <p:spPr>
          <a:xfrm>
            <a:off x="3124200" y="6356350"/>
            <a:ext cx="2895600" cy="36512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62468" name="Rectangle 2"/>
          <p:cNvSpPr>
            <a:spLocks noGrp="1"/>
          </p:cNvSpPr>
          <p:nvPr>
            <p:ph type="title"/>
          </p:nvPr>
        </p:nvSpPr>
        <p:spPr>
          <a:xfrm>
            <a:off x="457200" y="495300"/>
            <a:ext cx="8229600" cy="701675"/>
          </a:xfrm>
          <a:ln/>
        </p:spPr>
        <p:txBody>
          <a:bodyPr vert="horz" wrap="square" lIns="91440" tIns="45720" rIns="91440" bIns="45720" anchor="ctr" anchorCtr="0">
            <a:spAutoFit/>
          </a:bodyPr>
          <a:lstStyle/>
          <a:p>
            <a:r>
              <a:rPr lang="en-US" altLang="en-US" sz="4000" b="1" dirty="0">
                <a:solidFill>
                  <a:srgbClr val="CC3300"/>
                </a:solidFill>
              </a:rPr>
              <a:t>Reading at home</a:t>
            </a:r>
            <a:endParaRPr lang="en-US" altLang="en-US" sz="4000" b="1" dirty="0">
              <a:solidFill>
                <a:srgbClr val="CC3300"/>
              </a:solidFill>
              <a:ea typeface="Arial" panose="020B0604020202020204" pitchFamily="34" charset="0"/>
            </a:endParaRPr>
          </a:p>
        </p:txBody>
      </p:sp>
      <p:sp>
        <p:nvSpPr>
          <p:cNvPr id="62469" name="Text Box 3"/>
          <p:cNvSpPr txBox="1"/>
          <p:nvPr/>
        </p:nvSpPr>
        <p:spPr>
          <a:xfrm>
            <a:off x="1524000" y="1219200"/>
            <a:ext cx="5791200" cy="376238"/>
          </a:xfrm>
          <a:prstGeom prst="rect">
            <a:avLst/>
          </a:prstGeom>
          <a:solidFill>
            <a:srgbClr val="FFCC99"/>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50000"/>
              </a:spcBef>
              <a:buFontTx/>
              <a:buNone/>
            </a:pPr>
            <a:r>
              <a:rPr lang="en-US" altLang="en-US" sz="1800" b="1" dirty="0">
                <a:latin typeface="Arial" panose="020B0604020202020204" pitchFamily="34" charset="0"/>
              </a:rPr>
              <a:t>Text book: Data Structures and Algorithms in Java</a:t>
            </a:r>
          </a:p>
        </p:txBody>
      </p:sp>
      <p:sp>
        <p:nvSpPr>
          <p:cNvPr id="62470" name="Rectangle 3"/>
          <p:cNvSpPr/>
          <p:nvPr/>
        </p:nvSpPr>
        <p:spPr>
          <a:xfrm>
            <a:off x="685800" y="2043113"/>
            <a:ext cx="8001000" cy="308133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19405" lvl="0" indent="-319405" eaLnBrk="1" hangingPunct="1">
              <a:spcBef>
                <a:spcPct val="0"/>
              </a:spcBef>
              <a:buFontTx/>
              <a:buNone/>
            </a:pPr>
            <a:r>
              <a:rPr lang="en-US" altLang="en-US" sz="2800" dirty="0">
                <a:latin typeface="Arial" panose="020B0604020202020204" pitchFamily="34" charset="0"/>
              </a:rPr>
              <a:t>10 Maps, Hash Tables, and Skip Lists  -  401</a:t>
            </a:r>
          </a:p>
          <a:p>
            <a:pPr marL="319405" lvl="0" indent="-319405" eaLnBrk="1" hangingPunct="1">
              <a:spcBef>
                <a:spcPct val="0"/>
              </a:spcBef>
              <a:buFontTx/>
              <a:buNone/>
            </a:pPr>
            <a:r>
              <a:rPr lang="en-US" altLang="en-US" sz="2800" dirty="0">
                <a:latin typeface="Arial" panose="020B0604020202020204" pitchFamily="34" charset="0"/>
              </a:rPr>
              <a:t>10.2 Hash Tables   -  410</a:t>
            </a:r>
          </a:p>
          <a:p>
            <a:pPr marL="319405" lvl="0" indent="-319405" eaLnBrk="1" hangingPunct="1">
              <a:spcBef>
                <a:spcPct val="0"/>
              </a:spcBef>
              <a:buFontTx/>
              <a:buNone/>
            </a:pPr>
            <a:r>
              <a:rPr lang="en-US" altLang="en-US" sz="2800" dirty="0">
                <a:latin typeface="Arial" panose="020B0604020202020204" pitchFamily="34" charset="0"/>
              </a:rPr>
              <a:t>10.2.1 Hash Functions  -  411</a:t>
            </a:r>
          </a:p>
          <a:p>
            <a:pPr marL="319405" lvl="0" indent="-319405" eaLnBrk="1" hangingPunct="1">
              <a:spcBef>
                <a:spcPct val="0"/>
              </a:spcBef>
              <a:buFontTx/>
              <a:buNone/>
            </a:pPr>
            <a:r>
              <a:rPr lang="en-US" altLang="en-US" sz="2800" dirty="0">
                <a:latin typeface="Arial" panose="020B0604020202020204" pitchFamily="34" charset="0"/>
              </a:rPr>
              <a:t>10.2.2 Collision-Handling Schemes  -  417</a:t>
            </a:r>
          </a:p>
          <a:p>
            <a:pPr marL="319405" lvl="0" indent="-319405" eaLnBrk="1" hangingPunct="1">
              <a:spcBef>
                <a:spcPct val="0"/>
              </a:spcBef>
              <a:buFontTx/>
              <a:buNone/>
            </a:pPr>
            <a:r>
              <a:rPr lang="en-US" altLang="en-US" sz="2800" dirty="0">
                <a:latin typeface="Arial" panose="020B0604020202020204" pitchFamily="34" charset="0"/>
              </a:rPr>
              <a:t>10.2.3 Load Factors, Rehashing, and Efficiency  - 420</a:t>
            </a:r>
          </a:p>
          <a:p>
            <a:pPr marL="319405" lvl="0" indent="-319405" eaLnBrk="1" hangingPunct="1">
              <a:spcBef>
                <a:spcPct val="0"/>
              </a:spcBef>
              <a:buFontTx/>
              <a:buNone/>
            </a:pPr>
            <a:r>
              <a:rPr lang="en-US" altLang="en-US" sz="2800" dirty="0">
                <a:latin typeface="Arial" panose="020B0604020202020204" pitchFamily="34" charset="0"/>
              </a:rPr>
              <a:t>10.2.4 Java Hash Table Implementation  -  422</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4440</Words>
  <Application>Microsoft Office PowerPoint</Application>
  <PresentationFormat>On-screen Show (4:3)</PresentationFormat>
  <Paragraphs>404</Paragraphs>
  <Slides>45</Slides>
  <Notes>24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53" baseType="lpstr">
      <vt:lpstr>PMingLiU</vt:lpstr>
      <vt:lpstr>SimSun</vt:lpstr>
      <vt:lpstr>Arial</vt:lpstr>
      <vt:lpstr>Calibri</vt:lpstr>
      <vt:lpstr>Courier New</vt:lpstr>
      <vt:lpstr>Wingdings</vt:lpstr>
      <vt:lpstr>Office Theme</vt:lpstr>
      <vt:lpstr>Equation.3</vt:lpstr>
      <vt:lpstr>7. Hashing </vt:lpstr>
      <vt:lpstr>Objectives</vt:lpstr>
      <vt:lpstr>Why hashing?</vt:lpstr>
      <vt:lpstr>Hash Tables </vt:lpstr>
      <vt:lpstr>General Idea</vt:lpstr>
      <vt:lpstr>Hash Table Example - 1</vt:lpstr>
      <vt:lpstr>Hash Function - 1</vt:lpstr>
      <vt:lpstr>Hash Function - 2</vt:lpstr>
      <vt:lpstr>Hash Function - 3</vt:lpstr>
      <vt:lpstr>Hash table example - 2</vt:lpstr>
      <vt:lpstr>How to select Hash Functions?</vt:lpstr>
      <vt:lpstr>PowerPoint Presentation</vt:lpstr>
      <vt:lpstr>PowerPoint Presentation</vt:lpstr>
      <vt:lpstr>PowerPoint Presentation</vt:lpstr>
      <vt:lpstr>Collision</vt:lpstr>
      <vt:lpstr>Collision Resolution</vt:lpstr>
      <vt:lpstr>Search an item in hash tables using linear Probing</vt:lpstr>
      <vt:lpstr>Factors affecting Search perfomance</vt:lpstr>
      <vt:lpstr>PowerPoint Presentation</vt:lpstr>
      <vt:lpstr>PowerPoint Presentation</vt:lpstr>
      <vt:lpstr>PowerPoint Presentation</vt:lpstr>
      <vt:lpstr>PowerPoint Presentation</vt:lpstr>
      <vt:lpstr>PowerPoint Presentation</vt:lpstr>
      <vt:lpstr>Bucket Addressing</vt:lpstr>
      <vt:lpstr>Deletion</vt:lpstr>
      <vt:lpstr>Perfect Hash Functions</vt:lpstr>
      <vt:lpstr>PowerPoint Presentation</vt:lpstr>
      <vt:lpstr>Hash Functions for Extendible Files</vt:lpstr>
      <vt:lpstr>PowerPoint Presentation</vt:lpstr>
      <vt:lpstr>Hash Code</vt:lpstr>
      <vt:lpstr>Maps - 1</vt:lpstr>
      <vt:lpstr>PowerPoint Presentation</vt:lpstr>
      <vt:lpstr>PowerPoint Presentation</vt:lpstr>
      <vt:lpstr>PowerPoint Presentation</vt:lpstr>
      <vt:lpstr>Hashing in java.util - HashSet and HashMap classes</vt:lpstr>
      <vt:lpstr>PowerPoint Presentation</vt:lpstr>
      <vt:lpstr>PowerPoint Presentation</vt:lpstr>
      <vt:lpstr>PowerPoint Presentation</vt:lpstr>
      <vt:lpstr>Applications of Hashing</vt:lpstr>
      <vt:lpstr>PowerPoint Presentation</vt:lpstr>
      <vt:lpstr>PowerPoint Presentation</vt:lpstr>
      <vt:lpstr>PowerPoint Presentation</vt:lpstr>
      <vt:lpstr>PowerPoint Presentation</vt:lpstr>
      <vt:lpstr>Summary</vt:lpstr>
      <vt:lpstr>Reading at home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JAD-Session 4: Objects and Classes</dc:title>
  <dc:creator>Phan Truong Lam</dc:creator>
  <cp:lastModifiedBy>Shiroi Neko</cp:lastModifiedBy>
  <cp:revision>351</cp:revision>
  <dcterms:created xsi:type="dcterms:W3CDTF">2007-08-21T04:43:22Z</dcterms:created>
  <dcterms:modified xsi:type="dcterms:W3CDTF">2025-11-13T04:28:42Z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7772680F7F2A4AD4A96F8A2D3A2A2001_12</vt:lpwstr>
  </property>
  <property fmtid="{D5CDD505-2E9C-101B-9397-08002B2CF9AE}" pid="3" name="KSOProductBuildVer">
    <vt:lpwstr>1033-12.2.0.19307</vt:lpwstr>
  </property>
</Properties>
</file>