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ink/ink22.xml" ContentType="application/inkml+xml"/>
  <Override PartName="/ppt/ink/ink23.xml" ContentType="application/inkml+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7"/>
  </p:notesMasterIdLst>
  <p:sldIdLst>
    <p:sldId id="428" r:id="rId2"/>
    <p:sldId id="433" r:id="rId3"/>
    <p:sldId id="469" r:id="rId4"/>
    <p:sldId id="482" r:id="rId5"/>
    <p:sldId id="481" r:id="rId6"/>
    <p:sldId id="484" r:id="rId7"/>
    <p:sldId id="483" r:id="rId8"/>
    <p:sldId id="485" r:id="rId9"/>
    <p:sldId id="486" r:id="rId10"/>
    <p:sldId id="471" r:id="rId11"/>
    <p:sldId id="473" r:id="rId12"/>
    <p:sldId id="494" r:id="rId13"/>
    <p:sldId id="447" r:id="rId14"/>
    <p:sldId id="448" r:id="rId15"/>
    <p:sldId id="449" r:id="rId16"/>
    <p:sldId id="466" r:id="rId17"/>
    <p:sldId id="467" r:id="rId18"/>
    <p:sldId id="468" r:id="rId19"/>
    <p:sldId id="453" r:id="rId20"/>
    <p:sldId id="454" r:id="rId21"/>
    <p:sldId id="455" r:id="rId22"/>
    <p:sldId id="479" r:id="rId23"/>
    <p:sldId id="456" r:id="rId24"/>
    <p:sldId id="603" r:id="rId25"/>
    <p:sldId id="487" r:id="rId26"/>
    <p:sldId id="489" r:id="rId27"/>
    <p:sldId id="490" r:id="rId28"/>
    <p:sldId id="604" r:id="rId29"/>
    <p:sldId id="605" r:id="rId30"/>
    <p:sldId id="491" r:id="rId31"/>
    <p:sldId id="492" r:id="rId32"/>
    <p:sldId id="493" r:id="rId33"/>
    <p:sldId id="495" r:id="rId34"/>
    <p:sldId id="600" r:id="rId35"/>
    <p:sldId id="601" r:id="rId36"/>
    <p:sldId id="602" r:id="rId37"/>
    <p:sldId id="526" r:id="rId38"/>
    <p:sldId id="527" r:id="rId39"/>
    <p:sldId id="517" r:id="rId40"/>
    <p:sldId id="496" r:id="rId41"/>
    <p:sldId id="516" r:id="rId42"/>
    <p:sldId id="599" r:id="rId43"/>
    <p:sldId id="465" r:id="rId44"/>
    <p:sldId id="476" r:id="rId45"/>
    <p:sldId id="522" r:id="rId46"/>
  </p:sldIdLst>
  <p:sldSz cx="9144000" cy="6858000" type="screen4x3"/>
  <p:notesSz cx="6858000" cy="9144000"/>
  <p:defaultTextStyle>
    <a:defPPr>
      <a:defRPr lang="en-US"/>
    </a:defPPr>
    <a:lvl1pPr marL="0" lvl="0" indent="0" algn="l" defTabSz="914400" rtl="0" eaLnBrk="0" fontAlgn="base" latinLnBrk="0" hangingPunct="0">
      <a:lnSpc>
        <a:spcPct val="100000"/>
      </a:lnSpc>
      <a:spcBef>
        <a:spcPct val="0"/>
      </a:spcBef>
      <a:spcAft>
        <a:spcPct val="0"/>
      </a:spcAft>
      <a:buNone/>
      <a:defRPr sz="4400" b="1" i="0" u="none" kern="1200" baseline="0">
        <a:solidFill>
          <a:schemeClr val="tx1"/>
        </a:solidFill>
        <a:latin typeface="Arial" panose="020B0604020202020204" pitchFamily="34" charset="0"/>
        <a:ea typeface="+mn-ea"/>
        <a:cs typeface="+mn-cs"/>
      </a:defRPr>
    </a:lvl1pPr>
    <a:lvl2pPr marL="457200" lvl="1" indent="0" algn="l" defTabSz="914400" rtl="0" eaLnBrk="0" fontAlgn="base" latinLnBrk="0" hangingPunct="0">
      <a:lnSpc>
        <a:spcPct val="100000"/>
      </a:lnSpc>
      <a:spcBef>
        <a:spcPct val="0"/>
      </a:spcBef>
      <a:spcAft>
        <a:spcPct val="0"/>
      </a:spcAft>
      <a:buNone/>
      <a:defRPr sz="4400" b="1"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sz="4400" b="1"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sz="4400" b="1"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sz="4400" b="1" i="0" u="none" kern="1200" baseline="0">
        <a:solidFill>
          <a:schemeClr val="tx1"/>
        </a:solidFill>
        <a:latin typeface="Arial" panose="020B0604020202020204" pitchFamily="34" charset="0"/>
        <a:ea typeface="+mn-ea"/>
        <a:cs typeface="+mn-cs"/>
      </a:defRPr>
    </a:lvl5pPr>
    <a:lvl6pPr marL="2286000" lvl="5" indent="0" algn="l" defTabSz="914400" rtl="0" eaLnBrk="0" fontAlgn="base" latinLnBrk="0" hangingPunct="0">
      <a:lnSpc>
        <a:spcPct val="100000"/>
      </a:lnSpc>
      <a:spcBef>
        <a:spcPct val="0"/>
      </a:spcBef>
      <a:spcAft>
        <a:spcPct val="0"/>
      </a:spcAft>
      <a:buNone/>
      <a:defRPr sz="4400" b="1" i="0" u="none" kern="1200" baseline="0">
        <a:solidFill>
          <a:schemeClr val="tx1"/>
        </a:solidFill>
        <a:latin typeface="Arial" panose="020B0604020202020204" pitchFamily="34" charset="0"/>
        <a:ea typeface="+mn-ea"/>
        <a:cs typeface="+mn-cs"/>
      </a:defRPr>
    </a:lvl6pPr>
    <a:lvl7pPr marL="2743200" lvl="6" indent="0" algn="l" defTabSz="914400" rtl="0" eaLnBrk="0" fontAlgn="base" latinLnBrk="0" hangingPunct="0">
      <a:lnSpc>
        <a:spcPct val="100000"/>
      </a:lnSpc>
      <a:spcBef>
        <a:spcPct val="0"/>
      </a:spcBef>
      <a:spcAft>
        <a:spcPct val="0"/>
      </a:spcAft>
      <a:buNone/>
      <a:defRPr sz="4400" b="1" i="0" u="none" kern="1200" baseline="0">
        <a:solidFill>
          <a:schemeClr val="tx1"/>
        </a:solidFill>
        <a:latin typeface="Arial" panose="020B0604020202020204" pitchFamily="34" charset="0"/>
        <a:ea typeface="+mn-ea"/>
        <a:cs typeface="+mn-cs"/>
      </a:defRPr>
    </a:lvl7pPr>
    <a:lvl8pPr marL="3200400" lvl="7" indent="0" algn="l" defTabSz="914400" rtl="0" eaLnBrk="0" fontAlgn="base" latinLnBrk="0" hangingPunct="0">
      <a:lnSpc>
        <a:spcPct val="100000"/>
      </a:lnSpc>
      <a:spcBef>
        <a:spcPct val="0"/>
      </a:spcBef>
      <a:spcAft>
        <a:spcPct val="0"/>
      </a:spcAft>
      <a:buNone/>
      <a:defRPr sz="4400" b="1" i="0" u="none" kern="1200" baseline="0">
        <a:solidFill>
          <a:schemeClr val="tx1"/>
        </a:solidFill>
        <a:latin typeface="Arial" panose="020B0604020202020204" pitchFamily="34" charset="0"/>
        <a:ea typeface="+mn-ea"/>
        <a:cs typeface="+mn-cs"/>
      </a:defRPr>
    </a:lvl8pPr>
    <a:lvl9pPr marL="3657600" lvl="8" indent="0" algn="l" defTabSz="914400" rtl="0" eaLnBrk="0" fontAlgn="base" latinLnBrk="0" hangingPunct="0">
      <a:lnSpc>
        <a:spcPct val="100000"/>
      </a:lnSpc>
      <a:spcBef>
        <a:spcPct val="0"/>
      </a:spcBef>
      <a:spcAft>
        <a:spcPct val="0"/>
      </a:spcAft>
      <a:buNone/>
      <a:defRPr sz="4400" b="1" i="0" u="none" kern="1200" baseline="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90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9CCFF"/>
    <a:srgbClr val="CCECFF"/>
    <a:srgbClr val="CC3300"/>
    <a:srgbClr val="FF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9565" autoAdjust="0"/>
    <p:restoredTop sz="95147" autoAdjust="0"/>
  </p:normalViewPr>
  <p:slideViewPr>
    <p:cSldViewPr showGuides="1">
      <p:cViewPr varScale="1">
        <p:scale>
          <a:sx n="111" d="100"/>
          <a:sy n="111" d="100"/>
        </p:scale>
        <p:origin x="1392" y="108"/>
      </p:cViewPr>
      <p:guideLst>
        <p:guide orient="horz" pos="2160"/>
        <p:guide pos="2904"/>
      </p:guideLst>
    </p:cSldViewPr>
  </p:slideViewPr>
  <p:outlineViewPr>
    <p:cViewPr>
      <p:scale>
        <a:sx n="33" d="100"/>
        <a:sy n="33" d="100"/>
      </p:scale>
      <p:origin x="0" y="28860"/>
    </p:cViewPr>
  </p:outlineViewPr>
  <p:notesTextViewPr>
    <p:cViewPr>
      <p:scale>
        <a:sx n="100" d="100"/>
        <a:sy n="100" d="100"/>
      </p:scale>
      <p:origin x="0" y="0"/>
    </p:cViewPr>
  </p:notesTextViewPr>
  <p:gridSpacing cx="76198" cy="7619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notesMaster" Target="notesMasters/notesMaster1.xml"/><Relationship Id="rId50"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2T15:42:01.588"/>
    </inkml:context>
    <inkml:brush xml:id="br0">
      <inkml:brushProperty name="width" value="0.035" units="cm"/>
      <inkml:brushProperty name="height" value="0.035" units="cm"/>
    </inkml:brush>
  </inkml:definitions>
  <inkml:trace contextRef="#ctx0" brushRef="#br0">257 114 3824 0 0,'-3'-17'1631'0'0,"0"0"0"0"0,-1 0 0 0 0,-1 0 0 0 0,-11-26-1 0 0,15 40-1232 0 0,-34 61 746 0 0,10 3-600 0 0,2 2 0 0 0,3 0 0 0 0,-14 79 0 0 0,-18 201 1034 0 0,17 93-306 0 0,34-343-1143 0 0,4 1 0 0 0,26 152 0 0 0,-6-140-384 0 0,-23-102 124 0 0,-2 34-4195 0 0,2-32 3385 0 0,0-1-1 0 0,0 1 1 0 0,0-1 0 0 0,-1 0 0 0 0,0 1-1 0 0,0-1 1 0 0,-1 0 0 0 0,-2 8 0 0 0,-8 9-1381 0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2T15:42:02.412"/>
    </inkml:context>
    <inkml:brush xml:id="br0">
      <inkml:brushProperty name="width" value="0.035" units="cm"/>
      <inkml:brushProperty name="height" value="0.035" units="cm"/>
    </inkml:brush>
  </inkml:definitions>
  <inkml:trace contextRef="#ctx0" brushRef="#br0">136 0 4712 0 0,'0'0'2787'0'0,"-6"2"-1681"0"0,4-2-985 0 0,-1 1 0 0 0,1 0 0 0 0,-1 0 0 0 0,1 0 0 0 0,0 0 0 0 0,-1 0 0 0 0,1 1 0 0 0,0-1-1 0 0,0 1 1 0 0,0-1 0 0 0,0 1 0 0 0,0 0 0 0 0,0 0 0 0 0,1-1 0 0 0,-4 5 0 0 0,-18 43 1557 0 0,8-6-889 0 0,3 1 0 0 0,1 0 0 0 0,2 1 0 0 0,-5 65 0 0 0,6 184 1115 0 0,8-271-1763 0 0,5 154 797 0 0,36 222 1 0 0,59 171-501 0 0,-88-500-458 0 0,-3 1-1 0 0,-4 0 0 0 0,-2 0 1 0 0,-4 0-1 0 0,-14 113 0 0 0,11-125-1600 0 0,4-45-725 0 0,0-11 884 0 0,8-24-3603 0 0,-6 13 1737 0 0,3-18 179 0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2T15:42:03.766"/>
    </inkml:context>
    <inkml:brush xml:id="br0">
      <inkml:brushProperty name="width" value="0.035" units="cm"/>
      <inkml:brushProperty name="height" value="0.035" units="cm"/>
    </inkml:brush>
  </inkml:definitions>
  <inkml:trace contextRef="#ctx0" brushRef="#br0">1 0 3792 0 0,'0'0'1266'0'0,"18"15"1797"0"0,135 29 2148 0 0,30-3-2832 0 0,251 21 0 0 0,-57-24-1600 0 0,-308-30-699 0 0,29 2 17 0 0,594-49 389 0 0,-560 23-365 0 0,153-14 415 0 0,-206 27-181 0 0,-71 3-288 0 0,-2 0-29 0 0,21 2-2 0 0,-20-2 15 0 0,-1 1-28 0 0,17 1-21 0 0,-18-2 18 0 0,1 1-43 0 0,15 2 34 0 0,-16-2 3 0 0,2 0-26 0 0,55 5 8 0 0,-56-5-10 0 0,0 0-47 0 0,21 2-52 0 0,-20-2-155 0 0,-1 0-218 0 0,19 2-375 0 0,-19-2-507 0 0,7 11-4473 0 0,-14-6 1770 0 0,-11 15-185 0 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2T15:42:04.469"/>
    </inkml:context>
    <inkml:brush xml:id="br0">
      <inkml:brushProperty name="width" value="0.035" units="cm"/>
      <inkml:brushProperty name="height" value="0.035" units="cm"/>
    </inkml:brush>
  </inkml:definitions>
  <inkml:trace contextRef="#ctx0" brushRef="#br0">164 86 4472 0 0,'-20'-85'8925'0'0,"0"144"-6233"0"0,2 90-758 0 0,1 163 0 0 0,1 4-666 0 0,-1-136-569 0 0,-39 672 2551 0 0,68-581-3094 0 0,2-158-2653 0 0,-14-96 1081 0 0,0-16 931 0 0,0 0 1 0 0,0 0-1 0 0,-1 0 0 0 0,1 0 0 0 0,-1 0 0 0 0,1 0 1 0 0,-1 0-1 0 0,1-1 0 0 0,-1 1 0 0 0,1 0 1 0 0,-1 0-1 0 0,0-1 0 0 0,1 1 0 0 0,-1 0 0 0 0,0-1 1 0 0,0 1-1 0 0,1-1 0 0 0,-1 1 0 0 0,0-1 1 0 0,0 1-1 0 0,0-1 0 0 0,0 1 0 0 0,0-1 0 0 0,0 0 1 0 0,0 1-1 0 0,-1-1 0 0 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2T15:42:05.625"/>
    </inkml:context>
    <inkml:brush xml:id="br0">
      <inkml:brushProperty name="width" value="0.035" units="cm"/>
      <inkml:brushProperty name="height" value="0.035" units="cm"/>
    </inkml:brush>
  </inkml:definitions>
  <inkml:trace contextRef="#ctx0" brushRef="#br0">0 55 3636 0 0,'0'0'2706'0'0,"2"4"-1500"0"0,1-1-881 0 0,0-1 1 0 0,1 1-1 0 0,-1-1 0 0 0,0 0 1 0 0,1 0-1 0 0,0 0 0 0 0,-1-1 1 0 0,1 1-1 0 0,0-1 0 0 0,0 1 1 0 0,0-1-1 0 0,0-1 0 0 0,0 1 1 0 0,0-1-1 0 0,6 1 1 0 0,81 5 2000 0 0,-68-5-1965 0 0,550 3 3256 0 0,-162-13-3068 0 0,-60 3-176 0 0,-241-1-23 0 0,128-24 0 0 0,-41-3 413 0 0,-190 32-664 0 0,-1 1-11 0 0,17-2-3 0 0,-18 2 102 0 0,1 1-164 0 0,-2-1-71 0 0,0 1 0 0 0,1 1 0 0 0,-1-1-1 0 0,0 0 1 0 0,1 1 0 0 0,-1 0 0 0 0,0 0 0 0 0,5 2-1 0 0,-6-1-330 0 0,8 2-112 0 0,-12 15-4619 0 0,-14 9-2614 0 0,0-9 3365 0 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2T15:42:10.033"/>
    </inkml:context>
    <inkml:brush xml:id="br0">
      <inkml:brushProperty name="width" value="0.035" units="cm"/>
      <inkml:brushProperty name="height" value="0.035" units="cm"/>
    </inkml:brush>
  </inkml:definitions>
  <inkml:trace contextRef="#ctx0" brushRef="#br0">394 112 3364 0 0,'2'-4'377'0'0,"-1"1"-1"0"0,1-1 1 0 0,-1 0-1 0 0,0 0 1 0 0,0 0-1 0 0,0 0 1 0 0,0 0-1 0 0,-1 0 1 0 0,1 0-1 0 0,-1 0 1 0 0,0 0-1 0 0,-1 0 1 0 0,1 0-1 0 0,-1 0 1 0 0,1 0-1 0 0,-1 0 1 0 0,0 0-1 0 0,-1 0 1 0 0,1 1-1 0 0,-1-1 1 0 0,0 0-1 0 0,1 1 1 0 0,-2-1-1 0 0,-2-4 1 0 0,3 7-306 0 0,0 0 0 0 0,0-1 1 0 0,0 1-1 0 0,0 0 0 0 0,0 0 1 0 0,0 1-1 0 0,0-1 1 0 0,0 0-1 0 0,0 1 0 0 0,-1-1 1 0 0,1 1-1 0 0,0 0 1 0 0,0 0-1 0 0,-1 0 0 0 0,1 0 1 0 0,0 0-1 0 0,0 0 1 0 0,-1 1-1 0 0,1-1 0 0 0,0 1 1 0 0,-4 1-1 0 0,-43 18 519 0 0,23-1-385 0 0,2 1-1 0 0,0 0 1 0 0,1 2 0 0 0,1 1-1 0 0,1 1 1 0 0,1 0-1 0 0,1 2 1 0 0,1 0-1 0 0,2 1 1 0 0,-17 36 0 0 0,26-49-125 0 0,1 1 0 0 0,1 0 0 0 0,0 0 0 0 0,1 0 0 0 0,0 0 0 0 0,1 1 0 0 0,1 0 0 0 0,1-1 0 0 0,0 1 0 0 0,1 0 0 0 0,2 22 0 0 0,-1-31-59 0 0,0-1 0 0 0,1 1 0 0 0,-1-1 1 0 0,1 0-1 0 0,1 1 0 0 0,-1-1 0 0 0,1 0 0 0 0,0 0 0 0 0,0-1 0 0 0,1 1 0 0 0,-1-1 0 0 0,1 1 1 0 0,1-1-1 0 0,-1 0 0 0 0,1-1 0 0 0,0 1 0 0 0,0-1 0 0 0,0 0 0 0 0,0 0 0 0 0,1 0 0 0 0,0-1 1 0 0,-1 0-1 0 0,1 0 0 0 0,0 0 0 0 0,1-1 0 0 0,-1 0 0 0 0,0 0 0 0 0,10 1 0 0 0,-3-2 2 0 0,0 0-1 0 0,1-1 0 0 0,-1 0 1 0 0,0-1-1 0 0,0 0 0 0 0,0-1 1 0 0,0-1-1 0 0,0 0 0 0 0,0-1 1 0 0,-1 0-1 0 0,1-1 0 0 0,-1 0 1 0 0,-1-1-1 0 0,1-1 0 0 0,-1 0 1 0 0,0 0-1 0 0,0-1 0 0 0,-1 0 1 0 0,10-10-1 0 0,-18 15-9 0 0,0 1 1 0 0,0-1-1 0 0,0 0 1 0 0,-1 0-1 0 0,1 0 0 0 0,-1 0 1 0 0,1 0-1 0 0,-1 0 0 0 0,0 0 1 0 0,0 0-1 0 0,0-1 1 0 0,-1 1-1 0 0,1 0 0 0 0,-1 0 1 0 0,0-1-1 0 0,0 1 0 0 0,0-1 1 0 0,0 1-1 0 0,-1 0 1 0 0,1 0-1 0 0,-1-1 0 0 0,0 1 1 0 0,0 0-1 0 0,0 0 0 0 0,0 0 1 0 0,0 0-1 0 0,-1 0 0 0 0,0 0 1 0 0,1 0-1 0 0,-1 0 1 0 0,0 0-1 0 0,0 1 0 0 0,-1-1 1 0 0,1 1-1 0 0,0 0 0 0 0,-1 0 1 0 0,0 0-1 0 0,1 0 1 0 0,-1 0-1 0 0,0 0 0 0 0,0 0 1 0 0,0 1-1 0 0,0 0 0 0 0,0 0 1 0 0,0 0-1 0 0,-1 0 1 0 0,1 0-1 0 0,0 0 0 0 0,0 1 1 0 0,-1 0-1 0 0,1-1 0 0 0,0 1 1 0 0,-1 0-1 0 0,-4 1 0 0 0,3 0-154 0 0,0-1-1 0 0,1 1 0 0 0,-1-1 0 0 0,0 1 0 0 0,1 1 0 0 0,-1-1 0 0 0,1 1 0 0 0,0-1 0 0 0,-1 1 0 0 0,1 0 0 0 0,0 1 0 0 0,0-1 1 0 0,0 1-1 0 0,1 0 0 0 0,-1 0 0 0 0,0 0 0 0 0,1 0 0 0 0,0 1 0 0 0,0-1 0 0 0,0 1 0 0 0,-3 5 0 0 0,6-8 18 0 0,-1 0 0 0 0,1 1 0 0 0,0-1 0 0 0,0 0-1 0 0,0 1 1 0 0,0-1 0 0 0,0 0 0 0 0,0 0 0 0 0,0 1 0 0 0,0-1 0 0 0,0 0 0 0 0,1 0-1 0 0,-1 1 1 0 0,0-1 0 0 0,1 0 0 0 0,-1 0 0 0 0,1 0 0 0 0,0 0 0 0 0,-1 1-1 0 0,2 0 1 0 0,-2-1-63 0 0,1 0-30 0 0,-1 0 1 0 0,1 0-1 0 0,0 0 0 0 0,-1 1 0 0 0,1-1 1 0 0,0 0-1 0 0,0 0 0 0 0,-1 0 1 0 0,1 0-1 0 0,0 0 0 0 0,0 0 1 0 0,0-1-1 0 0,0 1 0 0 0,0 0 0 0 0,1 0 1 0 0,-1-1-1 0 0,0 1 0 0 0,0-1 1 0 0,0 1-1 0 0,3 0 0 0 0,-3-1-430 0 0,10 5-2082 0 0,23 4 58 0 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2T15:42:10.377"/>
    </inkml:context>
    <inkml:brush xml:id="br0">
      <inkml:brushProperty name="width" value="0.035" units="cm"/>
      <inkml:brushProperty name="height" value="0.035" units="cm"/>
    </inkml:brush>
  </inkml:definitions>
  <inkml:trace contextRef="#ctx0" brushRef="#br0">1 1 3324 0 0,'0'0'2002'0'0,"7"1"-474"0"0,86 17 2893 0 0,47-6-2796 0 0,-56-5-1368 0 0,-74-6-1041 0 0,-1-1 0 0 0,0 0 0 0 0,1 0 0 0 0,-1-1 0 0 0,1 0 0 0 0,15-4 0 0 0,-17 2-1525 0 0,3-6 377 0 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2T15:42:10.709"/>
    </inkml:context>
    <inkml:brush xml:id="br0">
      <inkml:brushProperty name="width" value="0.035" units="cm"/>
      <inkml:brushProperty name="height" value="0.035" units="cm"/>
    </inkml:brush>
  </inkml:definitions>
  <inkml:trace contextRef="#ctx0" brushRef="#br0">90 8 3268 0 0,'-1'0'111'0'0,"1"-1"1"0"0,-1 0-1 0 0,1 1 0 0 0,-1-1 0 0 0,0 1 0 0 0,1-1 0 0 0,-1 1 1 0 0,0-1-1 0 0,0 1 0 0 0,1-1 0 0 0,-1 1 0 0 0,0 0 0 0 0,0-1 1 0 0,0 1-1 0 0,1 0 0 0 0,-1 0 0 0 0,0-1 0 0 0,0 1 0 0 0,0 0 1 0 0,0 0-1 0 0,1 0 0 0 0,-1 0 0 0 0,0 0 0 0 0,0 0 0 0 0,0 1 1 0 0,0-1-1 0 0,1 0 0 0 0,-1 0 0 0 0,0 1 0 0 0,0-1 0 0 0,0 0 1 0 0,1 1-1 0 0,-1-1 0 0 0,0 0 0 0 0,0 1 0 0 0,1-1 0 0 0,-1 1 1 0 0,1 0-1 0 0,-1-1 0 0 0,0 1 0 0 0,1-1 0 0 0,-1 1 0 0 0,1 0 1 0 0,-1 0-1 0 0,1-1 0 0 0,-1 1 0 0 0,1 0 0 0 0,0 0 0 0 0,0-1 1 0 0,-1 1-1 0 0,1 0 0 0 0,0 0 0 0 0,0 0 0 0 0,0 0 0 0 0,-1 1 1 0 0,-10 62 1601 0 0,8-46-1164 0 0,-17 114 817 0 0,11-68-3003 0 0,-1-2-4834 0 0,10-59 4885 0 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2T15:42:11.049"/>
    </inkml:context>
    <inkml:brush xml:id="br0">
      <inkml:brushProperty name="width" value="0.035" units="cm"/>
      <inkml:brushProperty name="height" value="0.035" units="cm"/>
    </inkml:brush>
  </inkml:definitions>
  <inkml:trace contextRef="#ctx0" brushRef="#br0">0 57 4436 0 0,'13'-34'3426'0'0,"-4"12"63"0"0,-6 25-2387 0 0,-1 14-746 0 0,-2 6 47 0 0,0 1 0 0 0,-2-1 0 0 0,-7 30-1 0 0,6-35-306 0 0,0 0-1 0 0,1 0 0 0 0,0 0 1 0 0,2 0-1 0 0,0 0 0 0 0,3 20 0 0 0,-1-31-94 0 0,-1 1 0 0 0,1-1 0 0 0,1 1 0 0 0,0-1 0 0 0,0 0 0 0 0,0 0 0 0 0,1 0 0 0 0,0 0 0 0 0,0-1 0 0 0,0 1 0 0 0,1-1 0 0 0,0 0 0 0 0,1-1-1 0 0,6 7 1 0 0,-11-11-30 0 0,1-1-1 0 0,-1 1 1 0 0,1 0-1 0 0,0 0 1 0 0,-1 0-1 0 0,1-1 1 0 0,0 1-1 0 0,0-1 0 0 0,-1 1 1 0 0,1-1-1 0 0,0 0 1 0 0,0 0-1 0 0,0 0 1 0 0,-1 0-1 0 0,1 0 1 0 0,0 0-1 0 0,2-1 0 0 0,-1 1-62 0 0,2 0-47 0 0,1 0 0 0 0,0 0 0 0 0,0 0 0 0 0,-1-1 0 0 0,1 0 0 0 0,0 0 0 0 0,0-1 0 0 0,-1 1 0 0 0,1-1 0 0 0,-1-1 0 0 0,0 1 0 0 0,0-1 0 0 0,0 0 0 0 0,8-5 1 0 0,-1-1-192 0 0,0-1 0 0 0,0 0 0 0 0,16-19 1 0 0,-25 25 441 0 0,-1 0-1 0 0,1 0 1 0 0,-1 0 0 0 0,0-1 0 0 0,0 1 0 0 0,0-1 0 0 0,0 1-1 0 0,1-9 1 0 0,-3 13-110 0 0,1-4 348 0 0,-6-3 132 0 0,5 6-444 0 0,0 1 0 0 0,0-1 0 0 0,-1 1 0 0 0,1-1 0 0 0,0 1 0 0 0,0-1 0 0 0,0 1 0 0 0,-1-1 0 0 0,1 1 0 0 0,0-1 0 0 0,-1 1 0 0 0,1-1 0 0 0,-1 1 0 0 0,1 0 0 0 0,0-1 0 0 0,-1 1 0 0 0,1 0-1 0 0,-1-1 1 0 0,1 1 0 0 0,-1 0 0 0 0,1 0 0 0 0,-1-1 0 0 0,1 1 0 0 0,-1 0 0 0 0,1 0 0 0 0,-1 0 0 0 0,1 0 0 0 0,-1-1 0 0 0,1 1 0 0 0,-1 0 0 0 0,0 0 0 0 0,1 0 0 0 0,-1 0 0 0 0,1 1 0 0 0,-2-1 0 0 0,-23 5 310 0 0,23-4-297 0 0,0 0 0 0 0,0 0-1 0 0,1 0 1 0 0,-1 1-1 0 0,0-1 1 0 0,0 0 0 0 0,1 1-1 0 0,-1-1 1 0 0,1 1-1 0 0,-1 0 1 0 0,1 0 0 0 0,0-1-1 0 0,-1 1 1 0 0,1 0-1 0 0,0 0 1 0 0,0 0 0 0 0,0 0-1 0 0,1 0 1 0 0,-1 1-1 0 0,0 2 1 0 0,0-2 32 0 0,0 0-53 0 0,1 1 0 0 0,-1-1 0 0 0,1 0 0 0 0,0 0 0 0 0,0 0-1 0 0,0 0 1 0 0,0 0 0 0 0,1 0 0 0 0,-1 0 0 0 0,1 0-1 0 0,0 0 1 0 0,0 0 0 0 0,0 0 0 0 0,3 5 0 0 0,22 36-507 0 0,-23-40 489 0 0,15 22-2592 0 0,-3 9-4784 0 0,-8-9 4978 0 0</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2T15:42:11.379"/>
    </inkml:context>
    <inkml:brush xml:id="br0">
      <inkml:brushProperty name="width" value="0.035" units="cm"/>
      <inkml:brushProperty name="height" value="0.035" units="cm"/>
    </inkml:brush>
  </inkml:definitions>
  <inkml:trace contextRef="#ctx0" brushRef="#br0">0 55 3916 0 0,'0'0'1720'0'0,"6"-3"-219"0"0,6-2-716 0 0,1-1 0 0 0,0 2 1 0 0,0 0-1 0 0,19-3 1 0 0,4 2 85 0 0,57 0-1 0 0,8-2-402 0 0,-63 5-614 0 0,-4 6-583 0 0,-29-3 700 0 0,40 3-2079 0 0,-11-11-2921 0 0,-17-2 3225 0 0</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2T15:42:11.722"/>
    </inkml:context>
    <inkml:brush xml:id="br0">
      <inkml:brushProperty name="width" value="0.035" units="cm"/>
      <inkml:brushProperty name="height" value="0.035" units="cm"/>
    </inkml:brush>
  </inkml:definitions>
  <inkml:trace contextRef="#ctx0" brushRef="#br0">115 0 3900 0 0,'-3'3'1901'0'0,"-6"6"-1195"0"0,0 1 0 0 0,1 0 0 0 0,0 0 0 0 0,1 1-1 0 0,0 0 1 0 0,0 1 0 0 0,2-1 0 0 0,-1 1 0 0 0,1 1 0 0 0,1-1 0 0 0,0 0-1 0 0,-2 17 1 0 0,-3 20 191 0 0,-3 94 1 0 0,10-107-726 0 0,5-8-952 0 0,-2-23-166 0 0,0-1-1 0 0,0 1 1 0 0,-1 0-1 0 0,0-1 1 0 0,1 1-1 0 0,-2 0 1 0 0,1-1-1 0 0,0 1 1 0 0,-3 7-1 0 0,-4 7-2324 0 0</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2T15:42:12.328"/>
    </inkml:context>
    <inkml:brush xml:id="br0">
      <inkml:brushProperty name="width" value="0.035" units="cm"/>
      <inkml:brushProperty name="height" value="0.035" units="cm"/>
    </inkml:brush>
  </inkml:definitions>
  <inkml:trace contextRef="#ctx0" brushRef="#br0">77 89 4060 0 0,'-34'2'1887'0'0,"28"-2"-194"0"0,0 0-244 0 0,-15-2-190 0 0,16 2 632 0 0,5-1-1833 0 0,-1 1-1 0 0,1-1 1 0 0,-1 0-1 0 0,1 1 1 0 0,0-1-1 0 0,-1 1 0 0 0,1-1 1 0 0,0 1-1 0 0,0-1 1 0 0,-1 0-1 0 0,1 1 1 0 0,0-1-1 0 0,0 0 1 0 0,0 1-1 0 0,0-1 1 0 0,0 0-1 0 0,0 1 1 0 0,0-1-1 0 0,0 0 1 0 0,0 1-1 0 0,0-1 1 0 0,0 1-1 0 0,0-1 1 0 0,1 0-1 0 0,-1 1 1 0 0,0-1-1 0 0,0 0 0 0 0,1 0 1 0 0,12-8 96 0 0,1 0-1 0 0,-1 2 1 0 0,2-1-1 0 0,-1 2 1 0 0,1 0 0 0 0,0 0-1 0 0,0 2 1 0 0,0 0 0 0 0,1 0-1 0 0,-1 1 1 0 0,1 1 0 0 0,0 1-1 0 0,25 1 1 0 0,-33 0-85 0 0,1 0 1 0 0,-1 1-1 0 0,0 0 0 0 0,0 0 1 0 0,0 1-1 0 0,0 0 1 0 0,-1 1-1 0 0,1-1 0 0 0,0 2 1 0 0,-1-1-1 0 0,0 1 0 0 0,0 0 1 0 0,0 0-1 0 0,0 1 1 0 0,-1 0-1 0 0,1 0 0 0 0,-1 0 1 0 0,-1 1-1 0 0,1 0 1 0 0,-1 0-1 0 0,0 1 0 0 0,0-1 1 0 0,-1 1-1 0 0,0 0 0 0 0,0 1 1 0 0,0-1-1 0 0,-1 1 1 0 0,3 10-1 0 0,-1 12 153 0 0,-1 1 0 0 0,-2 0 0 0 0,-1-1-1 0 0,-1 1 1 0 0,-2 0 0 0 0,-10 57 0 0 0,-2 69-138 0 0,14-131-537 0 0,0 13-1074 0 0,-3-12-2507 0 0,-1-19-594 0 0,-7-1 2483 0 0,9-5-1346 0 0</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2T15:42:12.671"/>
    </inkml:context>
    <inkml:brush xml:id="br0">
      <inkml:brushProperty name="width" value="0.035" units="cm"/>
      <inkml:brushProperty name="height" value="0.035" units="cm"/>
    </inkml:brush>
  </inkml:definitions>
  <inkml:trace contextRef="#ctx0" brushRef="#br0">1 94 5152 0 0,'17'-23'3425'0'0,"20"5"-2017"0"0,-14 10-252 0 0,0 3 412 0 0,32-3-648 0 0,8 5-604 0 0,-28 1-248 0 0,5 2-360 0 0,-3 0-496 0 0,6-8-812 0 0,1 0-1760 0 0,-4 3 1028 0 0,0 0 119 0 0</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2T15:42:13"/>
    </inkml:context>
    <inkml:brush xml:id="br0">
      <inkml:brushProperty name="width" value="0.035" units="cm"/>
      <inkml:brushProperty name="height" value="0.035" units="cm"/>
    </inkml:brush>
  </inkml:definitions>
  <inkml:trace contextRef="#ctx0" brushRef="#br0">38 16 4672 0 0,'0'0'1583'0'0,"-6"0"-321"0"0,-25-2 2497 0 0,36 1-3107 0 0,68-4 372 0 0,124 9 0 0 0,-174-3-1408 0 0,37-2-2813 0 0,-20-6-2304 0 0,-19 3 4035 0 0</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2T15:42:13.343"/>
    </inkml:context>
    <inkml:brush xml:id="br0">
      <inkml:brushProperty name="width" value="0.035" units="cm"/>
      <inkml:brushProperty name="height" value="0.035" units="cm"/>
    </inkml:brush>
  </inkml:definitions>
  <inkml:trace contextRef="#ctx0" brushRef="#br0">93 1 3284 0 0,'-4'2'1824'0'0,"-1"1"-1335"0"0,0 1 0 0 0,0-1 0 0 0,0 1 0 0 0,1 0 0 0 0,-1 1-1 0 0,1-1 1 0 0,0 1 0 0 0,1 0 0 0 0,-1 0 0 0 0,1 0-1 0 0,0 0 1 0 0,-3 7 0 0 0,0 1 87 0 0,1 0 0 0 0,1 0 0 0 0,0 0 0 0 0,1 1-1 0 0,-1 14 1 0 0,1-1-554 0 0,1 47 0 0 0,9 13-3904 0 0,-6-72 107 0 0,-3-2 2872 0 0,0-6 143 0 0,-3 14-1454 0 0</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2T15:42:13.951"/>
    </inkml:context>
    <inkml:brush xml:id="br0">
      <inkml:brushProperty name="width" value="0.035" units="cm"/>
      <inkml:brushProperty name="height" value="0.035" units="cm"/>
    </inkml:brush>
  </inkml:definitions>
  <inkml:trace contextRef="#ctx0" brushRef="#br0">0 1 4556 0 0,'0'0'1713'0'0,"6"2"-219"0"0,-3-1-1319 0 0,0 1 0 0 0,0 0 1 0 0,0-1-1 0 0,-1 1 0 0 0,1 0 1 0 0,0 0-1 0 0,-1 0 0 0 0,0 1 0 0 0,1-1 1 0 0,-1 1-1 0 0,0-1 0 0 0,0 1 1 0 0,0-1-1 0 0,-1 1 0 0 0,1 0 1 0 0,-1 0-1 0 0,1 0 0 0 0,-1 0 0 0 0,0 0 1 0 0,0 1-1 0 0,-1-1 0 0 0,1 0 1 0 0,-1 0-1 0 0,1 0 0 0 0,-1 1 1 0 0,0 5-1 0 0,5 132 2451 0 0,1 18-2330 0 0,3-57-9786 0 0,-9-98 6990 0 0</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2T15:42:14.278"/>
    </inkml:context>
    <inkml:brush xml:id="br0">
      <inkml:brushProperty name="width" value="0.035" units="cm"/>
      <inkml:brushProperty name="height" value="0.035" units="cm"/>
    </inkml:brush>
  </inkml:definitions>
  <inkml:trace contextRef="#ctx0" brushRef="#br0">0 180 3344 0 0,'0'-7'456'0'0,"1"1"-1"0"0,-1-1 0 0 0,1 1 1 0 0,1-1-1 0 0,-1 1 0 0 0,1-1 1 0 0,0 1-1 0 0,0 0 1 0 0,1 0-1 0 0,0 0 0 0 0,0 0 1 0 0,1 0-1 0 0,-1 1 0 0 0,9-10 1 0 0,-5 8-200 0 0,0 0-1 0 0,0 1 1 0 0,0 0 0 0 0,1 0 0 0 0,0 1 0 0 0,0 0 0 0 0,1 0-1 0 0,-1 1 1 0 0,17-6 0 0 0,-15 6-168 0 0,1 1-1 0 0,-1 0 1 0 0,1 1-1 0 0,-1 0 1 0 0,1 1-1 0 0,0 0 1 0 0,0 1 0 0 0,0 0-1 0 0,-1 1 1 0 0,1 0-1 0 0,0 0 1 0 0,-1 1-1 0 0,1 1 1 0 0,-1-1-1 0 0,1 2 1 0 0,-1 0-1 0 0,0 0 1 0 0,0 1-1 0 0,10 6 1 0 0,-16-8-44 0 0,0-1 1 0 0,0 1-1 0 0,0 1 1 0 0,-1-1-1 0 0,1 1 1 0 0,-1-1-1 0 0,0 1 1 0 0,0 0-1 0 0,0 0 1 0 0,0 0-1 0 0,-1 0 1 0 0,1 1-1 0 0,-1-1 0 0 0,0 1 1 0 0,-1 0-1 0 0,1-1 1 0 0,-1 1-1 0 0,0 0 1 0 0,0 0-1 0 0,-1 0 1 0 0,1 0-1 0 0,-1 0 1 0 0,0-1-1 0 0,0 1 1 0 0,-1 0-1 0 0,1 0 0 0 0,-1 0 1 0 0,0 0-1 0 0,0 0 1 0 0,-1-1-1 0 0,0 1 1 0 0,0 0-1 0 0,-4 7 1 0 0,-7 10 229 0 0,-2 1 0 0 0,0-1 0 0 0,-1-1 0 0 0,-1-1 0 0 0,-22 19 0 0 0,11-8 189 0 0,-28 35 482 0 0,56-66-924 0 0,-1 1 1 0 0,1 0-1 0 0,0 0 1 0 0,0 0-1 0 0,0 0 0 0 0,0 0 1 0 0,0 0-1 0 0,0 0 1 0 0,1-1-1 0 0,-1 1 1 0 0,0 0-1 0 0,0 0 1 0 0,1 0-1 0 0,-1 0 1 0 0,0 0-1 0 0,1-1 1 0 0,-1 1-1 0 0,1 0 0 0 0,-1 0 1 0 0,1-1-1 0 0,-1 1 1 0 0,1 0-1 0 0,-1-1 1 0 0,1 1-1 0 0,0 0 1 0 0,0-1-1 0 0,-1 1 1 0 0,1-1-1 0 0,0 1 0 0 0,0-1 1 0 0,-1 0-1 0 0,1 1 1 0 0,0-1-1 0 0,0 0 1 0 0,0 1-1 0 0,1-1 1 0 0,21 7 145 0 0,-6-5-7 0 0,53-6-362 0 0,70-15 1 0 0,-65 4-3643 0 0,1-5-5192 0 0,-48 11 5578 0 0</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2T15:42:16.939"/>
    </inkml:context>
    <inkml:brush xml:id="br0">
      <inkml:brushProperty name="width" value="0.035" units="cm"/>
      <inkml:brushProperty name="height" value="0.035" units="cm"/>
    </inkml:brush>
  </inkml:definitions>
  <inkml:trace contextRef="#ctx0" brushRef="#br0">0 20 2440 0 0,'0'0'1498'0'0,"4"-3"-246"0"0,0 1-944 0 0,0-1 0 0 0,1 1-1 0 0,-1 0 1 0 0,0 1 0 0 0,1-1 0 0 0,-1 1 0 0 0,1 0 0 0 0,0 0 0 0 0,-1 0-1 0 0,1 0 1 0 0,9 1 0 0 0,2 1 268 0 0,-1 1 1 0 0,30 6-1 0 0,82 21 208 0 0,-57-19-3841 0 0,-65-9 852 0 0,-3-4 474 0 0,8-12 755 0 0</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2T15:42:17.282"/>
    </inkml:context>
    <inkml:brush xml:id="br0">
      <inkml:brushProperty name="width" value="0.035" units="cm"/>
      <inkml:brushProperty name="height" value="0.035" units="cm"/>
    </inkml:brush>
  </inkml:definitions>
  <inkml:trace contextRef="#ctx0" brushRef="#br0">96 36 3684 0 0,'-7'-19'1344'0'0,"5"15"-223"0"0,-8-8 2423 0 0,-26 181 483 0 0,8-34-4153 0 0,18-75-1719 0 0,8-4-4465 0 0,2-52 4299 0 0</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2T15:42:17.611"/>
    </inkml:context>
    <inkml:brush xml:id="br0">
      <inkml:brushProperty name="width" value="0.035" units="cm"/>
      <inkml:brushProperty name="height" value="0.035" units="cm"/>
    </inkml:brush>
  </inkml:definitions>
  <inkml:trace contextRef="#ctx0" brushRef="#br0">47 70 2812 0 0,'0'0'3321'0'0,"-3"26"-2525"0"0,-3-8-344 0 0,0 6-92 0 0,1-1-44 0 0,-7 6-52 0 0,6 2-60 0 0,3 0-32 0 0,-2 0-256 0 0,5 0-88 0 0,0-5-348 0 0,3-3-400 0 0,-1-2-1161 0 0,24-1 589 0 0</inkml:trace>
  <inkml:trace contextRef="#ctx0" brushRef="#br0" timeOffset="1">349 146 2888 0 0,'-3'26'1073'0'0,"2"0"0"0"0,0 0 0 0 0,2 0 0 0 0,1 0 0 0 0,7 31-1 0 0,-8-48-950 0 0,1-1-1 0 0,0 0 0 0 0,0 0 1 0 0,1 0-1 0 0,0 0 0 0 0,0 0 0 0 0,1-1 1 0 0,0 1-1 0 0,0-1 0 0 0,1 0 1 0 0,0 0-1 0 0,0 0 0 0 0,1-1 0 0 0,0 0 1 0 0,0 0-1 0 0,0-1 0 0 0,1 1 1 0 0,0-1-1 0 0,10 6 0 0 0,-15-10-72 0 0,1 0-1 0 0,-1 0 1 0 0,1-1-1 0 0,-1 1 1 0 0,1 0-1 0 0,-1-1 1 0 0,1 0-1 0 0,-1 1 1 0 0,1-1-1 0 0,0 0 1 0 0,-1-1-1 0 0,1 1 1 0 0,4-1-1 0 0,2 0 96 0 0,-2 0 18 0 0,1 0-1 0 0,-1-1 1 0 0,0 0-1 0 0,1 0 0 0 0,-1 0 1 0 0,0-1-1 0 0,0 0 0 0 0,-1 0 1 0 0,1-1-1 0 0,-1 0 0 0 0,1 0 1 0 0,-1-1-1 0 0,-1 1 0 0 0,1-1 1 0 0,-1 0-1 0 0,1-1 1 0 0,-2 0-1 0 0,1 1 0 0 0,0-2 1 0 0,-1 1-1 0 0,4-8 0 0 0,0-1 139 0 0,0 0 0 0 0,-1-1-1 0 0,-1 0 1 0 0,0 0 0 0 0,-2 0-1 0 0,0 0 1 0 0,0-1-1 0 0,1-19 1 0 0,-4 18-67 0 0,-1-1-1 0 0,0 1 1 0 0,-1 0 0 0 0,-7-33-1 0 0,7 45-222 0 0,-1-1-1 0 0,0 1 1 0 0,0 0-1 0 0,0-1 1 0 0,-1 1-1 0 0,0 0 1 0 0,0 0-1 0 0,0 0 1 0 0,-1 1-1 0 0,0-1 1 0 0,0 1-1 0 0,0 0 1 0 0,-1 0-1 0 0,0 1 1 0 0,-8-7 0 0 0,2 9-499 0 0,1 2 31 0 0,-1 1 1 0 0,1 1-1 0 0,-1 0 1 0 0,1 0-1 0 0,0 1 0 0 0,0 1 1 0 0,0-1-1 0 0,0 2 1 0 0,-15 8-1 0 0,-6 7-3614 0 0,-46 36-1 0 0,31-20 574 0 0</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2T15:42:45.388"/>
    </inkml:context>
    <inkml:brush xml:id="br0">
      <inkml:brushProperty name="width" value="0.035" units="cm"/>
      <inkml:brushProperty name="height" value="0.035" units="cm"/>
    </inkml:brush>
  </inkml:definitions>
  <inkml:trace contextRef="#ctx0" brushRef="#br0">749 1413 4488 0 0,'7'12'765'0'0,"2"-1"0"0"0,-1 0-1 0 0,2 0 1 0 0,-1-1 0 0 0,1 0-1 0 0,1-1 1 0 0,0 0 0 0 0,0 0 0 0 0,1-2-1 0 0,0 1 1 0 0,25 10 0 0 0,-36-17-713 0 0,1-1 1 0 0,0 0-1 0 0,-1 0 1 0 0,1 0-1 0 0,-1 0 1 0 0,1 0 0 0 0,0 0-1 0 0,-1 0 1 0 0,1 0-1 0 0,0-1 1 0 0,-1 1 0 0 0,1-1-1 0 0,-1 1 1 0 0,1-1-1 0 0,-1 0 1 0 0,1 1-1 0 0,-1-1 1 0 0,0 0 0 0 0,3-2-1 0 0,0 1 120 0 0,6-4 16 0 0,0 1-1 0 0,0-1 0 0 0,-1 0 1 0 0,0-1-1 0 0,0 0 1 0 0,0-1-1 0 0,-1 1 1 0 0,-1-2-1 0 0,1 1 1 0 0,11-18-1 0 0,2-7 125 0 0,28-61 0 0 0,-37 69-210 0 0,24-52 61 0 0,-4 0-1 0 0,-4-3 1 0 0,-3 0-1 0 0,-3-1 1 0 0,18-142-1 0 0,-37 194-118 0 0,-2 0 0 0 0,0 0-1 0 0,-2 0 1 0 0,-2 1 0 0 0,0-1 0 0 0,-2 1-1 0 0,-1-1 1 0 0,-1 1 0 0 0,-1 1 0 0 0,-2 0-1 0 0,-1 0 1 0 0,-1 1 0 0 0,-23-39 0 0 0,23 47-23 0 0,0 1 0 0 0,-2 0 1 0 0,0 1-1 0 0,0 0 1 0 0,-1 1-1 0 0,-1 1 0 0 0,-1 0 1 0 0,0 1-1 0 0,-1 1 0 0 0,0 1 1 0 0,0 0-1 0 0,-2 2 1 0 0,1 0-1 0 0,-1 1 0 0 0,0 0 1 0 0,-1 2-1 0 0,1 1 0 0 0,-39-5 1 0 0,29 8-20 0 0,0 1 0 0 0,0 1 0 0 0,0 2 0 0 0,0 1 0 0 0,0 1 0 0 0,0 2 0 0 0,1 0 0 0 0,0 3 0 0 0,0 0 0 0 0,1 2 0 0 0,0 1 0 0 0,1 1 0 0 0,-47 30-1 0 0,46-23-3 0 0,0 1-1 0 0,0 2 0 0 0,2 0 0 0 0,1 2 0 0 0,1 0 0 0 0,2 2 0 0 0,0 1 0 0 0,2 0 0 0 0,0 2 0 0 0,3 0 0 0 0,-23 50 0 0 0,21-31-3 0 0,2 1-1 0 0,2 1 1 0 0,3 0-1 0 0,-11 90 0 0 0,20-111-2 0 0,1 0-1 0 0,2 0 1 0 0,1 0-1 0 0,1 0 1 0 0,1 0-1 0 0,2 0 1 0 0,1-1-1 0 0,1 0 1 0 0,19 48-1 0 0,-19-62 3 0 0,1-1 0 0 0,0 1 0 0 0,1-2 0 0 0,1 1-1 0 0,0-1 1 0 0,1 0 0 0 0,0-1 0 0 0,1-1-1 0 0,0 1 1 0 0,17 10 0 0 0,-10-9-33 0 0,0-2 1 0 0,1 0-1 0 0,0-1 0 0 0,0-1 1 0 0,1-1-1 0 0,42 10 0 0 0,-26-10-272 0 0,0-3-1 0 0,1-1 1 0 0,-1-2 0 0 0,1-1-1 0 0,-1-2 1 0 0,1-2-1 0 0,-1-1 1 0 0,67-17-1 0 0,-62 10-923 0 0,-2-3 0 0 0,0-1 0 0 0,0-2 0 0 0,-2-2 0 0 0,0-1 0 0 0,-1-2 0 0 0,44-35 0 0 0,-3-5-1813 0 0</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2T15:44:39.952"/>
    </inkml:context>
    <inkml:brush xml:id="br0">
      <inkml:brushProperty name="width" value="0.035" units="cm"/>
      <inkml:brushProperty name="height" value="0.035" units="cm"/>
    </inkml:brush>
  </inkml:definitions>
  <inkml:trace contextRef="#ctx0" brushRef="#br0">75 110 2576 0 0,'0'0'2607'0'0,"-6"-1"-1575"0"0,-21 0-78 0 0,20 0 2221 0 0,1 2-2441 0 0,-17 0-28 0 0,18 0 3082 0 0,11-1-3639 0 0,219 2 699 0 0,183-53-443 0 0,15-1-310 0 0,-300 44-106 0 0,-23 8 46 0 0,-5 2-427 0 0,-89-1-96 0 0,-47 6-12297 0 0</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2T15:45:16.095"/>
    </inkml:context>
    <inkml:brush xml:id="br0">
      <inkml:brushProperty name="width" value="0.035" units="cm"/>
      <inkml:brushProperty name="height" value="0.035" units="cm"/>
    </inkml:brush>
  </inkml:definitions>
  <inkml:trace contextRef="#ctx0" brushRef="#br0">1523 553 3060 0 0,'4'-9'429'0'0,"0"1"0"0"0,-1-1 0 0 0,-1 0 0 0 0,1 0 0 0 0,-1 0-1 0 0,-1 0 1 0 0,0 0 0 0 0,0 0 0 0 0,0 0 0 0 0,-1-1 0 0 0,-1 1 0 0 0,0 0-1 0 0,0 0 1 0 0,-4-13 0 0 0,2 11-78 0 0,-2 0-1 0 0,0 0 1 0 0,0 1-1 0 0,-1-1 1 0 0,0 1-1 0 0,-1 0 1 0 0,0 1-1 0 0,0 0 1 0 0,-1 0-1 0 0,-17-14 1 0 0,-14-13 278 0 0,-2 3 1 0 0,-2 1-1 0 0,-1 2 1 0 0,-1 2 0 0 0,-75-34-1 0 0,92 50-538 0 0,0 2-1 0 0,-1 0 1 0 0,0 3-1 0 0,-1 0 1 0 0,1 2 0 0 0,-1 1-1 0 0,0 1 1 0 0,0 2-1 0 0,-1 0 1 0 0,1 3-1 0 0,-38 5 1 0 0,10 4-26 0 0,0 2 0 0 0,1 3 0 0 0,0 2 0 0 0,2 2 0 0 0,0 3 1 0 0,2 3-1 0 0,-68 42 0 0 0,103-54-60 0 0,0 1 0 0 0,1 0 0 0 0,1 1 0 0 0,1 1 0 0 0,0 1 0 0 0,1 0 0 0 0,1 1 0 0 0,0 0 0 0 0,2 1 0 0 0,0 0 1 0 0,2 1-1 0 0,0 0 0 0 0,1 1 0 0 0,1 0 0 0 0,1 0 0 0 0,1 0 0 0 0,1 1 0 0 0,1-1 0 0 0,1 1 0 0 0,1 0 0 0 0,1 0 0 0 0,1 0 0 0 0,1 0 0 0 0,1-1 1 0 0,1 1-1 0 0,1-1 0 0 0,14 39 0 0 0,-14-49-7 0 0,0-1 0 0 0,1 0 0 0 0,0-1 0 0 0,1 1 0 0 0,0-1 0 0 0,1 0 0 0 0,0-1 1 0 0,0 0-1 0 0,1 0 0 0 0,0-1 0 0 0,1 0 0 0 0,16 11 0 0 0,-11-10-12 0 0,1-1-1 0 0,1-1 0 0 0,-1 0 1 0 0,1-1-1 0 0,1 0 0 0 0,-1-2 1 0 0,34 5-1 0 0,-7-6-253 0 0,1-1 0 0 0,0-3 0 0 0,-1-2-1 0 0,1-1 1 0 0,-1-3 0 0 0,49-13 0 0 0,168-62-3716 0 0,-10-29-3288 0 0,-174 72 5099 0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eaLnBrk="1" hangingPunct="1">
              <a:defRPr sz="1200" b="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eaLnBrk="1" hangingPunct="1">
              <a:defRPr sz="1200" b="0"/>
            </a:lvl1pPr>
          </a:lstStyle>
          <a:p>
            <a:pPr marL="0" marR="0" lvl="0" indent="0" algn="r" defTabSz="914400" rtl="0" eaLnBrk="1" fontAlgn="base" latinLnBrk="0" hangingPunct="1">
              <a:lnSpc>
                <a:spcPct val="100000"/>
              </a:lnSpc>
              <a:spcBef>
                <a:spcPct val="0"/>
              </a:spcBef>
              <a:spcAft>
                <a:spcPct val="0"/>
              </a:spcAft>
              <a:buClrTx/>
              <a:buSzTx/>
              <a:buFontTx/>
              <a:buNone/>
              <a:defRPr/>
            </a:pPr>
            <a:fld id="{9CA6165A-1F2B-40F7-8FF6-ED735D48B310}" type="datetimeFigureOut">
              <a:rPr kumimoji="0" lang="en-US" sz="1200" b="0" i="0" u="none" strike="noStrike" kern="1200" cap="none" spc="0" normalizeH="0" baseline="0" noProof="0">
                <a:ln>
                  <a:noFill/>
                </a:ln>
                <a:solidFill>
                  <a:schemeClr val="tx1"/>
                </a:solidFill>
                <a:effectLst/>
                <a:uLnTx/>
                <a:uFillTx/>
                <a:latin typeface="Arial" panose="020B0604020202020204" pitchFamily="34" charset="0"/>
                <a:ea typeface="+mn-ea"/>
                <a:cs typeface="+mn-cs"/>
              </a:rPr>
              <a:t>11/12/2025</a:t>
            </a:fld>
            <a:endParaRPr kumimoji="0" lang="en-US" sz="12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marL="0" marR="0" lvl="0" indent="0" algn="l" defTabSz="914400" rtl="0" eaLnBrk="0" fontAlgn="base" latinLnBrk="0" hangingPunct="0">
              <a:lnSpc>
                <a:spcPct val="100000"/>
              </a:lnSpc>
              <a:spcBef>
                <a:spcPct val="30000"/>
              </a:spcBef>
              <a:spcAft>
                <a:spcPct val="0"/>
              </a:spcAft>
              <a:buClrTx/>
              <a:buSzTx/>
              <a:buFontTx/>
              <a:buNone/>
              <a:defRPr/>
            </a:pPr>
            <a:endParaRPr kumimoji="0" lang="en-US" sz="1200" b="0" i="0" u="none" strike="noStrike" kern="1200" cap="none" spc="0" normalizeH="0" baseline="0" noProof="0">
              <a:ln>
                <a:noFill/>
              </a:ln>
              <a:solidFill>
                <a:schemeClr val="tx1"/>
              </a:solidFill>
              <a:effectLst/>
              <a:uLnTx/>
              <a:uFillTx/>
              <a:latin typeface="+mn-lt"/>
              <a:ea typeface="+mn-ea"/>
              <a:cs typeface="+mn-cs"/>
            </a:endParaRPr>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a:ln>
                  <a:noFill/>
                </a:ln>
                <a:solidFill>
                  <a:schemeClr val="tx1"/>
                </a:solidFill>
                <a:effectLst/>
                <a:uLnTx/>
                <a:uFillTx/>
                <a:latin typeface="+mn-lt"/>
                <a:ea typeface="+mn-ea"/>
                <a:cs typeface="+mn-cs"/>
              </a:rPr>
              <a:t>Click to edit Master text styles</a:t>
            </a: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a:ln>
                  <a:noFill/>
                </a:ln>
                <a:solidFill>
                  <a:schemeClr val="tx1"/>
                </a:solidFill>
                <a:effectLst/>
                <a:uLnTx/>
                <a:uFillTx/>
                <a:latin typeface="+mn-lt"/>
                <a:ea typeface="+mn-ea"/>
                <a:cs typeface="+mn-cs"/>
              </a:rPr>
              <a:t>Second level</a:t>
            </a: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a:ln>
                  <a:noFill/>
                </a:ln>
                <a:solidFill>
                  <a:schemeClr val="tx1"/>
                </a:solidFill>
                <a:effectLst/>
                <a:uLnTx/>
                <a:uFillTx/>
                <a:latin typeface="+mn-lt"/>
                <a:ea typeface="+mn-ea"/>
                <a:cs typeface="+mn-cs"/>
              </a:rPr>
              <a:t>Third level</a:t>
            </a: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a:ln>
                  <a:noFill/>
                </a:ln>
                <a:solidFill>
                  <a:schemeClr val="tx1"/>
                </a:solidFill>
                <a:effectLst/>
                <a:uLnTx/>
                <a:uFillTx/>
                <a:latin typeface="+mn-lt"/>
                <a:ea typeface="+mn-ea"/>
                <a:cs typeface="+mn-cs"/>
              </a:rPr>
              <a:t>Fourth level</a:t>
            </a: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a:ln>
                  <a:noFill/>
                </a:ln>
                <a:solidFill>
                  <a:schemeClr val="tx1"/>
                </a:solidFill>
                <a:effectLst/>
                <a:uLnTx/>
                <a:uFillTx/>
                <a:latin typeface="+mn-lt"/>
                <a:ea typeface="+mn-ea"/>
                <a:cs typeface="+mn-cs"/>
              </a:rPr>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eaLnBrk="1" hangingPunct="1">
              <a:defRPr sz="1200" b="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lstStyle/>
          <a:p>
            <a:pPr lvl="0" algn="r" eaLnBrk="1" hangingPunct="1">
              <a:buNone/>
            </a:pPr>
            <a:fld id="{9A0DB2DC-4C9A-4742-B13C-FB6460FD3503}" type="slidenum">
              <a:rPr lang="en-US" altLang="zh-CN" sz="1200" b="0" dirty="0">
                <a:ea typeface="SimSun" panose="02010600030101010101" pitchFamily="2" charset="-122"/>
              </a:rPr>
              <a:t>‹#›</a:t>
            </a:fld>
            <a:endParaRPr lang="en-US" altLang="zh-CN" sz="1200" b="0" dirty="0">
              <a:ea typeface="SimSun" panose="02010600030101010101" pitchFamily="2" charset="-122"/>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Rot="1" noChangeAspect="1" noTextEdit="1"/>
          </p:cNvSpPr>
          <p:nvPr>
            <p:ph type="sldImg"/>
          </p:nvPr>
        </p:nvSpPr>
        <p:spPr>
          <a:ln>
            <a:solidFill>
              <a:srgbClr val="000000">
                <a:alpha val="100000"/>
              </a:srgbClr>
            </a:solidFill>
            <a:miter lim="800000"/>
          </a:ln>
        </p:spPr>
      </p:sp>
      <p:sp>
        <p:nvSpPr>
          <p:cNvPr id="4099" name="Rectangle 3"/>
          <p:cNvSpPr>
            <a:spLocks noGrp="1"/>
          </p:cNvSpPr>
          <p:nvPr>
            <p:ph type="body"/>
          </p:nvPr>
        </p:nvSpPr>
        <p:spPr>
          <a:noFill/>
          <a:ln>
            <a:noFill/>
          </a:ln>
        </p:spPr>
        <p:txBody>
          <a:bodyPr wrap="square" lIns="91440" tIns="45720" rIns="91440" bIns="45720" anchor="t" anchorCtr="0"/>
          <a:lstStyle/>
          <a:p>
            <a:pPr lvl="0"/>
            <a:endParaRPr lang="en-US" alt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47963238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Slide Image Placeholder 1"/>
          <p:cNvSpPr>
            <a:spLocks noGrp="1" noRot="1" noChangeAspect="1" noTextEdit="1"/>
          </p:cNvSpPr>
          <p:nvPr>
            <p:ph type="sldImg"/>
          </p:nvPr>
        </p:nvSpPr>
        <p:spPr>
          <a:ln>
            <a:solidFill>
              <a:srgbClr val="000000">
                <a:alpha val="100000"/>
              </a:srgbClr>
            </a:solidFill>
            <a:miter lim="800000"/>
          </a:ln>
        </p:spPr>
      </p:sp>
      <p:sp>
        <p:nvSpPr>
          <p:cNvPr id="7171" name="Notes Placeholder 2"/>
          <p:cNvSpPr>
            <a:spLocks noGrp="1"/>
          </p:cNvSpPr>
          <p:nvPr>
            <p:ph type="body"/>
          </p:nvPr>
        </p:nvSpPr>
        <p:spPr>
          <a:noFill/>
          <a:ln>
            <a:noFill/>
          </a:ln>
        </p:spPr>
        <p:txBody>
          <a:bodyPr wrap="square" lIns="91440" tIns="45720" rIns="91440" bIns="45720" anchor="t" anchorCtr="0"/>
          <a:lstStyle/>
          <a:p>
            <a:pPr lvl="0"/>
            <a:endParaRPr lang="en-US" altLang="en-US" dirty="0"/>
          </a:p>
        </p:txBody>
      </p:sp>
      <p:sp>
        <p:nvSpPr>
          <p:cNvPr id="7172" name="Slide Number Placeholder 3"/>
          <p:cNvSpPr txBox="1">
            <a:spLocks noGrp="1"/>
          </p:cNvSpP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en-US" altLang="zh-CN" sz="1200" b="0" dirty="0">
                <a:ea typeface="SimSun" panose="02010600030101010101" pitchFamily="2" charset="-122"/>
              </a:rPr>
              <a:t>3</a:t>
            </a:fld>
            <a:endParaRPr lang="en-US" altLang="zh-CN" sz="1200" b="0" dirty="0">
              <a:ea typeface="SimSun" panose="02010600030101010101" pitchFamily="2" charset="-122"/>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Slide Image Placeholder 1"/>
          <p:cNvSpPr>
            <a:spLocks noGrp="1" noRot="1" noChangeAspect="1" noTextEdit="1"/>
          </p:cNvSpPr>
          <p:nvPr>
            <p:ph type="sldImg"/>
          </p:nvPr>
        </p:nvSpPr>
        <p:spPr>
          <a:ln>
            <a:solidFill>
              <a:srgbClr val="000000">
                <a:alpha val="100000"/>
              </a:srgbClr>
            </a:solidFill>
            <a:miter lim="800000"/>
          </a:ln>
        </p:spPr>
      </p:sp>
      <p:sp>
        <p:nvSpPr>
          <p:cNvPr id="9219" name="Notes Placeholder 2"/>
          <p:cNvSpPr>
            <a:spLocks noGrp="1"/>
          </p:cNvSpPr>
          <p:nvPr>
            <p:ph type="body"/>
          </p:nvPr>
        </p:nvSpPr>
        <p:spPr>
          <a:noFill/>
          <a:ln>
            <a:noFill/>
          </a:ln>
        </p:spPr>
        <p:txBody>
          <a:bodyPr wrap="square" lIns="91440" tIns="45720" rIns="91440" bIns="45720" anchor="t" anchorCtr="0"/>
          <a:lstStyle/>
          <a:p>
            <a:pPr lvl="0"/>
            <a:endParaRPr lang="en-US" altLang="en-US" dirty="0"/>
          </a:p>
        </p:txBody>
      </p:sp>
      <p:sp>
        <p:nvSpPr>
          <p:cNvPr id="9220" name="Slide Number Placeholder 3"/>
          <p:cNvSpPr txBox="1">
            <a:spLocks noGrp="1"/>
          </p:cNvSpP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en-US" altLang="zh-CN" sz="1200" b="0" dirty="0">
                <a:ea typeface="SimSun" panose="02010600030101010101" pitchFamily="2" charset="-122"/>
              </a:rPr>
              <a:t>4</a:t>
            </a:fld>
            <a:endParaRPr lang="en-US" altLang="zh-CN" sz="1200" b="0" dirty="0">
              <a:ea typeface="SimSun" panose="02010600030101010101" pitchFamily="2" charset="-122"/>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Slide Image Placeholder 1"/>
          <p:cNvSpPr>
            <a:spLocks noGrp="1" noRot="1" noChangeAspect="1" noTextEdit="1"/>
          </p:cNvSpPr>
          <p:nvPr>
            <p:ph type="sldImg"/>
          </p:nvPr>
        </p:nvSpPr>
        <p:spPr>
          <a:ln>
            <a:solidFill>
              <a:srgbClr val="000000">
                <a:alpha val="100000"/>
              </a:srgbClr>
            </a:solidFill>
            <a:miter lim="800000"/>
          </a:ln>
        </p:spPr>
      </p:sp>
      <p:sp>
        <p:nvSpPr>
          <p:cNvPr id="11267" name="Notes Placeholder 2"/>
          <p:cNvSpPr>
            <a:spLocks noGrp="1"/>
          </p:cNvSpPr>
          <p:nvPr>
            <p:ph type="body"/>
          </p:nvPr>
        </p:nvSpPr>
        <p:spPr>
          <a:noFill/>
          <a:ln>
            <a:noFill/>
          </a:ln>
        </p:spPr>
        <p:txBody>
          <a:bodyPr wrap="square" lIns="91440" tIns="45720" rIns="91440" bIns="45720" anchor="t" anchorCtr="0"/>
          <a:lstStyle/>
          <a:p>
            <a:pPr lvl="0"/>
            <a:endParaRPr lang="en-US" altLang="en-US" dirty="0"/>
          </a:p>
        </p:txBody>
      </p:sp>
      <p:sp>
        <p:nvSpPr>
          <p:cNvPr id="11268" name="Slide Number Placeholder 3"/>
          <p:cNvSpPr txBox="1">
            <a:spLocks noGrp="1"/>
          </p:cNvSpP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en-US" altLang="zh-CN" sz="1200" b="0" dirty="0">
                <a:ea typeface="SimSun" panose="02010600030101010101" pitchFamily="2" charset="-122"/>
              </a:rPr>
              <a:t>5</a:t>
            </a:fld>
            <a:endParaRPr lang="en-US" altLang="zh-CN" sz="1200" b="0" dirty="0">
              <a:ea typeface="SimSun" panose="02010600030101010101" pitchFamily="2" charset="-122"/>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Slide Image Placeholder 1"/>
          <p:cNvSpPr>
            <a:spLocks noGrp="1" noRot="1" noChangeAspect="1" noTextEdit="1"/>
          </p:cNvSpPr>
          <p:nvPr>
            <p:ph type="sldImg"/>
          </p:nvPr>
        </p:nvSpPr>
        <p:spPr>
          <a:ln>
            <a:solidFill>
              <a:srgbClr val="000000">
                <a:alpha val="100000"/>
              </a:srgbClr>
            </a:solidFill>
            <a:miter lim="800000"/>
          </a:ln>
        </p:spPr>
      </p:sp>
      <p:sp>
        <p:nvSpPr>
          <p:cNvPr id="14339" name="Notes Placeholder 2"/>
          <p:cNvSpPr>
            <a:spLocks noGrp="1"/>
          </p:cNvSpPr>
          <p:nvPr>
            <p:ph type="body"/>
          </p:nvPr>
        </p:nvSpPr>
        <p:spPr>
          <a:noFill/>
          <a:ln>
            <a:noFill/>
          </a:ln>
        </p:spPr>
        <p:txBody>
          <a:bodyPr wrap="square" lIns="91440" tIns="45720" rIns="91440" bIns="45720" anchor="t" anchorCtr="0"/>
          <a:lstStyle/>
          <a:p>
            <a:pPr lvl="0"/>
            <a:endParaRPr lang="en-US" altLang="en-US" dirty="0"/>
          </a:p>
        </p:txBody>
      </p:sp>
      <p:sp>
        <p:nvSpPr>
          <p:cNvPr id="14340" name="Slide Number Placeholder 3"/>
          <p:cNvSpPr txBox="1">
            <a:spLocks noGrp="1"/>
          </p:cNvSpP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en-US" altLang="zh-CN" sz="1200" b="0" dirty="0">
                <a:ea typeface="SimSun" panose="02010600030101010101" pitchFamily="2" charset="-122"/>
              </a:rPr>
              <a:t>7</a:t>
            </a:fld>
            <a:endParaRPr lang="en-US" altLang="zh-CN" sz="1200" b="0" dirty="0">
              <a:ea typeface="SimSun" panose="02010600030101010101" pitchFamily="2" charset="-122"/>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Slide Image Placeholder 1"/>
          <p:cNvSpPr>
            <a:spLocks noGrp="1" noRot="1" noChangeAspect="1" noTextEdit="1"/>
          </p:cNvSpPr>
          <p:nvPr>
            <p:ph type="sldImg"/>
          </p:nvPr>
        </p:nvSpPr>
        <p:spPr>
          <a:ln>
            <a:solidFill>
              <a:srgbClr val="000000">
                <a:alpha val="100000"/>
              </a:srgbClr>
            </a:solidFill>
            <a:miter lim="800000"/>
          </a:ln>
        </p:spPr>
      </p:sp>
      <p:sp>
        <p:nvSpPr>
          <p:cNvPr id="16387" name="Notes Placeholder 2"/>
          <p:cNvSpPr>
            <a:spLocks noGrp="1"/>
          </p:cNvSpPr>
          <p:nvPr>
            <p:ph type="body"/>
          </p:nvPr>
        </p:nvSpPr>
        <p:spPr>
          <a:noFill/>
          <a:ln>
            <a:noFill/>
          </a:ln>
        </p:spPr>
        <p:txBody>
          <a:bodyPr wrap="square" lIns="91440" tIns="45720" rIns="91440" bIns="45720" anchor="t" anchorCtr="0"/>
          <a:lstStyle/>
          <a:p>
            <a:pPr lvl="0"/>
            <a:r>
              <a:rPr lang="en-US" altLang="en-US" dirty="0"/>
              <a:t>|E| = number of edges</a:t>
            </a:r>
          </a:p>
          <a:p>
            <a:pPr lvl="0"/>
            <a:r>
              <a:rPr lang="en-US" altLang="en-US" dirty="0"/>
              <a:t>|V| = number of vertices</a:t>
            </a:r>
          </a:p>
        </p:txBody>
      </p:sp>
      <p:sp>
        <p:nvSpPr>
          <p:cNvPr id="16388" name="Slide Number Placeholder 3"/>
          <p:cNvSpPr txBox="1">
            <a:spLocks noGrp="1"/>
          </p:cNvSpP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en-US" altLang="zh-CN" sz="1200" b="0" dirty="0">
                <a:ea typeface="SimSun" panose="02010600030101010101" pitchFamily="2" charset="-122"/>
              </a:rPr>
              <a:t>8</a:t>
            </a:fld>
            <a:endParaRPr lang="en-US" altLang="zh-CN" sz="1200" b="0" dirty="0">
              <a:ea typeface="SimSun" panose="02010600030101010101" pitchFamily="2" charset="-122"/>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Slide Image Placeholder 1"/>
          <p:cNvSpPr>
            <a:spLocks noGrp="1" noRot="1" noChangeAspect="1" noTextEdit="1"/>
          </p:cNvSpPr>
          <p:nvPr>
            <p:ph type="sldImg"/>
          </p:nvPr>
        </p:nvSpPr>
        <p:spPr>
          <a:ln>
            <a:solidFill>
              <a:srgbClr val="000000">
                <a:alpha val="100000"/>
              </a:srgbClr>
            </a:solidFill>
            <a:miter lim="800000"/>
          </a:ln>
        </p:spPr>
      </p:sp>
      <p:sp>
        <p:nvSpPr>
          <p:cNvPr id="18435" name="Notes Placeholder 2"/>
          <p:cNvSpPr>
            <a:spLocks noGrp="1"/>
          </p:cNvSpPr>
          <p:nvPr>
            <p:ph type="body"/>
          </p:nvPr>
        </p:nvSpPr>
        <p:spPr>
          <a:noFill/>
          <a:ln>
            <a:noFill/>
          </a:ln>
        </p:spPr>
        <p:txBody>
          <a:bodyPr wrap="square" lIns="91440" tIns="45720" rIns="91440" bIns="45720" anchor="t" anchorCtr="0"/>
          <a:lstStyle/>
          <a:p>
            <a:pPr lvl="0"/>
            <a:r>
              <a:rPr lang="en-US" altLang="en-US" dirty="0"/>
              <a:t>|E| = number of edges</a:t>
            </a:r>
          </a:p>
          <a:p>
            <a:pPr lvl="0"/>
            <a:r>
              <a:rPr lang="en-US" altLang="en-US" dirty="0"/>
              <a:t>|V| = number of vertices</a:t>
            </a:r>
          </a:p>
        </p:txBody>
      </p:sp>
      <p:sp>
        <p:nvSpPr>
          <p:cNvPr id="18436" name="Slide Number Placeholder 3"/>
          <p:cNvSpPr txBox="1">
            <a:spLocks noGrp="1"/>
          </p:cNvSpP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en-US" altLang="zh-CN" sz="1200" b="0" dirty="0">
                <a:ea typeface="SimSun" panose="02010600030101010101" pitchFamily="2" charset="-122"/>
              </a:rPr>
              <a:t>9</a:t>
            </a:fld>
            <a:endParaRPr lang="en-US" altLang="zh-CN" sz="1200" b="0" dirty="0">
              <a:ea typeface="SimSun" panose="02010600030101010101" pitchFamily="2" charset="-122"/>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Slide Image Placeholder 1"/>
          <p:cNvSpPr>
            <a:spLocks noGrp="1" noRot="1" noChangeAspect="1" noTextEdit="1"/>
          </p:cNvSpPr>
          <p:nvPr>
            <p:ph type="sldImg"/>
          </p:nvPr>
        </p:nvSpPr>
        <p:spPr>
          <a:ln>
            <a:solidFill>
              <a:srgbClr val="000000">
                <a:alpha val="100000"/>
              </a:srgbClr>
            </a:solidFill>
            <a:miter lim="800000"/>
          </a:ln>
        </p:spPr>
      </p:sp>
      <p:sp>
        <p:nvSpPr>
          <p:cNvPr id="20483" name="Notes Placeholder 2"/>
          <p:cNvSpPr>
            <a:spLocks noGrp="1"/>
          </p:cNvSpPr>
          <p:nvPr>
            <p:ph type="body"/>
          </p:nvPr>
        </p:nvSpPr>
        <p:spPr>
          <a:noFill/>
          <a:ln>
            <a:noFill/>
          </a:ln>
        </p:spPr>
        <p:txBody>
          <a:bodyPr wrap="square" lIns="91440" tIns="45720" rIns="91440" bIns="45720" anchor="t" anchorCtr="0"/>
          <a:lstStyle/>
          <a:p>
            <a:pPr lvl="0"/>
            <a:r>
              <a:rPr lang="en-US" altLang="en-US" dirty="0"/>
              <a:t>|E| = number of edges</a:t>
            </a:r>
          </a:p>
          <a:p>
            <a:pPr lvl="0"/>
            <a:r>
              <a:rPr lang="en-US" altLang="en-US" dirty="0"/>
              <a:t>|V| = number of vertices</a:t>
            </a:r>
          </a:p>
        </p:txBody>
      </p:sp>
      <p:sp>
        <p:nvSpPr>
          <p:cNvPr id="20484" name="Slide Number Placeholder 3"/>
          <p:cNvSpPr txBox="1">
            <a:spLocks noGrp="1"/>
          </p:cNvSpP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en-US" altLang="zh-CN" sz="1200" b="0" dirty="0">
                <a:ea typeface="SimSun" panose="02010600030101010101" pitchFamily="2" charset="-122"/>
              </a:rPr>
              <a:t>10</a:t>
            </a:fld>
            <a:endParaRPr lang="en-US" altLang="zh-CN" sz="1200" b="0" dirty="0">
              <a:ea typeface="SimSun" panose="02010600030101010101" pitchFamily="2" charset="-122"/>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Slide Image Placeholder 1"/>
          <p:cNvSpPr>
            <a:spLocks noGrp="1" noRot="1" noChangeAspect="1" noTextEdit="1"/>
          </p:cNvSpPr>
          <p:nvPr>
            <p:ph type="sldImg"/>
          </p:nvPr>
        </p:nvSpPr>
        <p:spPr>
          <a:ln>
            <a:solidFill>
              <a:srgbClr val="000000">
                <a:alpha val="100000"/>
              </a:srgbClr>
            </a:solidFill>
            <a:miter lim="800000"/>
          </a:ln>
        </p:spPr>
      </p:sp>
      <p:sp>
        <p:nvSpPr>
          <p:cNvPr id="22531" name="Notes Placeholder 2"/>
          <p:cNvSpPr>
            <a:spLocks noGrp="1"/>
          </p:cNvSpPr>
          <p:nvPr>
            <p:ph type="body"/>
          </p:nvPr>
        </p:nvSpPr>
        <p:spPr>
          <a:noFill/>
          <a:ln>
            <a:noFill/>
          </a:ln>
        </p:spPr>
        <p:txBody>
          <a:bodyPr wrap="square" lIns="91440" tIns="45720" rIns="91440" bIns="45720" anchor="t" anchorCtr="0"/>
          <a:lstStyle/>
          <a:p>
            <a:pPr marL="228600" lvl="0" indent="-228600"/>
            <a:endParaRPr lang="en-US" altLang="en-US" dirty="0"/>
          </a:p>
        </p:txBody>
      </p:sp>
      <p:sp>
        <p:nvSpPr>
          <p:cNvPr id="22532" name="Slide Number Placeholder 3"/>
          <p:cNvSpPr txBox="1">
            <a:spLocks noGrp="1"/>
          </p:cNvSpP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en-US" altLang="zh-CN" sz="1200" b="0" dirty="0">
                <a:ea typeface="SimSun" panose="02010600030101010101" pitchFamily="2" charset="-122"/>
              </a:rPr>
              <a:t>11</a:t>
            </a:fld>
            <a:endParaRPr lang="en-US" altLang="zh-CN" sz="1200" b="0" dirty="0">
              <a:ea typeface="SimSun" panose="02010600030101010101" pitchFamily="2" charset="-122"/>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Rot="1" noChangeAspect="1" noTextEdit="1"/>
          </p:cNvSpPr>
          <p:nvPr>
            <p:ph type="sldImg"/>
          </p:nvPr>
        </p:nvSpPr>
        <p:spPr>
          <a:xfrm>
            <a:off x="1144588" y="684213"/>
            <a:ext cx="4572000" cy="3429000"/>
          </a:xfrm>
          <a:ln>
            <a:solidFill>
              <a:srgbClr val="000000">
                <a:alpha val="100000"/>
              </a:srgbClr>
            </a:solidFill>
            <a:miter lim="800000"/>
          </a:ln>
        </p:spPr>
      </p:sp>
      <p:sp>
        <p:nvSpPr>
          <p:cNvPr id="25603" name="Rectangle 3"/>
          <p:cNvSpPr>
            <a:spLocks noGrp="1"/>
          </p:cNvSpPr>
          <p:nvPr>
            <p:ph type="body"/>
          </p:nvPr>
        </p:nvSpPr>
        <p:spPr>
          <a:xfrm>
            <a:off x="914400" y="4343400"/>
            <a:ext cx="5029200" cy="4116388"/>
          </a:xfrm>
          <a:noFill/>
          <a:ln>
            <a:noFill/>
          </a:ln>
        </p:spPr>
        <p:txBody>
          <a:bodyPr wrap="square" lIns="91440" tIns="45720" rIns="91440" bIns="45720" anchor="t" anchorCtr="0"/>
          <a:lstStyle/>
          <a:p>
            <a:pPr lvl="0"/>
            <a:endParaRPr lang="en-US" altLang="en-US"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Rot="1" noChangeAspect="1" noTextEdit="1"/>
          </p:cNvSpPr>
          <p:nvPr>
            <p:ph type="sldImg"/>
          </p:nvPr>
        </p:nvSpPr>
        <p:spPr>
          <a:xfrm>
            <a:off x="1144588" y="684213"/>
            <a:ext cx="4572000" cy="3429000"/>
          </a:xfrm>
          <a:ln>
            <a:solidFill>
              <a:srgbClr val="000000">
                <a:alpha val="100000"/>
              </a:srgbClr>
            </a:solidFill>
            <a:miter lim="800000"/>
          </a:ln>
        </p:spPr>
      </p:sp>
      <p:sp>
        <p:nvSpPr>
          <p:cNvPr id="27651" name="Rectangle 3"/>
          <p:cNvSpPr>
            <a:spLocks noGrp="1"/>
          </p:cNvSpPr>
          <p:nvPr>
            <p:ph type="body"/>
          </p:nvPr>
        </p:nvSpPr>
        <p:spPr>
          <a:xfrm>
            <a:off x="914400" y="4343400"/>
            <a:ext cx="5029200" cy="4116388"/>
          </a:xfrm>
          <a:noFill/>
          <a:ln>
            <a:noFill/>
          </a:ln>
        </p:spPr>
        <p:txBody>
          <a:bodyPr wrap="square" lIns="91440" tIns="45720" rIns="91440" bIns="45720" anchor="t" anchorCtr="0"/>
          <a:lstStyle/>
          <a:p>
            <a:pPr lvl="0"/>
            <a:r>
              <a:rPr lang="en-US" altLang="zh-CN" dirty="0">
                <a:ea typeface="SimSun" panose="02010600030101010101" pitchFamily="2" charset="-122"/>
              </a:rPr>
              <a:t>https://mathigon.org/course/graph-theory/bridges</a:t>
            </a:r>
            <a:endParaRPr lang="en-US" altLang="en-US"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Rot="1" noChangeAspect="1" noTextEdit="1"/>
          </p:cNvSpPr>
          <p:nvPr>
            <p:ph type="sldImg"/>
          </p:nvPr>
        </p:nvSpPr>
        <p:spPr>
          <a:xfrm>
            <a:off x="1144588" y="684213"/>
            <a:ext cx="4572000" cy="3429000"/>
          </a:xfrm>
          <a:ln>
            <a:solidFill>
              <a:srgbClr val="000000">
                <a:alpha val="100000"/>
              </a:srgbClr>
            </a:solidFill>
            <a:miter lim="800000"/>
          </a:ln>
        </p:spPr>
      </p:sp>
      <p:sp>
        <p:nvSpPr>
          <p:cNvPr id="29699" name="Rectangle 3"/>
          <p:cNvSpPr>
            <a:spLocks noGrp="1"/>
          </p:cNvSpPr>
          <p:nvPr>
            <p:ph type="body"/>
          </p:nvPr>
        </p:nvSpPr>
        <p:spPr>
          <a:xfrm>
            <a:off x="914400" y="4343400"/>
            <a:ext cx="5029200" cy="4116388"/>
          </a:xfrm>
          <a:noFill/>
          <a:ln>
            <a:noFill/>
          </a:ln>
        </p:spPr>
        <p:txBody>
          <a:bodyPr wrap="square" lIns="91440" tIns="45720" rIns="91440" bIns="45720" anchor="t" anchorCtr="0"/>
          <a:lstStyle/>
          <a:p>
            <a:pPr lvl="0"/>
            <a:endParaRPr lang="en-US" altLang="en-US"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Rot="1" noChangeAspect="1" noTextEdit="1"/>
          </p:cNvSpPr>
          <p:nvPr>
            <p:ph type="sldImg"/>
          </p:nvPr>
        </p:nvSpPr>
        <p:spPr>
          <a:xfrm>
            <a:off x="1144588" y="684213"/>
            <a:ext cx="4572000" cy="3429000"/>
          </a:xfrm>
          <a:ln>
            <a:solidFill>
              <a:srgbClr val="000000">
                <a:alpha val="100000"/>
              </a:srgbClr>
            </a:solidFill>
            <a:miter lim="800000"/>
          </a:ln>
        </p:spPr>
      </p:sp>
      <p:sp>
        <p:nvSpPr>
          <p:cNvPr id="33795" name="Rectangle 3"/>
          <p:cNvSpPr>
            <a:spLocks noGrp="1"/>
          </p:cNvSpPr>
          <p:nvPr>
            <p:ph type="body"/>
          </p:nvPr>
        </p:nvSpPr>
        <p:spPr>
          <a:xfrm>
            <a:off x="914400" y="4343400"/>
            <a:ext cx="5029200" cy="4116388"/>
          </a:xfrm>
          <a:noFill/>
          <a:ln>
            <a:noFill/>
          </a:ln>
        </p:spPr>
        <p:txBody>
          <a:bodyPr wrap="square" lIns="91440" tIns="45720" rIns="91440" bIns="45720" anchor="t" anchorCtr="0"/>
          <a:lstStyle/>
          <a:p>
            <a:pPr lvl="0"/>
            <a:endParaRPr lang="en-US" altLang="en-US"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Rot="1" noChangeAspect="1" noTextEdit="1"/>
          </p:cNvSpPr>
          <p:nvPr>
            <p:ph type="sldImg"/>
          </p:nvPr>
        </p:nvSpPr>
        <p:spPr>
          <a:xfrm>
            <a:off x="1144588" y="684213"/>
            <a:ext cx="4572000" cy="3429000"/>
          </a:xfrm>
          <a:ln>
            <a:solidFill>
              <a:srgbClr val="000000">
                <a:alpha val="100000"/>
              </a:srgbClr>
            </a:solidFill>
            <a:miter lim="800000"/>
          </a:ln>
        </p:spPr>
      </p:sp>
      <p:sp>
        <p:nvSpPr>
          <p:cNvPr id="35843" name="Rectangle 3"/>
          <p:cNvSpPr>
            <a:spLocks noGrp="1"/>
          </p:cNvSpPr>
          <p:nvPr>
            <p:ph type="body"/>
          </p:nvPr>
        </p:nvSpPr>
        <p:spPr>
          <a:xfrm>
            <a:off x="914400" y="4343400"/>
            <a:ext cx="5029200" cy="4116388"/>
          </a:xfrm>
          <a:noFill/>
          <a:ln>
            <a:noFill/>
          </a:ln>
        </p:spPr>
        <p:txBody>
          <a:bodyPr wrap="square" lIns="91440" tIns="45720" rIns="91440" bIns="45720" anchor="t" anchorCtr="0"/>
          <a:lstStyle/>
          <a:p>
            <a:pPr lvl="0"/>
            <a:endParaRPr lang="en-US" altLang="en-US"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Rot="1" noChangeAspect="1" noTextEdit="1"/>
          </p:cNvSpPr>
          <p:nvPr>
            <p:ph type="sldImg"/>
          </p:nvPr>
        </p:nvSpPr>
        <p:spPr>
          <a:xfrm>
            <a:off x="1144588" y="684213"/>
            <a:ext cx="4572000" cy="3429000"/>
          </a:xfrm>
          <a:ln>
            <a:solidFill>
              <a:srgbClr val="000000">
                <a:alpha val="100000"/>
              </a:srgbClr>
            </a:solidFill>
            <a:miter lim="800000"/>
          </a:ln>
        </p:spPr>
      </p:sp>
      <p:sp>
        <p:nvSpPr>
          <p:cNvPr id="37891" name="Rectangle 3"/>
          <p:cNvSpPr>
            <a:spLocks noGrp="1"/>
          </p:cNvSpPr>
          <p:nvPr>
            <p:ph type="body"/>
          </p:nvPr>
        </p:nvSpPr>
        <p:spPr>
          <a:xfrm>
            <a:off x="914400" y="4343400"/>
            <a:ext cx="5029200" cy="4116388"/>
          </a:xfrm>
          <a:noFill/>
          <a:ln>
            <a:noFill/>
          </a:ln>
        </p:spPr>
        <p:txBody>
          <a:bodyPr wrap="square" lIns="91440" tIns="45720" rIns="91440" bIns="45720" anchor="t" anchorCtr="0"/>
          <a:lstStyle/>
          <a:p>
            <a:pPr lvl="0"/>
            <a:endParaRPr lang="en-US" altLang="en-US"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Rot="1" noChangeAspect="1" noTextEdit="1"/>
          </p:cNvSpPr>
          <p:nvPr>
            <p:ph type="sldImg"/>
          </p:nvPr>
        </p:nvSpPr>
        <p:spPr>
          <a:xfrm>
            <a:off x="1144588" y="684213"/>
            <a:ext cx="4572000" cy="3429000"/>
          </a:xfrm>
          <a:ln>
            <a:solidFill>
              <a:srgbClr val="000000">
                <a:alpha val="100000"/>
              </a:srgbClr>
            </a:solidFill>
            <a:miter lim="800000"/>
          </a:ln>
        </p:spPr>
      </p:sp>
      <p:sp>
        <p:nvSpPr>
          <p:cNvPr id="39939" name="Rectangle 3"/>
          <p:cNvSpPr>
            <a:spLocks noGrp="1"/>
          </p:cNvSpPr>
          <p:nvPr>
            <p:ph type="body"/>
          </p:nvPr>
        </p:nvSpPr>
        <p:spPr>
          <a:xfrm>
            <a:off x="914400" y="4343400"/>
            <a:ext cx="5029200" cy="4116388"/>
          </a:xfrm>
          <a:noFill/>
          <a:ln>
            <a:noFill/>
          </a:ln>
        </p:spPr>
        <p:txBody>
          <a:bodyPr wrap="square" lIns="91440" tIns="45720" rIns="91440" bIns="45720" anchor="t" anchorCtr="0"/>
          <a:lstStyle/>
          <a:p>
            <a:pPr lvl="0"/>
            <a:endParaRPr lang="en-US" altLang="en-US"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Rot="1" noChangeAspect="1" noTextEdit="1"/>
          </p:cNvSpPr>
          <p:nvPr>
            <p:ph type="sldImg"/>
          </p:nvPr>
        </p:nvSpPr>
        <p:spPr>
          <a:xfrm>
            <a:off x="1144588" y="684213"/>
            <a:ext cx="4572000" cy="3429000"/>
          </a:xfrm>
          <a:ln>
            <a:solidFill>
              <a:srgbClr val="000000">
                <a:alpha val="100000"/>
              </a:srgbClr>
            </a:solidFill>
            <a:miter lim="800000"/>
          </a:ln>
        </p:spPr>
      </p:sp>
      <p:sp>
        <p:nvSpPr>
          <p:cNvPr id="41987" name="Rectangle 3"/>
          <p:cNvSpPr>
            <a:spLocks noGrp="1"/>
          </p:cNvSpPr>
          <p:nvPr>
            <p:ph type="body"/>
          </p:nvPr>
        </p:nvSpPr>
        <p:spPr>
          <a:xfrm>
            <a:off x="914400" y="4343400"/>
            <a:ext cx="5029200" cy="4116388"/>
          </a:xfrm>
          <a:noFill/>
          <a:ln>
            <a:noFill/>
          </a:ln>
        </p:spPr>
        <p:txBody>
          <a:bodyPr wrap="square" lIns="91440" tIns="45720" rIns="91440" bIns="45720" anchor="t" anchorCtr="0"/>
          <a:lstStyle/>
          <a:p>
            <a:pPr lvl="0"/>
            <a:endParaRPr lang="en-US" altLang="en-US"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TextEdit="1"/>
          </p:cNvSpPr>
          <p:nvPr>
            <p:ph type="sldImg"/>
          </p:nvPr>
        </p:nvSpPr>
        <p:spPr>
          <a:xfrm>
            <a:off x="1144588" y="684213"/>
            <a:ext cx="4572000" cy="3429000"/>
          </a:xfrm>
          <a:ln>
            <a:solidFill>
              <a:srgbClr val="000000">
                <a:alpha val="100000"/>
              </a:srgbClr>
            </a:solidFill>
            <a:miter lim="800000"/>
          </a:ln>
        </p:spPr>
      </p:sp>
      <p:sp>
        <p:nvSpPr>
          <p:cNvPr id="44035" name="Rectangle 3"/>
          <p:cNvSpPr>
            <a:spLocks noGrp="1"/>
          </p:cNvSpPr>
          <p:nvPr>
            <p:ph type="body"/>
          </p:nvPr>
        </p:nvSpPr>
        <p:spPr>
          <a:xfrm>
            <a:off x="914400" y="4343400"/>
            <a:ext cx="5029200" cy="4116388"/>
          </a:xfrm>
          <a:noFill/>
          <a:ln>
            <a:noFill/>
          </a:ln>
        </p:spPr>
        <p:txBody>
          <a:bodyPr wrap="square" lIns="91440" tIns="45720" rIns="91440" bIns="45720" anchor="t" anchorCtr="0"/>
          <a:lstStyle/>
          <a:p>
            <a:pPr lvl="0"/>
            <a:endParaRPr lang="en-US" altLang="en-US"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Rot="1" noChangeAspect="1" noTextEdit="1"/>
          </p:cNvSpPr>
          <p:nvPr>
            <p:ph type="sldImg"/>
          </p:nvPr>
        </p:nvSpPr>
        <p:spPr>
          <a:xfrm>
            <a:off x="1144588" y="684213"/>
            <a:ext cx="4572000" cy="3429000"/>
          </a:xfrm>
          <a:ln>
            <a:solidFill>
              <a:srgbClr val="000000">
                <a:alpha val="100000"/>
              </a:srgbClr>
            </a:solidFill>
            <a:miter lim="800000"/>
          </a:ln>
        </p:spPr>
      </p:sp>
      <p:sp>
        <p:nvSpPr>
          <p:cNvPr id="46083" name="Rectangle 3"/>
          <p:cNvSpPr>
            <a:spLocks noGrp="1"/>
          </p:cNvSpPr>
          <p:nvPr>
            <p:ph type="body"/>
          </p:nvPr>
        </p:nvSpPr>
        <p:spPr>
          <a:xfrm>
            <a:off x="914400" y="4343400"/>
            <a:ext cx="5029200" cy="4116388"/>
          </a:xfrm>
          <a:noFill/>
          <a:ln>
            <a:noFill/>
          </a:ln>
        </p:spPr>
        <p:txBody>
          <a:bodyPr wrap="square" lIns="91440" tIns="45720" rIns="91440" bIns="45720" anchor="t" anchorCtr="0"/>
          <a:lstStyle/>
          <a:p>
            <a:pPr lvl="0"/>
            <a:endParaRPr lang="en-US" altLang="en-US"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Rot="1" noChangeAspect="1" noTextEdit="1"/>
          </p:cNvSpPr>
          <p:nvPr>
            <p:ph type="sldImg"/>
          </p:nvPr>
        </p:nvSpPr>
        <p:spPr>
          <a:xfrm>
            <a:off x="1144588" y="684213"/>
            <a:ext cx="4572000" cy="3429000"/>
          </a:xfrm>
          <a:ln>
            <a:solidFill>
              <a:srgbClr val="000000">
                <a:alpha val="100000"/>
              </a:srgbClr>
            </a:solidFill>
            <a:miter lim="800000"/>
          </a:ln>
        </p:spPr>
      </p:sp>
      <p:sp>
        <p:nvSpPr>
          <p:cNvPr id="48131" name="Rectangle 3"/>
          <p:cNvSpPr>
            <a:spLocks noGrp="1"/>
          </p:cNvSpPr>
          <p:nvPr>
            <p:ph type="body"/>
          </p:nvPr>
        </p:nvSpPr>
        <p:spPr>
          <a:xfrm>
            <a:off x="914400" y="4343400"/>
            <a:ext cx="5029200" cy="4116388"/>
          </a:xfrm>
          <a:noFill/>
          <a:ln>
            <a:noFill/>
          </a:ln>
        </p:spPr>
        <p:txBody>
          <a:bodyPr wrap="square" lIns="91440" tIns="45720" rIns="91440" bIns="45720" anchor="t" anchorCtr="0"/>
          <a:lstStyle/>
          <a:p>
            <a:pPr lvl="0"/>
            <a:endParaRPr lang="en-US" altLang="en-US"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noRot="1" noChangeAspect="1" noTextEdit="1"/>
          </p:cNvSpPr>
          <p:nvPr>
            <p:ph type="sldImg"/>
          </p:nvPr>
        </p:nvSpPr>
        <p:spPr>
          <a:xfrm>
            <a:off x="1144588" y="684213"/>
            <a:ext cx="4572000" cy="3429000"/>
          </a:xfrm>
          <a:ln>
            <a:solidFill>
              <a:srgbClr val="000000">
                <a:alpha val="100000"/>
              </a:srgbClr>
            </a:solidFill>
            <a:miter lim="800000"/>
          </a:ln>
        </p:spPr>
      </p:sp>
      <p:sp>
        <p:nvSpPr>
          <p:cNvPr id="50179" name="Rectangle 3"/>
          <p:cNvSpPr>
            <a:spLocks noGrp="1"/>
          </p:cNvSpPr>
          <p:nvPr>
            <p:ph type="body"/>
          </p:nvPr>
        </p:nvSpPr>
        <p:spPr>
          <a:xfrm>
            <a:off x="914400" y="4343400"/>
            <a:ext cx="5029200" cy="4116388"/>
          </a:xfrm>
          <a:noFill/>
          <a:ln>
            <a:noFill/>
          </a:ln>
        </p:spPr>
        <p:txBody>
          <a:bodyPr wrap="square" lIns="91440" tIns="45720" rIns="91440" bIns="45720" anchor="t" anchorCtr="0"/>
          <a:lstStyle/>
          <a:p>
            <a:pPr lvl="0"/>
            <a:endParaRPr lang="en-US" altLang="en-US"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noRot="1" noChangeAspect="1" noTextEdit="1"/>
          </p:cNvSpPr>
          <p:nvPr>
            <p:ph type="sldImg"/>
          </p:nvPr>
        </p:nvSpPr>
        <p:spPr>
          <a:xfrm>
            <a:off x="1144588" y="684213"/>
            <a:ext cx="4572000" cy="3429000"/>
          </a:xfrm>
          <a:ln>
            <a:solidFill>
              <a:srgbClr val="000000">
                <a:alpha val="100000"/>
              </a:srgbClr>
            </a:solidFill>
            <a:miter lim="800000"/>
          </a:ln>
        </p:spPr>
      </p:sp>
      <p:sp>
        <p:nvSpPr>
          <p:cNvPr id="52227" name="Rectangle 3"/>
          <p:cNvSpPr>
            <a:spLocks noGrp="1"/>
          </p:cNvSpPr>
          <p:nvPr>
            <p:ph type="body"/>
          </p:nvPr>
        </p:nvSpPr>
        <p:spPr>
          <a:xfrm>
            <a:off x="914400" y="4343400"/>
            <a:ext cx="5029200" cy="4116388"/>
          </a:xfrm>
          <a:noFill/>
          <a:ln>
            <a:noFill/>
          </a:ln>
        </p:spPr>
        <p:txBody>
          <a:bodyPr wrap="square" lIns="91440" tIns="45720" rIns="91440" bIns="45720" anchor="t" anchorCtr="0"/>
          <a:lstStyle/>
          <a:p>
            <a:pPr lvl="0"/>
            <a:endParaRPr lang="en-US" altLang="en-US"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89314444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r>
              <a:rPr lang="en-US"/>
              <a:t>C</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r>
              <a:rPr lang="en-US"/>
              <a:t>1. 2</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dirty="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
            </a:r>
          </a:p>
        </p:txBody>
      </p:sp>
    </p:spTree>
    <p:extLst>
      <p:ext uri="{BB962C8B-B14F-4D97-AF65-F5344CB8AC3E}">
        <p14:creationId xmlns:p14="http://schemas.microsoft.com/office/powerpoint/2010/main" val="197897865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noProof="1"/>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noProof="1"/>
              <a:t>Click to edit Master subtitle style</a:t>
            </a:r>
          </a:p>
        </p:txBody>
      </p:sp>
      <p:sp>
        <p:nvSpPr>
          <p:cNvPr id="4" name="Date Placeholder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0B071C9A-94FB-4A01-8575-75D2325C1A41}" type="datetime1">
              <a:rPr kumimoji="0" lang="en-US" sz="1200" b="0" i="0" u="none" strike="noStrike" kern="1200" cap="none" spc="0" normalizeH="0" baseline="0" noProof="0">
                <a:ln>
                  <a:noFill/>
                </a:ln>
                <a:solidFill>
                  <a:srgbClr val="898989"/>
                </a:solidFill>
                <a:effectLst/>
                <a:uLnTx/>
                <a:uFillTx/>
                <a:latin typeface="Arial" panose="020B0604020202020204" pitchFamily="34" charset="0"/>
                <a:ea typeface="+mn-ea"/>
                <a:cs typeface="+mn-cs"/>
              </a:rPr>
              <a:t>11/12/2025</a:t>
            </a:fld>
            <a:endParaRPr kumimoji="0" lang="en-US" sz="1200" b="0" i="0" u="none" strike="noStrike" kern="1200" cap="none" spc="0" normalizeH="0" baseline="0" noProof="0">
              <a:ln>
                <a:noFill/>
              </a:ln>
              <a:solidFill>
                <a:srgbClr val="898989"/>
              </a:solidFill>
              <a:effectLst/>
              <a:uLnTx/>
              <a:uFillTx/>
              <a:latin typeface="Arial" panose="020B0604020202020204" pitchFamily="34" charset="0"/>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sz="1200" b="0" i="0" u="none" strike="noStrike" kern="1200" cap="none" spc="0" normalizeH="0" baseline="0" noProof="0">
                <a:ln>
                  <a:noFill/>
                </a:ln>
                <a:solidFill>
                  <a:srgbClr val="898989"/>
                </a:solidFill>
                <a:effectLst/>
                <a:uLnTx/>
                <a:uFillTx/>
                <a:latin typeface="Arial" panose="020B0604020202020204" pitchFamily="34" charset="0"/>
                <a:ea typeface="+mn-ea"/>
                <a:cs typeface="+mn-cs"/>
              </a:rPr>
              <a:t>Data Structures and Algorithms in Java </a:t>
            </a:r>
          </a:p>
        </p:txBody>
      </p:sp>
      <p:sp>
        <p:nvSpPr>
          <p:cNvPr id="6" name="Slide Number Placeholder 5"/>
          <p:cNvSpPr>
            <a:spLocks noGrp="1"/>
          </p:cNvSpPr>
          <p:nvPr>
            <p:ph type="sldNum" sz="quarter" idx="12"/>
          </p:nvPr>
        </p:nvSpPr>
        <p:spPr/>
        <p:txBody>
          <a:bodyPr/>
          <a:lstStyle/>
          <a:p>
            <a:pPr lvl="0" eaLnBrk="1" hangingPunct="1">
              <a:buNone/>
            </a:pPr>
            <a:fld id="{9A0DB2DC-4C9A-4742-B13C-FB6460FD3503}" type="slidenum">
              <a:rPr lang="en-US" altLang="zh-CN" dirty="0">
                <a:latin typeface="Arial" panose="020B0604020202020204" pitchFamily="34" charset="0"/>
              </a:rPr>
              <a:t>‹#›</a:t>
            </a:fld>
            <a:r>
              <a:rPr lang="en-US" altLang="en-US" sz="1200" b="0" dirty="0">
                <a:solidFill>
                  <a:srgbClr val="898989"/>
                </a:solidFill>
                <a:latin typeface="Arial" panose="020B0604020202020204" pitchFamily="34" charset="0"/>
              </a:rPr>
              <a:t>/30</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Arial" panose="020B0604020202020204" pitchFamily="34" charset="0"/>
                <a:cs typeface="Arial" panose="020B0604020202020204" pitchFamily="34" charset="0"/>
              </a:defRPr>
            </a:lvl1pPr>
          </a:lstStyle>
          <a:p>
            <a:r>
              <a:rPr lang="en-US" noProof="1"/>
              <a:t>Click to edit Master title style</a:t>
            </a:r>
          </a:p>
        </p:txBody>
      </p:sp>
      <p:sp>
        <p:nvSpPr>
          <p:cNvPr id="3" name="Content Placeholder 2"/>
          <p:cNvSpPr>
            <a:spLocks noGrp="1"/>
          </p:cNvSpPr>
          <p:nvPr>
            <p:ph idx="1"/>
          </p:nvPr>
        </p:nvSpPr>
        <p:spPr/>
        <p:txBody>
          <a:bodyPr/>
          <a:lstStyle>
            <a:lvl1pPr>
              <a:buClr>
                <a:schemeClr val="tx2">
                  <a:lumMod val="60000"/>
                  <a:lumOff val="40000"/>
                </a:schemeClr>
              </a:buClr>
              <a:buSzPct val="80000"/>
              <a:buFont typeface="Wingdings" panose="05000000000000000000" pitchFamily="2" charset="2"/>
              <a:buChar char="l"/>
              <a:defRPr>
                <a:latin typeface="Arial" panose="020B0604020202020204" pitchFamily="34" charset="0"/>
                <a:cs typeface="Arial" panose="020B0604020202020204" pitchFamily="34" charset="0"/>
              </a:defRPr>
            </a:lvl1pPr>
            <a:lvl2pPr>
              <a:defRPr/>
            </a:lvl2pPr>
            <a:lvl3pPr>
              <a:defRPr/>
            </a:lvl3pPr>
            <a:lvl4pPr>
              <a:defRPr/>
            </a:lvl4pPr>
            <a:lvl5pPr>
              <a:defRPr/>
            </a:lvl5pPr>
          </a:lstStyle>
          <a:p>
            <a:pPr lvl="0"/>
            <a:r>
              <a:rPr lang="en-US" noProof="1"/>
              <a:t>Click to edit Master text styles</a:t>
            </a:r>
          </a:p>
          <a:p>
            <a:pPr lvl="1"/>
            <a:r>
              <a:rPr lang="en-US" noProof="1"/>
              <a:t>Second level</a:t>
            </a:r>
          </a:p>
          <a:p>
            <a:pPr lvl="2"/>
            <a:r>
              <a:rPr lang="en-US" noProof="1"/>
              <a:t>Third level</a:t>
            </a:r>
          </a:p>
          <a:p>
            <a:pPr lvl="3"/>
            <a:r>
              <a:rPr lang="en-US" noProof="1"/>
              <a:t>Fourth level</a:t>
            </a:r>
          </a:p>
          <a:p>
            <a:pPr lvl="4"/>
            <a:r>
              <a:rPr lang="en-US" noProof="1"/>
              <a:t>Fifth level</a:t>
            </a:r>
          </a:p>
        </p:txBody>
      </p:sp>
      <p:sp>
        <p:nvSpPr>
          <p:cNvPr id="4" name="Date Placeholder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0B071C9A-94FB-4A01-8575-75D2325C1A41}" type="datetime1">
              <a:rPr kumimoji="0" lang="en-US" sz="1200" b="0" i="0" u="none" strike="noStrike" kern="1200" cap="none" spc="0" normalizeH="0" baseline="0" noProof="0">
                <a:ln>
                  <a:noFill/>
                </a:ln>
                <a:solidFill>
                  <a:srgbClr val="898989"/>
                </a:solidFill>
                <a:effectLst/>
                <a:uLnTx/>
                <a:uFillTx/>
                <a:latin typeface="Arial" panose="020B0604020202020204" pitchFamily="34" charset="0"/>
                <a:ea typeface="+mn-ea"/>
                <a:cs typeface="+mn-cs"/>
              </a:rPr>
              <a:t>11/12/2025</a:t>
            </a:fld>
            <a:endParaRPr kumimoji="0" lang="en-US" sz="1200" b="0" i="0" u="none" strike="noStrike" kern="1200" cap="none" spc="0" normalizeH="0" baseline="0" noProof="0">
              <a:ln>
                <a:noFill/>
              </a:ln>
              <a:solidFill>
                <a:srgbClr val="898989"/>
              </a:solidFill>
              <a:effectLst/>
              <a:uLnTx/>
              <a:uFillTx/>
              <a:latin typeface="Arial" panose="020B0604020202020204" pitchFamily="34" charset="0"/>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sz="1200" b="0" i="0" u="none" strike="noStrike" kern="1200" cap="none" spc="0" normalizeH="0" baseline="0" noProof="0">
                <a:ln>
                  <a:noFill/>
                </a:ln>
                <a:solidFill>
                  <a:srgbClr val="898989"/>
                </a:solidFill>
                <a:effectLst/>
                <a:uLnTx/>
                <a:uFillTx/>
                <a:latin typeface="Arial" panose="020B0604020202020204" pitchFamily="34" charset="0"/>
                <a:ea typeface="+mn-ea"/>
                <a:cs typeface="+mn-cs"/>
              </a:rPr>
              <a:t>Data Structures and Algorithms in Java </a:t>
            </a:r>
          </a:p>
        </p:txBody>
      </p:sp>
      <p:sp>
        <p:nvSpPr>
          <p:cNvPr id="6" name="Slide Number Placeholder 5"/>
          <p:cNvSpPr>
            <a:spLocks noGrp="1"/>
          </p:cNvSpPr>
          <p:nvPr>
            <p:ph type="sldNum" sz="quarter" idx="12"/>
          </p:nvPr>
        </p:nvSpPr>
        <p:spPr/>
        <p:txBody>
          <a:bodyPr/>
          <a:lstStyle/>
          <a:p>
            <a:pPr lvl="0" eaLnBrk="1" hangingPunct="1">
              <a:buNone/>
            </a:pPr>
            <a:fld id="{9A0DB2DC-4C9A-4742-B13C-FB6460FD3503}" type="slidenum">
              <a:rPr lang="en-US" altLang="zh-CN" dirty="0">
                <a:latin typeface="Arial" panose="020B0604020202020204" pitchFamily="34" charset="0"/>
              </a:rPr>
              <a:t>‹#›</a:t>
            </a:fld>
            <a:r>
              <a:rPr lang="en-US" altLang="en-US" sz="1200" b="0" dirty="0">
                <a:solidFill>
                  <a:srgbClr val="898989"/>
                </a:solidFill>
                <a:latin typeface="Arial" panose="020B0604020202020204" pitchFamily="34" charset="0"/>
              </a:rPr>
              <a:t>/30</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noProof="1"/>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noProof="1"/>
              <a:t>Click to edit Master text styles</a:t>
            </a:r>
          </a:p>
        </p:txBody>
      </p:sp>
      <p:sp>
        <p:nvSpPr>
          <p:cNvPr id="4" name="Date Placeholder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0B071C9A-94FB-4A01-8575-75D2325C1A41}" type="datetime1">
              <a:rPr kumimoji="0" lang="en-US" sz="1200" b="0" i="0" u="none" strike="noStrike" kern="1200" cap="none" spc="0" normalizeH="0" baseline="0" noProof="0">
                <a:ln>
                  <a:noFill/>
                </a:ln>
                <a:solidFill>
                  <a:srgbClr val="898989"/>
                </a:solidFill>
                <a:effectLst/>
                <a:uLnTx/>
                <a:uFillTx/>
                <a:latin typeface="Arial" panose="020B0604020202020204" pitchFamily="34" charset="0"/>
                <a:ea typeface="+mn-ea"/>
                <a:cs typeface="+mn-cs"/>
              </a:rPr>
              <a:t>11/12/2025</a:t>
            </a:fld>
            <a:endParaRPr kumimoji="0" lang="en-US" sz="1200" b="0" i="0" u="none" strike="noStrike" kern="1200" cap="none" spc="0" normalizeH="0" baseline="0" noProof="0">
              <a:ln>
                <a:noFill/>
              </a:ln>
              <a:solidFill>
                <a:srgbClr val="898989"/>
              </a:solidFill>
              <a:effectLst/>
              <a:uLnTx/>
              <a:uFillTx/>
              <a:latin typeface="Arial" panose="020B0604020202020204" pitchFamily="34" charset="0"/>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sz="1200" b="0" i="0" u="none" strike="noStrike" kern="1200" cap="none" spc="0" normalizeH="0" baseline="0" noProof="0">
                <a:ln>
                  <a:noFill/>
                </a:ln>
                <a:solidFill>
                  <a:srgbClr val="898989"/>
                </a:solidFill>
                <a:effectLst/>
                <a:uLnTx/>
                <a:uFillTx/>
                <a:latin typeface="Arial" panose="020B0604020202020204" pitchFamily="34" charset="0"/>
                <a:ea typeface="+mn-ea"/>
                <a:cs typeface="+mn-cs"/>
              </a:rPr>
              <a:t>Data Structures and Algorithms in Java </a:t>
            </a:r>
          </a:p>
        </p:txBody>
      </p:sp>
      <p:sp>
        <p:nvSpPr>
          <p:cNvPr id="6" name="Slide Number Placeholder 5"/>
          <p:cNvSpPr>
            <a:spLocks noGrp="1"/>
          </p:cNvSpPr>
          <p:nvPr>
            <p:ph type="sldNum" sz="quarter" idx="12"/>
          </p:nvPr>
        </p:nvSpPr>
        <p:spPr/>
        <p:txBody>
          <a:bodyPr/>
          <a:lstStyle/>
          <a:p>
            <a:pPr lvl="0" eaLnBrk="1" hangingPunct="1">
              <a:buNone/>
            </a:pPr>
            <a:fld id="{9A0DB2DC-4C9A-4742-B13C-FB6460FD3503}" type="slidenum">
              <a:rPr lang="en-US" altLang="zh-CN" dirty="0">
                <a:latin typeface="Arial" panose="020B0604020202020204" pitchFamily="34" charset="0"/>
              </a:rPr>
              <a:t>‹#›</a:t>
            </a:fld>
            <a:r>
              <a:rPr lang="en-US" altLang="en-US" sz="1200" b="0" dirty="0">
                <a:solidFill>
                  <a:srgbClr val="898989"/>
                </a:solidFill>
                <a:latin typeface="Arial" panose="020B0604020202020204" pitchFamily="34" charset="0"/>
              </a:rPr>
              <a:t>/30</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noProof="1"/>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noProof="1"/>
              <a:t>Click to edit Master text styles</a:t>
            </a:r>
          </a:p>
          <a:p>
            <a:pPr lvl="1"/>
            <a:r>
              <a:rPr lang="en-US" noProof="1"/>
              <a:t>Second level</a:t>
            </a:r>
          </a:p>
          <a:p>
            <a:pPr lvl="2"/>
            <a:r>
              <a:rPr lang="en-US" noProof="1"/>
              <a:t>Third level</a:t>
            </a:r>
          </a:p>
          <a:p>
            <a:pPr lvl="3"/>
            <a:r>
              <a:rPr lang="en-US" noProof="1"/>
              <a:t>Fourth level</a:t>
            </a:r>
          </a:p>
          <a:p>
            <a:pPr lvl="4"/>
            <a:r>
              <a:rPr lang="en-US" noProof="1"/>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noProof="1"/>
              <a:t>Click to edit Master text styles</a:t>
            </a:r>
          </a:p>
          <a:p>
            <a:pPr lvl="1"/>
            <a:r>
              <a:rPr lang="en-US" noProof="1"/>
              <a:t>Second level</a:t>
            </a:r>
          </a:p>
          <a:p>
            <a:pPr lvl="2"/>
            <a:r>
              <a:rPr lang="en-US" noProof="1"/>
              <a:t>Third level</a:t>
            </a:r>
          </a:p>
          <a:p>
            <a:pPr lvl="3"/>
            <a:r>
              <a:rPr lang="en-US" noProof="1"/>
              <a:t>Fourth level</a:t>
            </a:r>
          </a:p>
          <a:p>
            <a:pPr lvl="4"/>
            <a:r>
              <a:rPr lang="en-US" noProof="1"/>
              <a:t>Fifth level</a:t>
            </a:r>
          </a:p>
        </p:txBody>
      </p:sp>
      <p:sp>
        <p:nvSpPr>
          <p:cNvPr id="5" name="Date Placeholder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0B071C9A-94FB-4A01-8575-75D2325C1A41}" type="datetime1">
              <a:rPr kumimoji="0" lang="en-US" sz="1200" b="0" i="0" u="none" strike="noStrike" kern="1200" cap="none" spc="0" normalizeH="0" baseline="0" noProof="0">
                <a:ln>
                  <a:noFill/>
                </a:ln>
                <a:solidFill>
                  <a:srgbClr val="898989"/>
                </a:solidFill>
                <a:effectLst/>
                <a:uLnTx/>
                <a:uFillTx/>
                <a:latin typeface="Arial" panose="020B0604020202020204" pitchFamily="34" charset="0"/>
                <a:ea typeface="+mn-ea"/>
                <a:cs typeface="+mn-cs"/>
              </a:rPr>
              <a:t>11/12/2025</a:t>
            </a:fld>
            <a:endParaRPr kumimoji="0" lang="en-US" sz="1200" b="0" i="0" u="none" strike="noStrike" kern="1200" cap="none" spc="0" normalizeH="0" baseline="0" noProof="0">
              <a:ln>
                <a:noFill/>
              </a:ln>
              <a:solidFill>
                <a:srgbClr val="898989"/>
              </a:solidFill>
              <a:effectLst/>
              <a:uLnTx/>
              <a:uFillTx/>
              <a:latin typeface="Arial" panose="020B0604020202020204" pitchFamily="34" charset="0"/>
              <a:ea typeface="+mn-ea"/>
              <a:cs typeface="+mn-cs"/>
            </a:endParaRPr>
          </a:p>
        </p:txBody>
      </p:sp>
      <p:sp>
        <p:nvSpPr>
          <p:cNvPr id="6" name="Footer Placeholder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sz="1200" b="0" i="0" u="none" strike="noStrike" kern="1200" cap="none" spc="0" normalizeH="0" baseline="0" noProof="0">
                <a:ln>
                  <a:noFill/>
                </a:ln>
                <a:solidFill>
                  <a:srgbClr val="898989"/>
                </a:solidFill>
                <a:effectLst/>
                <a:uLnTx/>
                <a:uFillTx/>
                <a:latin typeface="Arial" panose="020B0604020202020204" pitchFamily="34" charset="0"/>
                <a:ea typeface="+mn-ea"/>
                <a:cs typeface="+mn-cs"/>
              </a:rPr>
              <a:t>Data Structures and Algorithms in Java </a:t>
            </a:r>
          </a:p>
        </p:txBody>
      </p:sp>
      <p:sp>
        <p:nvSpPr>
          <p:cNvPr id="7" name="Slide Number Placeholder 6"/>
          <p:cNvSpPr>
            <a:spLocks noGrp="1"/>
          </p:cNvSpPr>
          <p:nvPr>
            <p:ph type="sldNum" sz="quarter" idx="12"/>
          </p:nvPr>
        </p:nvSpPr>
        <p:spPr/>
        <p:txBody>
          <a:bodyPr/>
          <a:lstStyle/>
          <a:p>
            <a:pPr lvl="0" eaLnBrk="1" hangingPunct="1">
              <a:buNone/>
            </a:pPr>
            <a:fld id="{9A0DB2DC-4C9A-4742-B13C-FB6460FD3503}" type="slidenum">
              <a:rPr lang="en-US" altLang="zh-CN" dirty="0">
                <a:latin typeface="Arial" panose="020B0604020202020204" pitchFamily="34" charset="0"/>
              </a:rPr>
              <a:t>‹#›</a:t>
            </a:fld>
            <a:r>
              <a:rPr lang="en-US" altLang="en-US" sz="1200" b="0" dirty="0">
                <a:solidFill>
                  <a:srgbClr val="898989"/>
                </a:solidFill>
                <a:latin typeface="Arial" panose="020B0604020202020204" pitchFamily="34" charset="0"/>
              </a:rPr>
              <a:t>/30</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noProof="1"/>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1"/>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noProof="1"/>
              <a:t>Click to edit Master text styles</a:t>
            </a:r>
          </a:p>
          <a:p>
            <a:pPr lvl="1"/>
            <a:r>
              <a:rPr lang="en-US" noProof="1"/>
              <a:t>Second level</a:t>
            </a:r>
          </a:p>
          <a:p>
            <a:pPr lvl="2"/>
            <a:r>
              <a:rPr lang="en-US" noProof="1"/>
              <a:t>Third level</a:t>
            </a:r>
          </a:p>
          <a:p>
            <a:pPr lvl="3"/>
            <a:r>
              <a:rPr lang="en-US" noProof="1"/>
              <a:t>Fourth level</a:t>
            </a:r>
          </a:p>
          <a:p>
            <a:pPr lvl="4"/>
            <a:r>
              <a:rPr lang="en-US" noProof="1"/>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1"/>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noProof="1"/>
              <a:t>Click to edit Master text styles</a:t>
            </a:r>
          </a:p>
          <a:p>
            <a:pPr lvl="1"/>
            <a:r>
              <a:rPr lang="en-US" noProof="1"/>
              <a:t>Second level</a:t>
            </a:r>
          </a:p>
          <a:p>
            <a:pPr lvl="2"/>
            <a:r>
              <a:rPr lang="en-US" noProof="1"/>
              <a:t>Third level</a:t>
            </a:r>
          </a:p>
          <a:p>
            <a:pPr lvl="3"/>
            <a:r>
              <a:rPr lang="en-US" noProof="1"/>
              <a:t>Fourth level</a:t>
            </a:r>
          </a:p>
          <a:p>
            <a:pPr lvl="4"/>
            <a:r>
              <a:rPr lang="en-US" noProof="1"/>
              <a:t>Fifth level</a:t>
            </a:r>
          </a:p>
        </p:txBody>
      </p:sp>
      <p:sp>
        <p:nvSpPr>
          <p:cNvPr id="7" name="Date Placeholder 6"/>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0B071C9A-94FB-4A01-8575-75D2325C1A41}" type="datetime1">
              <a:rPr kumimoji="0" lang="en-US" sz="1200" b="0" i="0" u="none" strike="noStrike" kern="1200" cap="none" spc="0" normalizeH="0" baseline="0" noProof="0">
                <a:ln>
                  <a:noFill/>
                </a:ln>
                <a:solidFill>
                  <a:srgbClr val="898989"/>
                </a:solidFill>
                <a:effectLst/>
                <a:uLnTx/>
                <a:uFillTx/>
                <a:latin typeface="Arial" panose="020B0604020202020204" pitchFamily="34" charset="0"/>
                <a:ea typeface="+mn-ea"/>
                <a:cs typeface="+mn-cs"/>
              </a:rPr>
              <a:t>11/12/2025</a:t>
            </a:fld>
            <a:endParaRPr kumimoji="0" lang="en-US" sz="1200" b="0" i="0" u="none" strike="noStrike" kern="1200" cap="none" spc="0" normalizeH="0" baseline="0" noProof="0">
              <a:ln>
                <a:noFill/>
              </a:ln>
              <a:solidFill>
                <a:srgbClr val="898989"/>
              </a:solidFill>
              <a:effectLst/>
              <a:uLnTx/>
              <a:uFillTx/>
              <a:latin typeface="Arial" panose="020B0604020202020204" pitchFamily="34" charset="0"/>
              <a:ea typeface="+mn-ea"/>
              <a:cs typeface="+mn-cs"/>
            </a:endParaRPr>
          </a:p>
        </p:txBody>
      </p:sp>
      <p:sp>
        <p:nvSpPr>
          <p:cNvPr id="8" name="Footer Placeholder 7"/>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sz="1200" b="0" i="0" u="none" strike="noStrike" kern="1200" cap="none" spc="0" normalizeH="0" baseline="0" noProof="0">
                <a:ln>
                  <a:noFill/>
                </a:ln>
                <a:solidFill>
                  <a:srgbClr val="898989"/>
                </a:solidFill>
                <a:effectLst/>
                <a:uLnTx/>
                <a:uFillTx/>
                <a:latin typeface="Arial" panose="020B0604020202020204" pitchFamily="34" charset="0"/>
                <a:ea typeface="+mn-ea"/>
                <a:cs typeface="+mn-cs"/>
              </a:rPr>
              <a:t>Data Structures and Algorithms in Java </a:t>
            </a:r>
          </a:p>
        </p:txBody>
      </p:sp>
      <p:sp>
        <p:nvSpPr>
          <p:cNvPr id="9" name="Slide Number Placeholder 8"/>
          <p:cNvSpPr>
            <a:spLocks noGrp="1"/>
          </p:cNvSpPr>
          <p:nvPr>
            <p:ph type="sldNum" sz="quarter" idx="12"/>
          </p:nvPr>
        </p:nvSpPr>
        <p:spPr/>
        <p:txBody>
          <a:bodyPr/>
          <a:lstStyle/>
          <a:p>
            <a:pPr lvl="0" eaLnBrk="1" hangingPunct="1">
              <a:buNone/>
            </a:pPr>
            <a:fld id="{9A0DB2DC-4C9A-4742-B13C-FB6460FD3503}" type="slidenum">
              <a:rPr lang="en-US" altLang="zh-CN" dirty="0">
                <a:latin typeface="Arial" panose="020B0604020202020204" pitchFamily="34" charset="0"/>
              </a:rPr>
              <a:t>‹#›</a:t>
            </a:fld>
            <a:r>
              <a:rPr lang="en-US" altLang="en-US" sz="1200" b="0" dirty="0">
                <a:solidFill>
                  <a:srgbClr val="898989"/>
                </a:solidFill>
                <a:latin typeface="Arial" panose="020B0604020202020204" pitchFamily="34" charset="0"/>
              </a:rPr>
              <a:t>/30</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noProof="1"/>
              <a:t>Click to edit Master title style</a:t>
            </a:r>
          </a:p>
        </p:txBody>
      </p:sp>
      <p:sp>
        <p:nvSpPr>
          <p:cNvPr id="3" name="Date Placeholder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0B071C9A-94FB-4A01-8575-75D2325C1A41}" type="datetime1">
              <a:rPr kumimoji="0" lang="en-US" sz="1200" b="0" i="0" u="none" strike="noStrike" kern="1200" cap="none" spc="0" normalizeH="0" baseline="0" noProof="0">
                <a:ln>
                  <a:noFill/>
                </a:ln>
                <a:solidFill>
                  <a:srgbClr val="898989"/>
                </a:solidFill>
                <a:effectLst/>
                <a:uLnTx/>
                <a:uFillTx/>
                <a:latin typeface="Arial" panose="020B0604020202020204" pitchFamily="34" charset="0"/>
                <a:ea typeface="+mn-ea"/>
                <a:cs typeface="+mn-cs"/>
              </a:rPr>
              <a:t>11/12/2025</a:t>
            </a:fld>
            <a:endParaRPr kumimoji="0" lang="en-US" sz="1200" b="0" i="0" u="none" strike="noStrike" kern="1200" cap="none" spc="0" normalizeH="0" baseline="0" noProof="0">
              <a:ln>
                <a:noFill/>
              </a:ln>
              <a:solidFill>
                <a:srgbClr val="898989"/>
              </a:solidFill>
              <a:effectLst/>
              <a:uLnTx/>
              <a:uFillTx/>
              <a:latin typeface="Arial" panose="020B0604020202020204" pitchFamily="34" charset="0"/>
              <a:ea typeface="+mn-ea"/>
              <a:cs typeface="+mn-cs"/>
            </a:endParaRPr>
          </a:p>
        </p:txBody>
      </p:sp>
      <p:sp>
        <p:nvSpPr>
          <p:cNvPr id="4" name="Footer Placeholder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sz="1200" b="0" i="0" u="none" strike="noStrike" kern="1200" cap="none" spc="0" normalizeH="0" baseline="0" noProof="0">
                <a:ln>
                  <a:noFill/>
                </a:ln>
                <a:solidFill>
                  <a:srgbClr val="898989"/>
                </a:solidFill>
                <a:effectLst/>
                <a:uLnTx/>
                <a:uFillTx/>
                <a:latin typeface="Arial" panose="020B0604020202020204" pitchFamily="34" charset="0"/>
                <a:ea typeface="+mn-ea"/>
                <a:cs typeface="+mn-cs"/>
              </a:rPr>
              <a:t>Data Structures and Algorithms in Java </a:t>
            </a:r>
          </a:p>
        </p:txBody>
      </p:sp>
      <p:sp>
        <p:nvSpPr>
          <p:cNvPr id="5" name="Slide Number Placeholder 4"/>
          <p:cNvSpPr>
            <a:spLocks noGrp="1"/>
          </p:cNvSpPr>
          <p:nvPr>
            <p:ph type="sldNum" sz="quarter" idx="12"/>
          </p:nvPr>
        </p:nvSpPr>
        <p:spPr/>
        <p:txBody>
          <a:bodyPr/>
          <a:lstStyle/>
          <a:p>
            <a:pPr lvl="0" eaLnBrk="1" hangingPunct="1">
              <a:buNone/>
            </a:pPr>
            <a:fld id="{9A0DB2DC-4C9A-4742-B13C-FB6460FD3503}" type="slidenum">
              <a:rPr lang="en-US" altLang="zh-CN" dirty="0">
                <a:latin typeface="Arial" panose="020B0604020202020204" pitchFamily="34" charset="0"/>
              </a:rPr>
              <a:t>‹#›</a:t>
            </a:fld>
            <a:r>
              <a:rPr lang="en-US" altLang="en-US" sz="1200" b="0" dirty="0">
                <a:solidFill>
                  <a:srgbClr val="898989"/>
                </a:solidFill>
                <a:latin typeface="Arial" panose="020B0604020202020204" pitchFamily="34" charset="0"/>
              </a:rPr>
              <a:t>/30</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0B071C9A-94FB-4A01-8575-75D2325C1A41}" type="datetime1">
              <a:rPr kumimoji="0" lang="en-US" sz="1200" b="0" i="0" u="none" strike="noStrike" kern="1200" cap="none" spc="0" normalizeH="0" baseline="0" noProof="0">
                <a:ln>
                  <a:noFill/>
                </a:ln>
                <a:solidFill>
                  <a:srgbClr val="898989"/>
                </a:solidFill>
                <a:effectLst/>
                <a:uLnTx/>
                <a:uFillTx/>
                <a:latin typeface="Arial" panose="020B0604020202020204" pitchFamily="34" charset="0"/>
                <a:ea typeface="+mn-ea"/>
                <a:cs typeface="+mn-cs"/>
              </a:rPr>
              <a:t>11/12/2025</a:t>
            </a:fld>
            <a:endParaRPr kumimoji="0" lang="en-US" sz="1200" b="0" i="0" u="none" strike="noStrike" kern="1200" cap="none" spc="0" normalizeH="0" baseline="0" noProof="0">
              <a:ln>
                <a:noFill/>
              </a:ln>
              <a:solidFill>
                <a:srgbClr val="898989"/>
              </a:solidFill>
              <a:effectLst/>
              <a:uLnTx/>
              <a:uFillTx/>
              <a:latin typeface="Arial" panose="020B0604020202020204" pitchFamily="34" charset="0"/>
              <a:ea typeface="+mn-ea"/>
              <a:cs typeface="+mn-cs"/>
            </a:endParaRPr>
          </a:p>
        </p:txBody>
      </p:sp>
      <p:sp>
        <p:nvSpPr>
          <p:cNvPr id="3" name="Footer Placeholder 2"/>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sz="1200" b="0" i="0" u="none" strike="noStrike" kern="1200" cap="none" spc="0" normalizeH="0" baseline="0" noProof="0">
                <a:ln>
                  <a:noFill/>
                </a:ln>
                <a:solidFill>
                  <a:srgbClr val="898989"/>
                </a:solidFill>
                <a:effectLst/>
                <a:uLnTx/>
                <a:uFillTx/>
                <a:latin typeface="Arial" panose="020B0604020202020204" pitchFamily="34" charset="0"/>
                <a:ea typeface="+mn-ea"/>
                <a:cs typeface="+mn-cs"/>
              </a:rPr>
              <a:t>Data Structures and Algorithms in Java </a:t>
            </a:r>
          </a:p>
        </p:txBody>
      </p:sp>
      <p:sp>
        <p:nvSpPr>
          <p:cNvPr id="4" name="Slide Number Placeholder 3"/>
          <p:cNvSpPr>
            <a:spLocks noGrp="1"/>
          </p:cNvSpPr>
          <p:nvPr>
            <p:ph type="sldNum" sz="quarter" idx="12"/>
          </p:nvPr>
        </p:nvSpPr>
        <p:spPr/>
        <p:txBody>
          <a:bodyPr/>
          <a:lstStyle/>
          <a:p>
            <a:pPr lvl="0" eaLnBrk="1" hangingPunct="1">
              <a:buNone/>
            </a:pPr>
            <a:fld id="{9A0DB2DC-4C9A-4742-B13C-FB6460FD3503}" type="slidenum">
              <a:rPr lang="en-US" altLang="zh-CN" dirty="0">
                <a:latin typeface="Arial" panose="020B0604020202020204" pitchFamily="34" charset="0"/>
              </a:rPr>
              <a:t>‹#›</a:t>
            </a:fld>
            <a:r>
              <a:rPr lang="en-US" altLang="en-US" sz="1200" b="0" dirty="0">
                <a:solidFill>
                  <a:srgbClr val="898989"/>
                </a:solidFill>
                <a:latin typeface="Arial" panose="020B0604020202020204" pitchFamily="34" charset="0"/>
              </a:rPr>
              <a:t>/30</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noProof="1"/>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noProof="1"/>
              <a:t>Click to edit Master text styles</a:t>
            </a:r>
          </a:p>
          <a:p>
            <a:pPr lvl="1"/>
            <a:r>
              <a:rPr lang="en-US" noProof="1"/>
              <a:t>Second level</a:t>
            </a:r>
          </a:p>
          <a:p>
            <a:pPr lvl="2"/>
            <a:r>
              <a:rPr lang="en-US" noProof="1"/>
              <a:t>Third level</a:t>
            </a:r>
          </a:p>
          <a:p>
            <a:pPr lvl="3"/>
            <a:r>
              <a:rPr lang="en-US" noProof="1"/>
              <a:t>Fourth level</a:t>
            </a:r>
          </a:p>
          <a:p>
            <a:pPr lvl="4"/>
            <a:r>
              <a:rPr lang="en-US" noProof="1"/>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noProof="1"/>
              <a:t>Click to edit Master text styles</a:t>
            </a:r>
          </a:p>
        </p:txBody>
      </p:sp>
      <p:sp>
        <p:nvSpPr>
          <p:cNvPr id="5" name="Date Placeholder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0B071C9A-94FB-4A01-8575-75D2325C1A41}" type="datetime1">
              <a:rPr kumimoji="0" lang="en-US" sz="1200" b="0" i="0" u="none" strike="noStrike" kern="1200" cap="none" spc="0" normalizeH="0" baseline="0" noProof="0">
                <a:ln>
                  <a:noFill/>
                </a:ln>
                <a:solidFill>
                  <a:srgbClr val="898989"/>
                </a:solidFill>
                <a:effectLst/>
                <a:uLnTx/>
                <a:uFillTx/>
                <a:latin typeface="Arial" panose="020B0604020202020204" pitchFamily="34" charset="0"/>
                <a:ea typeface="+mn-ea"/>
                <a:cs typeface="+mn-cs"/>
              </a:rPr>
              <a:t>11/12/2025</a:t>
            </a:fld>
            <a:endParaRPr kumimoji="0" lang="en-US" sz="1200" b="0" i="0" u="none" strike="noStrike" kern="1200" cap="none" spc="0" normalizeH="0" baseline="0" noProof="0">
              <a:ln>
                <a:noFill/>
              </a:ln>
              <a:solidFill>
                <a:srgbClr val="898989"/>
              </a:solidFill>
              <a:effectLst/>
              <a:uLnTx/>
              <a:uFillTx/>
              <a:latin typeface="Arial" panose="020B0604020202020204" pitchFamily="34" charset="0"/>
              <a:ea typeface="+mn-ea"/>
              <a:cs typeface="+mn-cs"/>
            </a:endParaRPr>
          </a:p>
        </p:txBody>
      </p:sp>
      <p:sp>
        <p:nvSpPr>
          <p:cNvPr id="6" name="Footer Placeholder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sz="1200" b="0" i="0" u="none" strike="noStrike" kern="1200" cap="none" spc="0" normalizeH="0" baseline="0" noProof="0">
                <a:ln>
                  <a:noFill/>
                </a:ln>
                <a:solidFill>
                  <a:srgbClr val="898989"/>
                </a:solidFill>
                <a:effectLst/>
                <a:uLnTx/>
                <a:uFillTx/>
                <a:latin typeface="Arial" panose="020B0604020202020204" pitchFamily="34" charset="0"/>
                <a:ea typeface="+mn-ea"/>
                <a:cs typeface="+mn-cs"/>
              </a:rPr>
              <a:t>Data Structures and Algorithms in Java </a:t>
            </a:r>
          </a:p>
        </p:txBody>
      </p:sp>
      <p:sp>
        <p:nvSpPr>
          <p:cNvPr id="7" name="Slide Number Placeholder 6"/>
          <p:cNvSpPr>
            <a:spLocks noGrp="1"/>
          </p:cNvSpPr>
          <p:nvPr>
            <p:ph type="sldNum" sz="quarter" idx="12"/>
          </p:nvPr>
        </p:nvSpPr>
        <p:spPr/>
        <p:txBody>
          <a:bodyPr/>
          <a:lstStyle/>
          <a:p>
            <a:pPr lvl="0" eaLnBrk="1" hangingPunct="1">
              <a:buNone/>
            </a:pPr>
            <a:fld id="{9A0DB2DC-4C9A-4742-B13C-FB6460FD3503}" type="slidenum">
              <a:rPr lang="en-US" altLang="zh-CN" dirty="0">
                <a:latin typeface="Arial" panose="020B0604020202020204" pitchFamily="34" charset="0"/>
              </a:rPr>
              <a:t>‹#›</a:t>
            </a:fld>
            <a:r>
              <a:rPr lang="en-US" altLang="en-US" sz="1200" b="0" dirty="0">
                <a:solidFill>
                  <a:srgbClr val="898989"/>
                </a:solidFill>
                <a:latin typeface="Arial" panose="020B0604020202020204" pitchFamily="34" charset="0"/>
              </a:rPr>
              <a:t>/30</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noProof="1"/>
              <a:t>Click to edit Master title style</a:t>
            </a:r>
          </a:p>
        </p:txBody>
      </p:sp>
      <p:sp>
        <p:nvSpPr>
          <p:cNvPr id="3" name="Picture Placeholder 2"/>
          <p:cNvSpPr>
            <a:spLocks noGrp="1"/>
          </p:cNvSpPr>
          <p:nvPr>
            <p:ph type="pic" idx="1"/>
          </p:nvPr>
        </p:nvSpPr>
        <p:spPr>
          <a:xfrm>
            <a:off x="1792288" y="612775"/>
            <a:ext cx="5486400" cy="4114800"/>
          </a:xfrm>
        </p:spPr>
        <p:txBody>
          <a:bodyPr vert="horz" wrap="square" lIns="91440" tIns="45720" rIns="91440" bIns="45720" numCol="1" rtlCol="0" anchor="t" anchorCtr="0" compatLnSpc="1">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en-US" sz="3200" b="0" i="0" u="none" strike="noStrike" kern="1200" cap="none" spc="0" normalizeH="0" baseline="0" noProof="0">
              <a:ln>
                <a:noFill/>
              </a:ln>
              <a:solidFill>
                <a:schemeClr val="tx1"/>
              </a:solidFill>
              <a:effectLst/>
              <a:uLnTx/>
              <a:uFillTx/>
              <a:latin typeface="+mn-lt"/>
              <a:ea typeface="+mn-ea"/>
              <a:cs typeface="+mn-cs"/>
            </a:endParaRP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noProof="1"/>
              <a:t>Click to edit Master text styles</a:t>
            </a:r>
          </a:p>
        </p:txBody>
      </p:sp>
      <p:sp>
        <p:nvSpPr>
          <p:cNvPr id="5" name="Date Placeholder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0B071C9A-94FB-4A01-8575-75D2325C1A41}" type="datetime1">
              <a:rPr kumimoji="0" lang="en-US" sz="1200" b="0" i="0" u="none" strike="noStrike" kern="1200" cap="none" spc="0" normalizeH="0" baseline="0" noProof="0">
                <a:ln>
                  <a:noFill/>
                </a:ln>
                <a:solidFill>
                  <a:srgbClr val="898989"/>
                </a:solidFill>
                <a:effectLst/>
                <a:uLnTx/>
                <a:uFillTx/>
                <a:latin typeface="Arial" panose="020B0604020202020204" pitchFamily="34" charset="0"/>
                <a:ea typeface="+mn-ea"/>
                <a:cs typeface="+mn-cs"/>
              </a:rPr>
              <a:t>11/12/2025</a:t>
            </a:fld>
            <a:endParaRPr kumimoji="0" lang="en-US" sz="1200" b="0" i="0" u="none" strike="noStrike" kern="1200" cap="none" spc="0" normalizeH="0" baseline="0" noProof="0">
              <a:ln>
                <a:noFill/>
              </a:ln>
              <a:solidFill>
                <a:srgbClr val="898989"/>
              </a:solidFill>
              <a:effectLst/>
              <a:uLnTx/>
              <a:uFillTx/>
              <a:latin typeface="Arial" panose="020B0604020202020204" pitchFamily="34" charset="0"/>
              <a:ea typeface="+mn-ea"/>
              <a:cs typeface="+mn-cs"/>
            </a:endParaRPr>
          </a:p>
        </p:txBody>
      </p:sp>
      <p:sp>
        <p:nvSpPr>
          <p:cNvPr id="6" name="Footer Placeholder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sz="1200" b="0" i="0" u="none" strike="noStrike" kern="1200" cap="none" spc="0" normalizeH="0" baseline="0" noProof="0">
                <a:ln>
                  <a:noFill/>
                </a:ln>
                <a:solidFill>
                  <a:srgbClr val="898989"/>
                </a:solidFill>
                <a:effectLst/>
                <a:uLnTx/>
                <a:uFillTx/>
                <a:latin typeface="Arial" panose="020B0604020202020204" pitchFamily="34" charset="0"/>
                <a:ea typeface="+mn-ea"/>
                <a:cs typeface="+mn-cs"/>
              </a:rPr>
              <a:t>Data Structures and Algorithms in Java </a:t>
            </a:r>
          </a:p>
        </p:txBody>
      </p:sp>
      <p:sp>
        <p:nvSpPr>
          <p:cNvPr id="7" name="Slide Number Placeholder 6"/>
          <p:cNvSpPr>
            <a:spLocks noGrp="1"/>
          </p:cNvSpPr>
          <p:nvPr>
            <p:ph type="sldNum" sz="quarter" idx="12"/>
          </p:nvPr>
        </p:nvSpPr>
        <p:spPr/>
        <p:txBody>
          <a:bodyPr/>
          <a:lstStyle/>
          <a:p>
            <a:pPr lvl="0" eaLnBrk="1" hangingPunct="1">
              <a:buNone/>
            </a:pPr>
            <a:fld id="{9A0DB2DC-4C9A-4742-B13C-FB6460FD3503}" type="slidenum">
              <a:rPr lang="en-US" altLang="zh-CN" dirty="0">
                <a:latin typeface="Arial" panose="020B0604020202020204" pitchFamily="34" charset="0"/>
              </a:rPr>
              <a:t>‹#›</a:t>
            </a:fld>
            <a:r>
              <a:rPr lang="en-US" altLang="en-US" sz="1200" b="0" dirty="0">
                <a:solidFill>
                  <a:srgbClr val="898989"/>
                </a:solidFill>
                <a:latin typeface="Arial" panose="020B0604020202020204" pitchFamily="34" charset="0"/>
              </a:rPr>
              <a:t>/30</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noProof="1"/>
              <a:t>Click to edit Master title style</a:t>
            </a:r>
          </a:p>
        </p:txBody>
      </p:sp>
      <p:sp>
        <p:nvSpPr>
          <p:cNvPr id="3" name="Vertical Text Placeholder 2"/>
          <p:cNvSpPr>
            <a:spLocks noGrp="1"/>
          </p:cNvSpPr>
          <p:nvPr>
            <p:ph type="body" orient="vert" idx="1"/>
          </p:nvPr>
        </p:nvSpPr>
        <p:spPr/>
        <p:txBody>
          <a:bodyPr vert="eaVert"/>
          <a:lstStyle/>
          <a:p>
            <a:pPr lvl="0"/>
            <a:r>
              <a:rPr lang="en-US" noProof="1"/>
              <a:t>Click to edit Master text styles</a:t>
            </a:r>
          </a:p>
          <a:p>
            <a:pPr lvl="1"/>
            <a:r>
              <a:rPr lang="en-US" noProof="1"/>
              <a:t>Second level</a:t>
            </a:r>
          </a:p>
          <a:p>
            <a:pPr lvl="2"/>
            <a:r>
              <a:rPr lang="en-US" noProof="1"/>
              <a:t>Third level</a:t>
            </a:r>
          </a:p>
          <a:p>
            <a:pPr lvl="3"/>
            <a:r>
              <a:rPr lang="en-US" noProof="1"/>
              <a:t>Fourth level</a:t>
            </a:r>
          </a:p>
          <a:p>
            <a:pPr lvl="4"/>
            <a:r>
              <a:rPr lang="en-US" noProof="1"/>
              <a:t>Fifth level</a:t>
            </a:r>
          </a:p>
        </p:txBody>
      </p:sp>
      <p:sp>
        <p:nvSpPr>
          <p:cNvPr id="4" name="Date Placeholder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0B071C9A-94FB-4A01-8575-75D2325C1A41}" type="datetime1">
              <a:rPr kumimoji="0" lang="en-US" sz="1200" b="0" i="0" u="none" strike="noStrike" kern="1200" cap="none" spc="0" normalizeH="0" baseline="0" noProof="0">
                <a:ln>
                  <a:noFill/>
                </a:ln>
                <a:solidFill>
                  <a:srgbClr val="898989"/>
                </a:solidFill>
                <a:effectLst/>
                <a:uLnTx/>
                <a:uFillTx/>
                <a:latin typeface="Arial" panose="020B0604020202020204" pitchFamily="34" charset="0"/>
                <a:ea typeface="+mn-ea"/>
                <a:cs typeface="+mn-cs"/>
              </a:rPr>
              <a:t>11/12/2025</a:t>
            </a:fld>
            <a:endParaRPr kumimoji="0" lang="en-US" sz="1200" b="0" i="0" u="none" strike="noStrike" kern="1200" cap="none" spc="0" normalizeH="0" baseline="0" noProof="0">
              <a:ln>
                <a:noFill/>
              </a:ln>
              <a:solidFill>
                <a:srgbClr val="898989"/>
              </a:solidFill>
              <a:effectLst/>
              <a:uLnTx/>
              <a:uFillTx/>
              <a:latin typeface="Arial" panose="020B0604020202020204" pitchFamily="34" charset="0"/>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sz="1200" b="0" i="0" u="none" strike="noStrike" kern="1200" cap="none" spc="0" normalizeH="0" baseline="0" noProof="0">
                <a:ln>
                  <a:noFill/>
                </a:ln>
                <a:solidFill>
                  <a:srgbClr val="898989"/>
                </a:solidFill>
                <a:effectLst/>
                <a:uLnTx/>
                <a:uFillTx/>
                <a:latin typeface="Arial" panose="020B0604020202020204" pitchFamily="34" charset="0"/>
                <a:ea typeface="+mn-ea"/>
                <a:cs typeface="+mn-cs"/>
              </a:rPr>
              <a:t>Data Structures and Algorithms in Java </a:t>
            </a:r>
          </a:p>
        </p:txBody>
      </p:sp>
      <p:sp>
        <p:nvSpPr>
          <p:cNvPr id="6" name="Slide Number Placeholder 5"/>
          <p:cNvSpPr>
            <a:spLocks noGrp="1"/>
          </p:cNvSpPr>
          <p:nvPr>
            <p:ph type="sldNum" sz="quarter" idx="12"/>
          </p:nvPr>
        </p:nvSpPr>
        <p:spPr/>
        <p:txBody>
          <a:bodyPr/>
          <a:lstStyle/>
          <a:p>
            <a:pPr lvl="0" eaLnBrk="1" hangingPunct="1">
              <a:buNone/>
            </a:pPr>
            <a:fld id="{9A0DB2DC-4C9A-4742-B13C-FB6460FD3503}" type="slidenum">
              <a:rPr lang="en-US" altLang="zh-CN" dirty="0">
                <a:latin typeface="Arial" panose="020B0604020202020204" pitchFamily="34" charset="0"/>
              </a:rPr>
              <a:t>‹#›</a:t>
            </a:fld>
            <a:r>
              <a:rPr lang="en-US" altLang="en-US" sz="1200" b="0" dirty="0">
                <a:solidFill>
                  <a:srgbClr val="898989"/>
                </a:solidFill>
                <a:latin typeface="Arial" panose="020B0604020202020204" pitchFamily="34" charset="0"/>
              </a:rPr>
              <a:t>/30</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noProof="1"/>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noProof="1"/>
              <a:t>Click to edit Master text styles</a:t>
            </a:r>
          </a:p>
          <a:p>
            <a:pPr lvl="1"/>
            <a:r>
              <a:rPr lang="en-US" noProof="1"/>
              <a:t>Second level</a:t>
            </a:r>
          </a:p>
          <a:p>
            <a:pPr lvl="2"/>
            <a:r>
              <a:rPr lang="en-US" noProof="1"/>
              <a:t>Third level</a:t>
            </a:r>
          </a:p>
          <a:p>
            <a:pPr lvl="3"/>
            <a:r>
              <a:rPr lang="en-US" noProof="1"/>
              <a:t>Fourth level</a:t>
            </a:r>
          </a:p>
          <a:p>
            <a:pPr lvl="4"/>
            <a:r>
              <a:rPr lang="en-US" noProof="1"/>
              <a:t>Fifth level</a:t>
            </a:r>
          </a:p>
        </p:txBody>
      </p:sp>
      <p:sp>
        <p:nvSpPr>
          <p:cNvPr id="4" name="Date Placeholder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0B071C9A-94FB-4A01-8575-75D2325C1A41}" type="datetime1">
              <a:rPr kumimoji="0" lang="en-US" sz="1200" b="0" i="0" u="none" strike="noStrike" kern="1200" cap="none" spc="0" normalizeH="0" baseline="0" noProof="0">
                <a:ln>
                  <a:noFill/>
                </a:ln>
                <a:solidFill>
                  <a:srgbClr val="898989"/>
                </a:solidFill>
                <a:effectLst/>
                <a:uLnTx/>
                <a:uFillTx/>
                <a:latin typeface="Arial" panose="020B0604020202020204" pitchFamily="34" charset="0"/>
                <a:ea typeface="+mn-ea"/>
                <a:cs typeface="+mn-cs"/>
              </a:rPr>
              <a:t>11/12/2025</a:t>
            </a:fld>
            <a:endParaRPr kumimoji="0" lang="en-US" sz="1200" b="0" i="0" u="none" strike="noStrike" kern="1200" cap="none" spc="0" normalizeH="0" baseline="0" noProof="0">
              <a:ln>
                <a:noFill/>
              </a:ln>
              <a:solidFill>
                <a:srgbClr val="898989"/>
              </a:solidFill>
              <a:effectLst/>
              <a:uLnTx/>
              <a:uFillTx/>
              <a:latin typeface="Arial" panose="020B0604020202020204" pitchFamily="34" charset="0"/>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sz="1200" b="0" i="0" u="none" strike="noStrike" kern="1200" cap="none" spc="0" normalizeH="0" baseline="0" noProof="0">
                <a:ln>
                  <a:noFill/>
                </a:ln>
                <a:solidFill>
                  <a:srgbClr val="898989"/>
                </a:solidFill>
                <a:effectLst/>
                <a:uLnTx/>
                <a:uFillTx/>
                <a:latin typeface="Arial" panose="020B0604020202020204" pitchFamily="34" charset="0"/>
                <a:ea typeface="+mn-ea"/>
                <a:cs typeface="+mn-cs"/>
              </a:rPr>
              <a:t>Data Structures and Algorithms in Java </a:t>
            </a:r>
          </a:p>
        </p:txBody>
      </p:sp>
      <p:sp>
        <p:nvSpPr>
          <p:cNvPr id="6" name="Slide Number Placeholder 5"/>
          <p:cNvSpPr>
            <a:spLocks noGrp="1"/>
          </p:cNvSpPr>
          <p:nvPr>
            <p:ph type="sldNum" sz="quarter" idx="12"/>
          </p:nvPr>
        </p:nvSpPr>
        <p:spPr/>
        <p:txBody>
          <a:bodyPr/>
          <a:lstStyle/>
          <a:p>
            <a:pPr lvl="0" eaLnBrk="1" hangingPunct="1">
              <a:buNone/>
            </a:pPr>
            <a:fld id="{9A0DB2DC-4C9A-4742-B13C-FB6460FD3503}" type="slidenum">
              <a:rPr lang="en-US" altLang="zh-CN" dirty="0">
                <a:latin typeface="Arial" panose="020B0604020202020204" pitchFamily="34" charset="0"/>
              </a:rPr>
              <a:t>‹#›</a:t>
            </a:fld>
            <a:r>
              <a:rPr lang="en-US" altLang="en-US" sz="1200" b="0" dirty="0">
                <a:solidFill>
                  <a:srgbClr val="898989"/>
                </a:solidFill>
                <a:latin typeface="Arial" panose="020B0604020202020204" pitchFamily="34" charset="0"/>
              </a:rPr>
              <a:t>/30</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a:xfrm>
            <a:off x="457200" y="274638"/>
            <a:ext cx="8229600" cy="1143000"/>
          </a:xfrm>
          <a:prstGeom prst="rect">
            <a:avLst/>
          </a:prstGeom>
          <a:noFill/>
          <a:ln w="9525">
            <a:noFill/>
          </a:ln>
        </p:spPr>
        <p:txBody>
          <a:bodyPr anchor="ctr" anchorCtr="0"/>
          <a:lstStyle/>
          <a:p>
            <a:pPr lvl="0"/>
            <a:r>
              <a:rPr lang="en-US" altLang="en-US" dirty="0"/>
              <a:t>Click to edit Master title style</a:t>
            </a:r>
          </a:p>
        </p:txBody>
      </p:sp>
      <p:sp>
        <p:nvSpPr>
          <p:cNvPr id="1027" name="Text Placeholder 2"/>
          <p:cNvSpPr>
            <a:spLocks noGrp="1"/>
          </p:cNvSpPr>
          <p:nvPr>
            <p:ph type="body"/>
          </p:nvPr>
        </p:nvSpPr>
        <p:spPr>
          <a:xfrm>
            <a:off x="457200" y="1600200"/>
            <a:ext cx="8229600" cy="4525963"/>
          </a:xfrm>
          <a:prstGeom prst="rect">
            <a:avLst/>
          </a:prstGeom>
          <a:noFill/>
          <a:ln w="9525">
            <a:noFill/>
          </a:ln>
        </p:spPr>
        <p:txBody>
          <a:bodyPr/>
          <a:lstStyle/>
          <a:p>
            <a:pPr lvl="0"/>
            <a:r>
              <a:rPr lang="en-US" altLang="en-US" dirty="0"/>
              <a:t>Click to edit Master text styles</a:t>
            </a:r>
          </a:p>
          <a:p>
            <a:pPr lvl="1"/>
            <a:r>
              <a:rPr lang="en-US" altLang="en-US" dirty="0"/>
              <a:t>Second level</a:t>
            </a:r>
          </a:p>
          <a:p>
            <a:pPr lvl="2"/>
            <a:r>
              <a:rPr lang="en-US" altLang="en-US" dirty="0"/>
              <a:t>Third level</a:t>
            </a:r>
          </a:p>
          <a:p>
            <a:pPr lvl="3"/>
            <a:r>
              <a:rPr lang="en-US" altLang="en-US" dirty="0"/>
              <a:t>Fourth level</a:t>
            </a:r>
          </a:p>
          <a:p>
            <a:pPr lvl="4"/>
            <a:r>
              <a:rPr lang="en-US" altLang="en-US" dirty="0"/>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wrap="square" lIns="91440" tIns="45720" rIns="91440" bIns="45720" numCol="1" anchor="ctr" anchorCtr="0" compatLnSpc="1"/>
          <a:lstStyle>
            <a:lvl1pPr eaLnBrk="1" hangingPunct="1">
              <a:defRPr sz="1200" b="0">
                <a:solidFill>
                  <a:srgbClr val="898989"/>
                </a:solidFill>
              </a:defRPr>
            </a:lvl1pPr>
          </a:lstStyle>
          <a:p>
            <a:pPr marL="0" marR="0" lvl="0" indent="0" algn="l" defTabSz="914400" rtl="0" eaLnBrk="1" fontAlgn="base" latinLnBrk="0" hangingPunct="1">
              <a:lnSpc>
                <a:spcPct val="100000"/>
              </a:lnSpc>
              <a:spcBef>
                <a:spcPct val="0"/>
              </a:spcBef>
              <a:spcAft>
                <a:spcPct val="0"/>
              </a:spcAft>
              <a:buClrTx/>
              <a:buSzTx/>
              <a:buFontTx/>
              <a:buNone/>
              <a:defRPr/>
            </a:pPr>
            <a:fld id="{0B071C9A-94FB-4A01-8575-75D2325C1A41}" type="datetime1">
              <a:rPr kumimoji="0" lang="en-US" sz="1200" b="0" i="0" u="none" strike="noStrike" kern="1200" cap="none" spc="0" normalizeH="0" baseline="0" noProof="0">
                <a:ln>
                  <a:noFill/>
                </a:ln>
                <a:solidFill>
                  <a:srgbClr val="898989"/>
                </a:solidFill>
                <a:effectLst/>
                <a:uLnTx/>
                <a:uFillTx/>
                <a:latin typeface="Arial" panose="020B0604020202020204" pitchFamily="34" charset="0"/>
                <a:ea typeface="+mn-ea"/>
                <a:cs typeface="+mn-cs"/>
              </a:rPr>
              <a:t>11/12/2025</a:t>
            </a:fld>
            <a:endParaRPr kumimoji="0" lang="en-US" sz="1200" b="0" i="0" u="none" strike="noStrike" kern="1200" cap="none" spc="0" normalizeH="0" baseline="0" noProof="0">
              <a:ln>
                <a:noFill/>
              </a:ln>
              <a:solidFill>
                <a:srgbClr val="898989"/>
              </a:solidFill>
              <a:effectLst/>
              <a:uLnTx/>
              <a:uFillTx/>
              <a:latin typeface="Arial" panose="020B0604020202020204" pitchFamily="34" charset="0"/>
              <a:ea typeface="+mn-ea"/>
              <a:cs typeface="+mn-cs"/>
            </a:endParaRPr>
          </a:p>
        </p:txBody>
      </p:sp>
      <p:sp>
        <p:nvSpPr>
          <p:cNvPr id="5" name="Footer Placeholder 4"/>
          <p:cNvSpPr>
            <a:spLocks noGrp="1"/>
          </p:cNvSpPr>
          <p:nvPr>
            <p:ph type="ftr" sz="quarter" idx="3"/>
          </p:nvPr>
        </p:nvSpPr>
        <p:spPr>
          <a:xfrm>
            <a:off x="2895600" y="6356350"/>
            <a:ext cx="3352800" cy="365125"/>
          </a:xfrm>
          <a:prstGeom prst="rect">
            <a:avLst/>
          </a:prstGeom>
        </p:spPr>
        <p:txBody>
          <a:bodyPr vert="horz" wrap="square" lIns="91440" tIns="45720" rIns="91440" bIns="45720" numCol="1" anchor="ctr" anchorCtr="0" compatLnSpc="1"/>
          <a:lstStyle>
            <a:lvl1pPr algn="ctr" eaLnBrk="1" hangingPunct="1">
              <a:defRPr sz="1200" b="0">
                <a:solidFill>
                  <a:srgbClr val="898989"/>
                </a:solidFill>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sz="1200" b="0" i="0" u="none" strike="noStrike" kern="1200" cap="none" spc="0" normalizeH="0" baseline="0" noProof="0">
                <a:ln>
                  <a:noFill/>
                </a:ln>
                <a:solidFill>
                  <a:srgbClr val="898989"/>
                </a:solidFill>
                <a:effectLst/>
                <a:uLnTx/>
                <a:uFillTx/>
                <a:latin typeface="Arial" panose="020B0604020202020204" pitchFamily="34" charset="0"/>
                <a:ea typeface="+mn-ea"/>
                <a:cs typeface="+mn-cs"/>
              </a:rPr>
              <a:t>Data Structures and Algorithms in Java </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lstStyle>
            <a:lvl1pPr algn="r">
              <a:defRPr sz="1200" b="0">
                <a:solidFill>
                  <a:srgbClr val="898989"/>
                </a:solidFill>
                <a:ea typeface="SimSun" panose="02010600030101010101" pitchFamily="2" charset="-122"/>
              </a:defRPr>
            </a:lvl1pPr>
          </a:lstStyle>
          <a:p>
            <a:pPr lvl="0" eaLnBrk="1" hangingPunct="1">
              <a:buNone/>
            </a:pPr>
            <a:fld id="{9A0DB2DC-4C9A-4742-B13C-FB6460FD3503}" type="slidenum">
              <a:rPr lang="en-US" altLang="zh-CN" dirty="0">
                <a:latin typeface="Arial" panose="020B0604020202020204" pitchFamily="34" charset="0"/>
              </a:rPr>
              <a:t>‹#›</a:t>
            </a:fld>
            <a:r>
              <a:rPr lang="en-US" altLang="en-US" sz="1200" b="0" dirty="0">
                <a:solidFill>
                  <a:srgbClr val="898989"/>
                </a:solidFill>
                <a:latin typeface="Arial" panose="020B0604020202020204" pitchFamily="34" charset="0"/>
              </a:rPr>
              <a:t>/30</a:t>
            </a:r>
          </a:p>
        </p:txBody>
      </p:sp>
      <p:pic>
        <p:nvPicPr>
          <p:cNvPr id="1031" name="Picture 10" descr="logo05"/>
          <p:cNvPicPr>
            <a:picLocks noChangeAspect="1"/>
          </p:cNvPicPr>
          <p:nvPr userDrawn="1"/>
        </p:nvPicPr>
        <p:blipFill>
          <a:blip r:embed="rId13"/>
          <a:stretch>
            <a:fillRect/>
          </a:stretch>
        </p:blipFill>
        <p:spPr>
          <a:xfrm>
            <a:off x="0" y="0"/>
            <a:ext cx="1600200" cy="476250"/>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defRPr>
      </a:lvl2pPr>
      <a:lvl3pPr algn="ctr" rtl="0" eaLnBrk="0" fontAlgn="base" hangingPunct="0">
        <a:spcBef>
          <a:spcPct val="0"/>
        </a:spcBef>
        <a:spcAft>
          <a:spcPct val="0"/>
        </a:spcAft>
        <a:defRPr sz="4400">
          <a:solidFill>
            <a:schemeClr val="tx1"/>
          </a:solidFill>
          <a:latin typeface="Calibri" panose="020F0502020204030204" pitchFamily="34" charset="0"/>
        </a:defRPr>
      </a:lvl3pPr>
      <a:lvl4pPr algn="ctr" rtl="0" eaLnBrk="0" fontAlgn="base" hangingPunct="0">
        <a:spcBef>
          <a:spcPct val="0"/>
        </a:spcBef>
        <a:spcAft>
          <a:spcPct val="0"/>
        </a:spcAft>
        <a:defRPr sz="4400">
          <a:solidFill>
            <a:schemeClr val="tx1"/>
          </a:solidFill>
          <a:latin typeface="Calibri" panose="020F0502020204030204" pitchFamily="34" charset="0"/>
        </a:defRPr>
      </a:lvl4pPr>
      <a:lvl5pPr algn="ctr" rtl="0" eaLnBrk="0" fontAlgn="base" hangingPunct="0">
        <a:spcBef>
          <a:spcPct val="0"/>
        </a:spcBef>
        <a:spcAft>
          <a:spcPct val="0"/>
        </a:spcAft>
        <a:defRPr sz="4400">
          <a:solidFill>
            <a:schemeClr val="tx1"/>
          </a:solidFill>
          <a:latin typeface="Calibri" panose="020F0502020204030204" pitchFamily="34" charset="0"/>
        </a:defRPr>
      </a:lvl5pPr>
      <a:lvl6pPr marL="457200" algn="ctr" rtl="0" fontAlgn="base">
        <a:spcBef>
          <a:spcPct val="0"/>
        </a:spcBef>
        <a:spcAft>
          <a:spcPct val="0"/>
        </a:spcAft>
        <a:defRPr sz="4400">
          <a:solidFill>
            <a:schemeClr val="tx1"/>
          </a:solidFill>
          <a:latin typeface="Calibri" panose="020F0502020204030204" pitchFamily="34" charset="0"/>
        </a:defRPr>
      </a:lvl6pPr>
      <a:lvl7pPr marL="914400" algn="ctr" rtl="0" fontAlgn="base">
        <a:spcBef>
          <a:spcPct val="0"/>
        </a:spcBef>
        <a:spcAft>
          <a:spcPct val="0"/>
        </a:spcAft>
        <a:defRPr sz="4400">
          <a:solidFill>
            <a:schemeClr val="tx1"/>
          </a:solidFill>
          <a:latin typeface="Calibri" panose="020F0502020204030204" pitchFamily="34" charset="0"/>
        </a:defRPr>
      </a:lvl7pPr>
      <a:lvl8pPr marL="1371600" algn="ctr" rtl="0" fontAlgn="base">
        <a:spcBef>
          <a:spcPct val="0"/>
        </a:spcBef>
        <a:spcAft>
          <a:spcPct val="0"/>
        </a:spcAft>
        <a:defRPr sz="4400">
          <a:solidFill>
            <a:schemeClr val="tx1"/>
          </a:solidFill>
          <a:latin typeface="Calibri" panose="020F0502020204030204" pitchFamily="34" charset="0"/>
        </a:defRPr>
      </a:lvl8pPr>
      <a:lvl9pPr marL="1828800" algn="ctr" rtl="0" fontAlgn="base">
        <a:spcBef>
          <a:spcPct val="0"/>
        </a:spcBef>
        <a:spcAft>
          <a:spcPct val="0"/>
        </a:spcAft>
        <a:defRPr sz="4400">
          <a:solidFill>
            <a:schemeClr val="tx1"/>
          </a:solidFill>
          <a:latin typeface="Calibri" panose="020F0502020204030204" pitchFamily="34"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7.xml"/><Relationship Id="rId5" Type="http://schemas.openxmlformats.org/officeDocument/2006/relationships/image" Target="../media/image7.png"/><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6.xml"/><Relationship Id="rId4" Type="http://schemas.openxmlformats.org/officeDocument/2006/relationships/image" Target="../media/image11.png"/></Relationships>
</file>

<file path=ppt/slides/_rels/slide2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6.xml"/><Relationship Id="rId4" Type="http://schemas.openxmlformats.org/officeDocument/2006/relationships/image" Target="../media/image17.png"/></Relationships>
</file>

<file path=ppt/slides/_rels/slide3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3" Type="http://schemas.openxmlformats.org/officeDocument/2006/relationships/image" Target="../media/image34.png"/><Relationship Id="rId18" Type="http://schemas.openxmlformats.org/officeDocument/2006/relationships/customXml" Target="../ink/ink8.xml"/><Relationship Id="rId26" Type="http://schemas.openxmlformats.org/officeDocument/2006/relationships/customXml" Target="../ink/ink12.xml"/><Relationship Id="rId39" Type="http://schemas.openxmlformats.org/officeDocument/2006/relationships/image" Target="../media/image47.png"/><Relationship Id="rId21" Type="http://schemas.openxmlformats.org/officeDocument/2006/relationships/image" Target="../media/image38.png"/><Relationship Id="rId34" Type="http://schemas.openxmlformats.org/officeDocument/2006/relationships/customXml" Target="../ink/ink16.xml"/><Relationship Id="rId42" Type="http://schemas.openxmlformats.org/officeDocument/2006/relationships/customXml" Target="../ink/ink20.xml"/><Relationship Id="rId7" Type="http://schemas.openxmlformats.org/officeDocument/2006/relationships/image" Target="../media/image31.png"/><Relationship Id="rId2" Type="http://schemas.openxmlformats.org/officeDocument/2006/relationships/notesSlide" Target="../notesSlides/notesSlide25.xml"/><Relationship Id="rId16" Type="http://schemas.openxmlformats.org/officeDocument/2006/relationships/customXml" Target="../ink/ink7.xml"/><Relationship Id="rId29" Type="http://schemas.openxmlformats.org/officeDocument/2006/relationships/image" Target="../media/image42.png"/><Relationship Id="rId1" Type="http://schemas.openxmlformats.org/officeDocument/2006/relationships/slideLayout" Target="../slideLayouts/slideLayout2.xml"/><Relationship Id="rId6" Type="http://schemas.openxmlformats.org/officeDocument/2006/relationships/customXml" Target="../ink/ink2.xml"/><Relationship Id="rId11" Type="http://schemas.openxmlformats.org/officeDocument/2006/relationships/image" Target="../media/image33.png"/><Relationship Id="rId24" Type="http://schemas.openxmlformats.org/officeDocument/2006/relationships/customXml" Target="../ink/ink11.xml"/><Relationship Id="rId32" Type="http://schemas.openxmlformats.org/officeDocument/2006/relationships/customXml" Target="../ink/ink15.xml"/><Relationship Id="rId37" Type="http://schemas.openxmlformats.org/officeDocument/2006/relationships/image" Target="../media/image46.png"/><Relationship Id="rId40" Type="http://schemas.openxmlformats.org/officeDocument/2006/relationships/customXml" Target="../ink/ink19.xml"/><Relationship Id="rId45" Type="http://schemas.openxmlformats.org/officeDocument/2006/relationships/image" Target="../media/image50.png"/><Relationship Id="rId5" Type="http://schemas.openxmlformats.org/officeDocument/2006/relationships/image" Target="../media/image30.png"/><Relationship Id="rId15" Type="http://schemas.openxmlformats.org/officeDocument/2006/relationships/image" Target="../media/image35.png"/><Relationship Id="rId23" Type="http://schemas.openxmlformats.org/officeDocument/2006/relationships/image" Target="../media/image39.png"/><Relationship Id="rId28" Type="http://schemas.openxmlformats.org/officeDocument/2006/relationships/customXml" Target="../ink/ink13.xml"/><Relationship Id="rId36" Type="http://schemas.openxmlformats.org/officeDocument/2006/relationships/customXml" Target="../ink/ink17.xml"/><Relationship Id="rId10" Type="http://schemas.openxmlformats.org/officeDocument/2006/relationships/customXml" Target="../ink/ink4.xml"/><Relationship Id="rId19" Type="http://schemas.openxmlformats.org/officeDocument/2006/relationships/image" Target="../media/image37.png"/><Relationship Id="rId31" Type="http://schemas.openxmlformats.org/officeDocument/2006/relationships/image" Target="../media/image43.png"/><Relationship Id="rId44" Type="http://schemas.openxmlformats.org/officeDocument/2006/relationships/customXml" Target="../ink/ink21.xml"/><Relationship Id="rId4" Type="http://schemas.openxmlformats.org/officeDocument/2006/relationships/customXml" Target="../ink/ink1.xml"/><Relationship Id="rId9" Type="http://schemas.openxmlformats.org/officeDocument/2006/relationships/image" Target="../media/image32.png"/><Relationship Id="rId14" Type="http://schemas.openxmlformats.org/officeDocument/2006/relationships/customXml" Target="../ink/ink6.xml"/><Relationship Id="rId22" Type="http://schemas.openxmlformats.org/officeDocument/2006/relationships/customXml" Target="../ink/ink10.xml"/><Relationship Id="rId27" Type="http://schemas.openxmlformats.org/officeDocument/2006/relationships/image" Target="../media/image41.png"/><Relationship Id="rId30" Type="http://schemas.openxmlformats.org/officeDocument/2006/relationships/customXml" Target="../ink/ink14.xml"/><Relationship Id="rId35" Type="http://schemas.openxmlformats.org/officeDocument/2006/relationships/image" Target="../media/image45.png"/><Relationship Id="rId43" Type="http://schemas.openxmlformats.org/officeDocument/2006/relationships/image" Target="../media/image49.png"/><Relationship Id="rId8" Type="http://schemas.openxmlformats.org/officeDocument/2006/relationships/customXml" Target="../ink/ink3.xml"/><Relationship Id="rId3" Type="http://schemas.openxmlformats.org/officeDocument/2006/relationships/image" Target="../media/image29.png"/><Relationship Id="rId12" Type="http://schemas.openxmlformats.org/officeDocument/2006/relationships/customXml" Target="../ink/ink5.xml"/><Relationship Id="rId17" Type="http://schemas.openxmlformats.org/officeDocument/2006/relationships/image" Target="../media/image36.png"/><Relationship Id="rId25" Type="http://schemas.openxmlformats.org/officeDocument/2006/relationships/image" Target="../media/image40.png"/><Relationship Id="rId33" Type="http://schemas.openxmlformats.org/officeDocument/2006/relationships/image" Target="../media/image44.png"/><Relationship Id="rId38" Type="http://schemas.openxmlformats.org/officeDocument/2006/relationships/customXml" Target="../ink/ink18.xml"/><Relationship Id="rId20" Type="http://schemas.openxmlformats.org/officeDocument/2006/relationships/customXml" Target="../ink/ink9.xml"/><Relationship Id="rId41" Type="http://schemas.openxmlformats.org/officeDocument/2006/relationships/image" Target="../media/image48.png"/></Relationships>
</file>

<file path=ppt/slides/_rels/slide40.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53.png"/><Relationship Id="rId7" Type="http://schemas.openxmlformats.org/officeDocument/2006/relationships/image" Target="../media/image55.png"/><Relationship Id="rId2" Type="http://schemas.openxmlformats.org/officeDocument/2006/relationships/notesSlide" Target="../notesSlides/notesSlide28.xml"/><Relationship Id="rId1" Type="http://schemas.openxmlformats.org/officeDocument/2006/relationships/slideLayout" Target="../slideLayouts/slideLayout6.xml"/><Relationship Id="rId6" Type="http://schemas.openxmlformats.org/officeDocument/2006/relationships/customXml" Target="../ink/ink23.xml"/><Relationship Id="rId5" Type="http://schemas.openxmlformats.org/officeDocument/2006/relationships/image" Target="../media/image54.png"/><Relationship Id="rId4" Type="http://schemas.openxmlformats.org/officeDocument/2006/relationships/customXml" Target="../ink/ink2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29.xml"/><Relationship Id="rId1" Type="http://schemas.openxmlformats.org/officeDocument/2006/relationships/slideLayout" Target="../slideLayouts/slideLayout2.xml"/><Relationship Id="rId5" Type="http://schemas.openxmlformats.org/officeDocument/2006/relationships/image" Target="../media/image58.png"/><Relationship Id="rId4" Type="http://schemas.openxmlformats.org/officeDocument/2006/relationships/image" Target="../media/image5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Footer Placeholder 4"/>
          <p:cNvSpPr txBox="1">
            <a:spLocks noGrp="1"/>
          </p:cNvSpPr>
          <p:nvPr>
            <p:ph type="ftr" sz="quarter" idx="11"/>
          </p:nvPr>
        </p:nvSpPr>
        <p:spPr>
          <a:noFill/>
          <a:ln>
            <a:noFill/>
          </a:ln>
        </p:spPr>
        <p:txBody>
          <a:bodyPr anchor="ctr" anchorCtr="0"/>
          <a:lstStyle/>
          <a:p>
            <a:pPr marL="0" indent="0" algn="ctr" eaLnBrk="1" hangingPunct="1">
              <a:spcBef>
                <a:spcPct val="0"/>
              </a:spcBef>
              <a:buFontTx/>
              <a:buNone/>
            </a:pPr>
            <a:r>
              <a:rPr lang="en-US" altLang="en-US" sz="1200" dirty="0">
                <a:solidFill>
                  <a:srgbClr val="898989"/>
                </a:solidFill>
                <a:latin typeface="Arial" panose="020B0604020202020204" pitchFamily="34" charset="0"/>
              </a:rPr>
              <a:t>Data Structures and Algorithms in Java </a:t>
            </a:r>
          </a:p>
        </p:txBody>
      </p:sp>
      <p:sp>
        <p:nvSpPr>
          <p:cNvPr id="3075" name="Slide Number Placeholder 5"/>
          <p:cNvSpPr txBox="1">
            <a:spLocks noGrp="1"/>
          </p:cNvSpPr>
          <p:nvPr>
            <p:ph type="sldNum" sz="quarter" idx="12"/>
          </p:nvPr>
        </p:nvSpPr>
        <p:spPr>
          <a:noFill/>
          <a:ln>
            <a:noFill/>
          </a:ln>
        </p:spPr>
        <p:txBody>
          <a:bodyPr anchor="ctr" anchorCtr="0"/>
          <a:lstStyle/>
          <a:p>
            <a:pPr marL="0" indent="0" algn="r" eaLnBrk="1" hangingPunct="1">
              <a:spcBef>
                <a:spcPct val="0"/>
              </a:spcBef>
              <a:buFontTx/>
              <a:buNone/>
            </a:pPr>
            <a:fld id="{9A0DB2DC-4C9A-4742-B13C-FB6460FD3503}" type="slidenum">
              <a:rPr lang="en-US" altLang="zh-CN" sz="1200" dirty="0">
                <a:solidFill>
                  <a:srgbClr val="898989"/>
                </a:solidFill>
                <a:latin typeface="Arial" panose="020B0604020202020204" pitchFamily="34" charset="0"/>
                <a:ea typeface="SimSun" panose="02010600030101010101" pitchFamily="2" charset="-122"/>
              </a:rPr>
              <a:t>1</a:t>
            </a:fld>
            <a:r>
              <a:rPr lang="en-US" altLang="en-US" sz="1200" dirty="0">
                <a:solidFill>
                  <a:srgbClr val="898989"/>
                </a:solidFill>
                <a:latin typeface="Arial" panose="020B0604020202020204" pitchFamily="34" charset="0"/>
              </a:rPr>
              <a:t>/30</a:t>
            </a:r>
          </a:p>
        </p:txBody>
      </p:sp>
      <p:sp>
        <p:nvSpPr>
          <p:cNvPr id="3076" name="Title 1"/>
          <p:cNvSpPr>
            <a:spLocks noGrp="1"/>
          </p:cNvSpPr>
          <p:nvPr>
            <p:ph type="ctrTitle"/>
          </p:nvPr>
        </p:nvSpPr>
        <p:spPr>
          <a:xfrm>
            <a:off x="533400" y="2590800"/>
            <a:ext cx="7620000" cy="762000"/>
          </a:xfrm>
        </p:spPr>
        <p:txBody>
          <a:bodyPr vert="horz" wrap="square" lIns="91440" tIns="45720" rIns="91440" bIns="45720" anchor="ctr" anchorCtr="0">
            <a:spAutoFit/>
          </a:bodyPr>
          <a:lstStyle>
            <a:lvl1pPr lvl="0">
              <a:buClrTx/>
              <a:buSzTx/>
              <a:buFontTx/>
              <a:defRPr/>
            </a:lvl1pPr>
          </a:lstStyle>
          <a:p>
            <a:pPr lvl="0" eaLnBrk="1" hangingPunct="1"/>
            <a:r>
              <a:rPr lang="en-US" altLang="en-US" b="1" dirty="0">
                <a:solidFill>
                  <a:schemeClr val="tx2"/>
                </a:solidFill>
                <a:latin typeface="Arial" panose="020B0604020202020204" pitchFamily="34" charset="0"/>
              </a:rPr>
              <a:t> 5. Graphs</a:t>
            </a:r>
            <a:endParaRPr lang="en-US" altLang="en-US" b="1" dirty="0">
              <a:solidFill>
                <a:schemeClr val="tx2"/>
              </a:solidFill>
            </a:endParaRPr>
          </a:p>
        </p:txBody>
      </p:sp>
      <p:sp>
        <p:nvSpPr>
          <p:cNvPr id="3077" name="Text Box 3"/>
          <p:cNvSpPr txBox="1"/>
          <p:nvPr/>
        </p:nvSpPr>
        <p:spPr>
          <a:xfrm>
            <a:off x="2819400" y="3429000"/>
            <a:ext cx="3352800" cy="641350"/>
          </a:xfrm>
          <a:prstGeom prst="rect">
            <a:avLst/>
          </a:prstGeom>
          <a:noFill/>
          <a:ln w="9525">
            <a:noFill/>
          </a:ln>
        </p:spPr>
        <p:txBody>
          <a:bodyPr>
            <a:spAutoFit/>
          </a:bodyPr>
          <a:lstStyle>
            <a:lvl1pPr marL="342900" indent="-342900" algn="l" rtl="0" eaLnBrk="0" fontAlgn="base" hangingPunct="0">
              <a:spcBef>
                <a:spcPct val="20000"/>
              </a:spcBef>
              <a:spcAft>
                <a:spcPct val="0"/>
              </a:spcAft>
              <a:buFont typeface="Arial" panose="020B0604020202020204" pitchFamily="34" charset="0"/>
              <a:buChar char="•"/>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algn="ctr" eaLnBrk="1" hangingPunct="1">
              <a:spcBef>
                <a:spcPct val="50000"/>
              </a:spcBef>
              <a:buFontTx/>
              <a:buNone/>
            </a:pPr>
            <a:r>
              <a:rPr lang="en-US" altLang="en-US" sz="3600" b="1" dirty="0">
                <a:solidFill>
                  <a:schemeClr val="hlink"/>
                </a:solidFill>
                <a:latin typeface="Arial" panose="020B0604020202020204" pitchFamily="34" charset="0"/>
              </a:rPr>
              <a:t>Part 2</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Slide Number Placeholder 5"/>
          <p:cNvSpPr txBox="1">
            <a:spLocks noGrp="1"/>
          </p:cNvSpPr>
          <p:nvPr>
            <p:ph type="sldNum" sz="quarter" idx="12"/>
          </p:nvPr>
        </p:nvSpPr>
        <p:spPr>
          <a:noFill/>
          <a:ln>
            <a:noFill/>
          </a:ln>
        </p:spPr>
        <p:txBody>
          <a:bodyPr anchor="ctr" anchorCtr="0"/>
          <a:lstStyle/>
          <a:p>
            <a:pPr marL="0" indent="0" algn="r" eaLnBrk="1" hangingPunct="1">
              <a:spcBef>
                <a:spcPct val="0"/>
              </a:spcBef>
              <a:buFontTx/>
              <a:buNone/>
            </a:pPr>
            <a:fld id="{9A0DB2DC-4C9A-4742-B13C-FB6460FD3503}" type="slidenum">
              <a:rPr lang="en-US" altLang="zh-CN" sz="1200" dirty="0">
                <a:solidFill>
                  <a:srgbClr val="898989"/>
                </a:solidFill>
                <a:latin typeface="Arial" panose="020B0604020202020204" pitchFamily="34" charset="0"/>
                <a:ea typeface="SimSun" panose="02010600030101010101" pitchFamily="2" charset="-122"/>
              </a:rPr>
              <a:t>2</a:t>
            </a:fld>
            <a:r>
              <a:rPr lang="en-US" altLang="en-US" sz="1200" dirty="0">
                <a:solidFill>
                  <a:srgbClr val="898989"/>
                </a:solidFill>
                <a:latin typeface="Arial" panose="020B0604020202020204" pitchFamily="34" charset="0"/>
              </a:rPr>
              <a:t>/30</a:t>
            </a:r>
          </a:p>
        </p:txBody>
      </p:sp>
      <p:sp>
        <p:nvSpPr>
          <p:cNvPr id="5124" name="Rectangle 2"/>
          <p:cNvSpPr>
            <a:spLocks noGrp="1"/>
          </p:cNvSpPr>
          <p:nvPr>
            <p:ph type="title"/>
          </p:nvPr>
        </p:nvSpPr>
        <p:spPr>
          <a:xfrm>
            <a:off x="990694" y="277042"/>
            <a:ext cx="6931025" cy="701675"/>
          </a:xfrm>
        </p:spPr>
        <p:txBody>
          <a:bodyPr vert="horz" wrap="square" lIns="91440" tIns="45720" rIns="91440" bIns="45720" anchor="ctr" anchorCtr="0">
            <a:spAutoFit/>
          </a:bodyPr>
          <a:lstStyle/>
          <a:p>
            <a:pPr eaLnBrk="1" hangingPunct="1"/>
            <a:r>
              <a:rPr lang="en-US" altLang="en-US" sz="4000" b="1" dirty="0">
                <a:solidFill>
                  <a:srgbClr val="CC3300"/>
                </a:solidFill>
              </a:rPr>
              <a:t>Objectives</a:t>
            </a:r>
            <a:endParaRPr lang="fr-FR" altLang="en-US" sz="4000" b="1" dirty="0">
              <a:solidFill>
                <a:srgbClr val="CC3300"/>
              </a:solidFill>
            </a:endParaRPr>
          </a:p>
        </p:txBody>
      </p:sp>
      <p:sp>
        <p:nvSpPr>
          <p:cNvPr id="5125" name="Slide Number Placeholder 3"/>
          <p:cNvSpPr txBox="1">
            <a:spLocks noGrp="1"/>
          </p:cNvSpPr>
          <p:nvPr/>
        </p:nvSpPr>
        <p:spPr>
          <a:xfrm>
            <a:off x="0" y="1271588"/>
            <a:ext cx="533400" cy="244475"/>
          </a:xfrm>
          <a:prstGeom prst="rect">
            <a:avLst/>
          </a:prstGeom>
          <a:noFill/>
          <a:ln w="9525">
            <a:noFill/>
          </a:ln>
        </p:spPr>
        <p:txBody>
          <a:bodyPr anchor="ctr" anchorCtr="0"/>
          <a:lstStyle>
            <a:lvl1pPr marL="342900" indent="-342900" algn="l" rtl="0" eaLnBrk="0" fontAlgn="base" hangingPunct="0">
              <a:spcBef>
                <a:spcPct val="20000"/>
              </a:spcBef>
              <a:spcAft>
                <a:spcPct val="0"/>
              </a:spcAft>
              <a:buFont typeface="Arial" panose="020B0604020202020204" pitchFamily="34" charset="0"/>
              <a:buChar char="•"/>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algn="ctr" eaLnBrk="1" hangingPunct="1">
              <a:lnSpc>
                <a:spcPct val="80000"/>
              </a:lnSpc>
              <a:spcBef>
                <a:spcPct val="0"/>
              </a:spcBef>
              <a:buFontTx/>
              <a:buNone/>
            </a:pPr>
            <a:r>
              <a:rPr lang="en-US" altLang="en-US" sz="1200" b="1" dirty="0">
                <a:solidFill>
                  <a:srgbClr val="FFFFFF"/>
                </a:solidFill>
                <a:latin typeface="Arial" panose="020B0604020202020204" pitchFamily="34" charset="0"/>
              </a:rPr>
              <a:t> </a:t>
            </a:r>
            <a:fld id="{9A0DB2DC-4C9A-4742-B13C-FB6460FD3503}" type="slidenum">
              <a:rPr lang="en-US" altLang="zh-CN" sz="1200" b="1" dirty="0">
                <a:solidFill>
                  <a:srgbClr val="FFFFFF"/>
                </a:solidFill>
                <a:latin typeface="Arial" panose="020B0604020202020204" pitchFamily="34" charset="0"/>
                <a:ea typeface="SimSun" panose="02010600030101010101" pitchFamily="2" charset="-122"/>
              </a:rPr>
              <a:t>2</a:t>
            </a:fld>
            <a:endParaRPr lang="en-US" altLang="zh-CN" sz="1200" b="1" dirty="0">
              <a:solidFill>
                <a:srgbClr val="FFFFFF"/>
              </a:solidFill>
              <a:latin typeface="Arial" panose="020B0604020202020204" pitchFamily="34" charset="0"/>
              <a:ea typeface="SimSun" panose="02010600030101010101" pitchFamily="2" charset="-122"/>
            </a:endParaRPr>
          </a:p>
        </p:txBody>
      </p:sp>
      <p:pic>
        <p:nvPicPr>
          <p:cNvPr id="1026" name="Picture 2">
            <a:extLst>
              <a:ext uri="{FF2B5EF4-FFF2-40B4-BE49-F238E27FC236}">
                <a16:creationId xmlns:a16="http://schemas.microsoft.com/office/drawing/2014/main" id="{EAB3D415-C359-466F-A268-F7CA807CE3F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57027" y="3066972"/>
            <a:ext cx="3333750" cy="3333750"/>
          </a:xfrm>
          <a:prstGeom prst="rect">
            <a:avLst/>
          </a:prstGeom>
          <a:noFill/>
          <a:extLst>
            <a:ext uri="{909E8E84-426E-40DD-AFC4-6F175D3DCCD1}">
              <a14:hiddenFill xmlns:a14="http://schemas.microsoft.com/office/drawing/2010/main">
                <a:solidFill>
                  <a:srgbClr val="FFFFFF"/>
                </a:solidFill>
              </a14:hiddenFill>
            </a:ext>
          </a:extLst>
        </p:spPr>
      </p:pic>
      <p:sp>
        <p:nvSpPr>
          <p:cNvPr id="5122" name="Footer Placeholder 4"/>
          <p:cNvSpPr txBox="1">
            <a:spLocks noGrp="1"/>
          </p:cNvSpPr>
          <p:nvPr>
            <p:ph type="ftr" sz="quarter" idx="11"/>
          </p:nvPr>
        </p:nvSpPr>
        <p:spPr>
          <a:xfrm>
            <a:off x="2286060" y="6215833"/>
            <a:ext cx="3352800" cy="365125"/>
          </a:xfrm>
          <a:solidFill>
            <a:schemeClr val="bg1"/>
          </a:solidFill>
          <a:ln>
            <a:noFill/>
          </a:ln>
        </p:spPr>
        <p:txBody>
          <a:bodyPr anchor="ctr" anchorCtr="0"/>
          <a:lstStyle/>
          <a:p>
            <a:pPr marL="0" indent="0" algn="ctr" eaLnBrk="1" hangingPunct="1">
              <a:spcBef>
                <a:spcPct val="0"/>
              </a:spcBef>
              <a:buFontTx/>
              <a:buNone/>
            </a:pPr>
            <a:r>
              <a:rPr lang="en-US" altLang="en-US" sz="1200" dirty="0">
                <a:solidFill>
                  <a:srgbClr val="898989"/>
                </a:solidFill>
                <a:latin typeface="Arial" panose="020B0604020202020204" pitchFamily="34" charset="0"/>
              </a:rPr>
              <a:t>Data Structures and Algorithms in Java </a:t>
            </a:r>
          </a:p>
        </p:txBody>
      </p:sp>
      <p:sp>
        <p:nvSpPr>
          <p:cNvPr id="5126" name="Rectangle 3"/>
          <p:cNvSpPr/>
          <p:nvPr/>
        </p:nvSpPr>
        <p:spPr>
          <a:xfrm>
            <a:off x="2590852" y="914466"/>
            <a:ext cx="5772477" cy="2443746"/>
          </a:xfrm>
          <a:prstGeom prst="rect">
            <a:avLst/>
          </a:prstGeom>
          <a:solidFill>
            <a:schemeClr val="bg1"/>
          </a:solidFill>
          <a:ln w="9525">
            <a:noFill/>
          </a:ln>
        </p:spPr>
        <p:txBody>
          <a:bodyPr wrap="square">
            <a:spAutoFit/>
          </a:bodyPr>
          <a:lstStyle>
            <a:lvl1pPr marL="342900" indent="-342900" algn="l" rtl="0" eaLnBrk="0" fontAlgn="base" hangingPunct="0">
              <a:spcBef>
                <a:spcPct val="20000"/>
              </a:spcBef>
              <a:spcAft>
                <a:spcPct val="0"/>
              </a:spcAft>
              <a:buFont typeface="Arial" panose="020B0604020202020204" pitchFamily="34" charset="0"/>
              <a:buChar char="•"/>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319405" lvl="0" indent="-319405" eaLnBrk="1" hangingPunct="1"/>
            <a:r>
              <a:rPr lang="en-US" altLang="en-US" sz="2800" dirty="0"/>
              <a:t>Spanning Trees</a:t>
            </a:r>
          </a:p>
          <a:p>
            <a:pPr marL="742950" lvl="1" indent="-285750" eaLnBrk="1" hangingPunct="1"/>
            <a:r>
              <a:rPr lang="en-US" altLang="en-US" sz="2400" dirty="0"/>
              <a:t>Prim algorithm</a:t>
            </a:r>
          </a:p>
          <a:p>
            <a:pPr marL="742950" lvl="1" indent="-285750" eaLnBrk="1" hangingPunct="1"/>
            <a:r>
              <a:rPr lang="en-US" altLang="en-US" sz="2400" dirty="0"/>
              <a:t>Kruskal algorithm</a:t>
            </a:r>
          </a:p>
          <a:p>
            <a:pPr marL="319405" lvl="0" indent="-319405" eaLnBrk="1" hangingPunct="1"/>
            <a:r>
              <a:rPr lang="en-US" altLang="en-US" sz="2800" dirty="0"/>
              <a:t>Eulerian/Hamilton Graphs</a:t>
            </a:r>
          </a:p>
          <a:p>
            <a:pPr marL="319405" lvl="0" indent="-319405" eaLnBrk="1" hangingPunct="1"/>
            <a:r>
              <a:rPr lang="en-US" altLang="en-US" sz="2800" dirty="0"/>
              <a:t>Graph Coloring</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Footer Placeholder 4"/>
          <p:cNvSpPr txBox="1">
            <a:spLocks noGrp="1"/>
          </p:cNvSpPr>
          <p:nvPr>
            <p:ph type="ftr" sz="quarter" idx="11"/>
          </p:nvPr>
        </p:nvSpPr>
        <p:spPr>
          <a:noFill/>
          <a:ln>
            <a:noFill/>
          </a:ln>
        </p:spPr>
        <p:txBody>
          <a:bodyPr anchor="ctr" anchorCtr="0"/>
          <a:lstStyle/>
          <a:p>
            <a:pPr marL="0" indent="0" algn="ctr" eaLnBrk="1" hangingPunct="1">
              <a:spcBef>
                <a:spcPct val="0"/>
              </a:spcBef>
              <a:buFontTx/>
              <a:buNone/>
            </a:pPr>
            <a:r>
              <a:rPr lang="en-US" altLang="en-US" sz="1200" dirty="0">
                <a:solidFill>
                  <a:srgbClr val="898989"/>
                </a:solidFill>
                <a:latin typeface="Arial" panose="020B0604020202020204" pitchFamily="34" charset="0"/>
              </a:rPr>
              <a:t>Data Structures and Algorithms in Java </a:t>
            </a:r>
          </a:p>
        </p:txBody>
      </p:sp>
      <p:sp>
        <p:nvSpPr>
          <p:cNvPr id="6147" name="Slide Number Placeholder 5"/>
          <p:cNvSpPr txBox="1">
            <a:spLocks noGrp="1"/>
          </p:cNvSpPr>
          <p:nvPr>
            <p:ph type="sldNum" sz="quarter" idx="12"/>
          </p:nvPr>
        </p:nvSpPr>
        <p:spPr>
          <a:noFill/>
          <a:ln>
            <a:noFill/>
          </a:ln>
        </p:spPr>
        <p:txBody>
          <a:bodyPr anchor="ctr" anchorCtr="0"/>
          <a:lstStyle/>
          <a:p>
            <a:pPr marL="0" indent="0" algn="r" eaLnBrk="1" hangingPunct="1">
              <a:spcBef>
                <a:spcPct val="0"/>
              </a:spcBef>
              <a:buFontTx/>
              <a:buNone/>
            </a:pPr>
            <a:fld id="{9A0DB2DC-4C9A-4742-B13C-FB6460FD3503}" type="slidenum">
              <a:rPr lang="en-US" altLang="zh-CN" sz="1200" dirty="0">
                <a:solidFill>
                  <a:srgbClr val="898989"/>
                </a:solidFill>
                <a:latin typeface="Arial" panose="020B0604020202020204" pitchFamily="34" charset="0"/>
                <a:ea typeface="SimSun" panose="02010600030101010101" pitchFamily="2" charset="-122"/>
              </a:rPr>
              <a:t>3</a:t>
            </a:fld>
            <a:r>
              <a:rPr lang="en-US" altLang="en-US" sz="1200" dirty="0">
                <a:solidFill>
                  <a:srgbClr val="898989"/>
                </a:solidFill>
                <a:latin typeface="Arial" panose="020B0604020202020204" pitchFamily="34" charset="0"/>
              </a:rPr>
              <a:t>/30</a:t>
            </a:r>
          </a:p>
        </p:txBody>
      </p:sp>
      <p:sp>
        <p:nvSpPr>
          <p:cNvPr id="6148" name="Rectangle 2"/>
          <p:cNvSpPr>
            <a:spLocks noGrp="1"/>
          </p:cNvSpPr>
          <p:nvPr>
            <p:ph type="title"/>
          </p:nvPr>
        </p:nvSpPr>
        <p:spPr>
          <a:xfrm>
            <a:off x="685800" y="457200"/>
            <a:ext cx="7696200" cy="641350"/>
          </a:xfrm>
        </p:spPr>
        <p:txBody>
          <a:bodyPr vert="horz" wrap="square" lIns="91440" tIns="45720" rIns="91440" bIns="45720" anchor="ctr" anchorCtr="0">
            <a:spAutoFit/>
          </a:bodyPr>
          <a:lstStyle/>
          <a:p>
            <a:pPr eaLnBrk="1" hangingPunct="1"/>
            <a:r>
              <a:rPr lang="en-US" altLang="en-US" sz="3600" b="1" dirty="0">
                <a:solidFill>
                  <a:srgbClr val="CC3300"/>
                </a:solidFill>
              </a:rPr>
              <a:t>Minimum Spanning Tree (MST)</a:t>
            </a:r>
          </a:p>
        </p:txBody>
      </p:sp>
      <p:sp>
        <p:nvSpPr>
          <p:cNvPr id="6149" name="Slide Number Placeholder 3"/>
          <p:cNvSpPr txBox="1">
            <a:spLocks noGrp="1"/>
          </p:cNvSpPr>
          <p:nvPr/>
        </p:nvSpPr>
        <p:spPr>
          <a:xfrm>
            <a:off x="0" y="1271588"/>
            <a:ext cx="533400" cy="244475"/>
          </a:xfrm>
          <a:prstGeom prst="rect">
            <a:avLst/>
          </a:prstGeom>
          <a:noFill/>
          <a:ln w="9525">
            <a:noFill/>
          </a:ln>
        </p:spPr>
        <p:txBody>
          <a:bodyPr anchor="ctr" anchorCtr="0"/>
          <a:lstStyle>
            <a:lvl1pPr marL="342900" indent="-342900" algn="l" rtl="0" eaLnBrk="0" fontAlgn="base" hangingPunct="0">
              <a:spcBef>
                <a:spcPct val="20000"/>
              </a:spcBef>
              <a:spcAft>
                <a:spcPct val="0"/>
              </a:spcAft>
              <a:buFont typeface="Arial" panose="020B0604020202020204" pitchFamily="34" charset="0"/>
              <a:buChar char="•"/>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algn="ctr" eaLnBrk="1" hangingPunct="1">
              <a:lnSpc>
                <a:spcPct val="80000"/>
              </a:lnSpc>
              <a:spcBef>
                <a:spcPct val="0"/>
              </a:spcBef>
              <a:buFontTx/>
              <a:buNone/>
            </a:pPr>
            <a:r>
              <a:rPr lang="en-US" altLang="en-US" sz="1200" b="1" dirty="0">
                <a:solidFill>
                  <a:srgbClr val="FFFFFF"/>
                </a:solidFill>
                <a:latin typeface="Arial" panose="020B0604020202020204" pitchFamily="34" charset="0"/>
              </a:rPr>
              <a:t> </a:t>
            </a:r>
            <a:fld id="{9A0DB2DC-4C9A-4742-B13C-FB6460FD3503}" type="slidenum">
              <a:rPr lang="en-US" altLang="zh-CN" sz="1200" b="1" dirty="0">
                <a:solidFill>
                  <a:srgbClr val="FFFFFF"/>
                </a:solidFill>
                <a:latin typeface="Arial" panose="020B0604020202020204" pitchFamily="34" charset="0"/>
                <a:ea typeface="SimSun" panose="02010600030101010101" pitchFamily="2" charset="-122"/>
              </a:rPr>
              <a:t>3</a:t>
            </a:fld>
            <a:endParaRPr lang="en-US" altLang="zh-CN" sz="1200" b="1" dirty="0">
              <a:solidFill>
                <a:srgbClr val="FFFFFF"/>
              </a:solidFill>
              <a:latin typeface="Arial" panose="020B0604020202020204" pitchFamily="34" charset="0"/>
              <a:ea typeface="SimSun" panose="02010600030101010101" pitchFamily="2" charset="-122"/>
            </a:endParaRPr>
          </a:p>
        </p:txBody>
      </p:sp>
      <p:sp>
        <p:nvSpPr>
          <p:cNvPr id="6150" name="Text Box 6"/>
          <p:cNvSpPr txBox="1"/>
          <p:nvPr/>
        </p:nvSpPr>
        <p:spPr>
          <a:xfrm>
            <a:off x="381000" y="1905000"/>
            <a:ext cx="8305800" cy="3776663"/>
          </a:xfrm>
          <a:prstGeom prst="rect">
            <a:avLst/>
          </a:prstGeom>
          <a:noFill/>
          <a:ln w="9525">
            <a:noFill/>
          </a:ln>
        </p:spPr>
        <p:txBody>
          <a:bodyPr>
            <a:spAutoFit/>
          </a:bodyPr>
          <a:lstStyle>
            <a:lvl1pPr marL="342900" indent="-342900" algn="l" rtl="0" eaLnBrk="0" fontAlgn="base" hangingPunct="0">
              <a:spcBef>
                <a:spcPct val="20000"/>
              </a:spcBef>
              <a:spcAft>
                <a:spcPct val="0"/>
              </a:spcAft>
              <a:buFont typeface="Arial" panose="020B0604020202020204" pitchFamily="34" charset="0"/>
              <a:buChar char="•"/>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eaLnBrk="1" hangingPunct="1">
              <a:spcBef>
                <a:spcPct val="0"/>
              </a:spcBef>
              <a:buFontTx/>
              <a:buNone/>
            </a:pPr>
            <a:r>
              <a:rPr lang="en-US" altLang="en-US" sz="2200" dirty="0">
                <a:latin typeface="Arial" panose="020B0604020202020204" pitchFamily="34" charset="0"/>
              </a:rPr>
              <a:t>Suppose we wish to connect all the computers in a new office building using the least amount of cable. We can model this problem using an undirected, weighted graph </a:t>
            </a:r>
            <a:r>
              <a:rPr lang="en-US" altLang="en-US" sz="2200" i="1" dirty="0">
                <a:latin typeface="Arial" panose="020B0604020202020204" pitchFamily="34" charset="0"/>
              </a:rPr>
              <a:t>G </a:t>
            </a:r>
            <a:r>
              <a:rPr lang="en-US" altLang="en-US" sz="2200" dirty="0">
                <a:latin typeface="Arial" panose="020B0604020202020204" pitchFamily="34" charset="0"/>
              </a:rPr>
              <a:t>whose vertices represent the computers, and whose edges represent all the possible pairs (</a:t>
            </a:r>
            <a:r>
              <a:rPr lang="en-US" altLang="en-US" sz="2200" i="1" dirty="0">
                <a:latin typeface="Arial" panose="020B0604020202020204" pitchFamily="34" charset="0"/>
              </a:rPr>
              <a:t>u</a:t>
            </a:r>
            <a:r>
              <a:rPr lang="en-US" altLang="en-US" sz="2200" dirty="0">
                <a:latin typeface="Arial" panose="020B0604020202020204" pitchFamily="34" charset="0"/>
              </a:rPr>
              <a:t>,</a:t>
            </a:r>
            <a:r>
              <a:rPr lang="en-US" altLang="en-US" sz="2200" i="1" dirty="0">
                <a:latin typeface="Arial" panose="020B0604020202020204" pitchFamily="34" charset="0"/>
              </a:rPr>
              <a:t>v</a:t>
            </a:r>
            <a:r>
              <a:rPr lang="en-US" altLang="en-US" sz="2200" dirty="0">
                <a:latin typeface="Arial" panose="020B0604020202020204" pitchFamily="34" charset="0"/>
              </a:rPr>
              <a:t>) of computers, where the weight </a:t>
            </a:r>
            <a:r>
              <a:rPr lang="en-US" altLang="en-US" sz="2200" i="1" dirty="0">
                <a:latin typeface="Arial" panose="020B0604020202020204" pitchFamily="34" charset="0"/>
              </a:rPr>
              <a:t>w</a:t>
            </a:r>
            <a:r>
              <a:rPr lang="en-US" altLang="en-US" sz="2200" dirty="0">
                <a:latin typeface="Arial" panose="020B0604020202020204" pitchFamily="34" charset="0"/>
              </a:rPr>
              <a:t>(</a:t>
            </a:r>
            <a:r>
              <a:rPr lang="en-US" altLang="en-US" sz="2200" i="1" dirty="0">
                <a:latin typeface="Arial" panose="020B0604020202020204" pitchFamily="34" charset="0"/>
              </a:rPr>
              <a:t>u</a:t>
            </a:r>
            <a:r>
              <a:rPr lang="en-US" altLang="en-US" sz="2200" dirty="0">
                <a:latin typeface="Arial" panose="020B0604020202020204" pitchFamily="34" charset="0"/>
              </a:rPr>
              <a:t>,</a:t>
            </a:r>
            <a:r>
              <a:rPr lang="en-US" altLang="en-US" sz="2200" i="1" dirty="0">
                <a:latin typeface="Arial" panose="020B0604020202020204" pitchFamily="34" charset="0"/>
              </a:rPr>
              <a:t>v</a:t>
            </a:r>
            <a:r>
              <a:rPr lang="en-US" altLang="en-US" sz="2200" dirty="0">
                <a:latin typeface="Arial" panose="020B0604020202020204" pitchFamily="34" charset="0"/>
              </a:rPr>
              <a:t>) of edge (</a:t>
            </a:r>
            <a:r>
              <a:rPr lang="en-US" altLang="en-US" sz="2200" i="1" dirty="0">
                <a:latin typeface="Arial" panose="020B0604020202020204" pitchFamily="34" charset="0"/>
              </a:rPr>
              <a:t>u</a:t>
            </a:r>
            <a:r>
              <a:rPr lang="en-US" altLang="en-US" sz="2200" dirty="0">
                <a:latin typeface="Arial" panose="020B0604020202020204" pitchFamily="34" charset="0"/>
              </a:rPr>
              <a:t>,</a:t>
            </a:r>
            <a:r>
              <a:rPr lang="en-US" altLang="en-US" sz="2200" i="1" dirty="0">
                <a:latin typeface="Arial" panose="020B0604020202020204" pitchFamily="34" charset="0"/>
              </a:rPr>
              <a:t>v</a:t>
            </a:r>
            <a:r>
              <a:rPr lang="en-US" altLang="en-US" sz="2200" dirty="0">
                <a:latin typeface="Arial" panose="020B0604020202020204" pitchFamily="34" charset="0"/>
              </a:rPr>
              <a:t>) is equal to the amount of cable needed to connect computer </a:t>
            </a:r>
            <a:r>
              <a:rPr lang="en-US" altLang="en-US" sz="2200" i="1" dirty="0">
                <a:latin typeface="Arial" panose="020B0604020202020204" pitchFamily="34" charset="0"/>
              </a:rPr>
              <a:t>u </a:t>
            </a:r>
            <a:r>
              <a:rPr lang="en-US" altLang="en-US" sz="2200" dirty="0">
                <a:latin typeface="Arial" panose="020B0604020202020204" pitchFamily="34" charset="0"/>
              </a:rPr>
              <a:t>to computer </a:t>
            </a:r>
            <a:r>
              <a:rPr lang="en-US" altLang="en-US" sz="2200" i="1" dirty="0">
                <a:latin typeface="Arial" panose="020B0604020202020204" pitchFamily="34" charset="0"/>
              </a:rPr>
              <a:t>v</a:t>
            </a:r>
            <a:r>
              <a:rPr lang="en-US" altLang="en-US" sz="2200" dirty="0">
                <a:latin typeface="Arial" panose="020B0604020202020204" pitchFamily="34" charset="0"/>
              </a:rPr>
              <a:t>. Rather than computing a shortest-path tree from some particular vertex </a:t>
            </a:r>
            <a:r>
              <a:rPr lang="en-US" altLang="en-US" sz="2200" i="1" dirty="0">
                <a:latin typeface="Arial" panose="020B0604020202020204" pitchFamily="34" charset="0"/>
              </a:rPr>
              <a:t>v</a:t>
            </a:r>
            <a:r>
              <a:rPr lang="en-US" altLang="en-US" sz="2200" dirty="0">
                <a:latin typeface="Arial" panose="020B0604020202020204" pitchFamily="34" charset="0"/>
              </a:rPr>
              <a:t>, we are interested instead in finding a tree </a:t>
            </a:r>
            <a:r>
              <a:rPr lang="en-US" altLang="en-US" sz="2200" i="1" dirty="0">
                <a:latin typeface="Arial" panose="020B0604020202020204" pitchFamily="34" charset="0"/>
              </a:rPr>
              <a:t>T </a:t>
            </a:r>
            <a:r>
              <a:rPr lang="en-US" altLang="en-US" sz="2200" dirty="0">
                <a:latin typeface="Arial" panose="020B0604020202020204" pitchFamily="34" charset="0"/>
              </a:rPr>
              <a:t>that contains all the vertices of </a:t>
            </a:r>
            <a:r>
              <a:rPr lang="en-US" altLang="en-US" sz="2200" i="1" dirty="0">
                <a:latin typeface="Arial" panose="020B0604020202020204" pitchFamily="34" charset="0"/>
              </a:rPr>
              <a:t>G </a:t>
            </a:r>
            <a:r>
              <a:rPr lang="en-US" altLang="en-US" sz="2200" dirty="0">
                <a:latin typeface="Arial" panose="020B0604020202020204" pitchFamily="34" charset="0"/>
              </a:rPr>
              <a:t>and has the minimum total weight over all such trees. Algorithms for finding such a tree are the focus of this section.</a:t>
            </a:r>
          </a:p>
        </p:txBody>
      </p:sp>
      <p:sp>
        <p:nvSpPr>
          <p:cNvPr id="6151" name="Rectangle 2"/>
          <p:cNvSpPr/>
          <p:nvPr/>
        </p:nvSpPr>
        <p:spPr>
          <a:xfrm>
            <a:off x="1219200" y="1096963"/>
            <a:ext cx="6248400" cy="579437"/>
          </a:xfrm>
          <a:prstGeom prst="rect">
            <a:avLst/>
          </a:prstGeom>
          <a:noFill/>
          <a:ln w="9525">
            <a:noFill/>
          </a:ln>
        </p:spPr>
        <p:txBody>
          <a:bodyPr anchor="ctr" anchorCtr="0">
            <a:spAutoFit/>
          </a:bodyPr>
          <a:lstStyle>
            <a:lvl1pPr marL="342900" indent="-342900" algn="l" rtl="0" eaLnBrk="0" fontAlgn="base" hangingPunct="0">
              <a:spcBef>
                <a:spcPct val="20000"/>
              </a:spcBef>
              <a:spcAft>
                <a:spcPct val="0"/>
              </a:spcAft>
              <a:buFont typeface="Arial" panose="020B0604020202020204" pitchFamily="34" charset="0"/>
              <a:buChar char="•"/>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algn="ctr" eaLnBrk="1" hangingPunct="1">
              <a:spcBef>
                <a:spcPct val="0"/>
              </a:spcBef>
              <a:buFontTx/>
              <a:buNone/>
            </a:pPr>
            <a:r>
              <a:rPr lang="en-US" altLang="en-US" b="1" dirty="0">
                <a:solidFill>
                  <a:schemeClr val="tx2"/>
                </a:solidFill>
              </a:rPr>
              <a:t>Introduction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Footer Placeholder 4"/>
          <p:cNvSpPr txBox="1">
            <a:spLocks noGrp="1"/>
          </p:cNvSpPr>
          <p:nvPr>
            <p:ph type="ftr" sz="quarter" idx="11"/>
          </p:nvPr>
        </p:nvSpPr>
        <p:spPr>
          <a:noFill/>
          <a:ln>
            <a:noFill/>
          </a:ln>
        </p:spPr>
        <p:txBody>
          <a:bodyPr anchor="ctr" anchorCtr="0"/>
          <a:lstStyle/>
          <a:p>
            <a:pPr marL="0" indent="0" algn="ctr" eaLnBrk="1" hangingPunct="1">
              <a:spcBef>
                <a:spcPct val="0"/>
              </a:spcBef>
              <a:buFontTx/>
              <a:buNone/>
            </a:pPr>
            <a:r>
              <a:rPr lang="en-US" altLang="en-US" sz="1200" dirty="0">
                <a:solidFill>
                  <a:srgbClr val="898989"/>
                </a:solidFill>
                <a:latin typeface="Arial" panose="020B0604020202020204" pitchFamily="34" charset="0"/>
              </a:rPr>
              <a:t>Data Structures and Algorithms in Java </a:t>
            </a:r>
          </a:p>
        </p:txBody>
      </p:sp>
      <p:sp>
        <p:nvSpPr>
          <p:cNvPr id="8195" name="Slide Number Placeholder 5"/>
          <p:cNvSpPr txBox="1">
            <a:spLocks noGrp="1"/>
          </p:cNvSpPr>
          <p:nvPr>
            <p:ph type="sldNum" sz="quarter" idx="12"/>
          </p:nvPr>
        </p:nvSpPr>
        <p:spPr>
          <a:noFill/>
          <a:ln>
            <a:noFill/>
          </a:ln>
        </p:spPr>
        <p:txBody>
          <a:bodyPr anchor="ctr" anchorCtr="0"/>
          <a:lstStyle/>
          <a:p>
            <a:pPr marL="0" indent="0" algn="r" eaLnBrk="1" hangingPunct="1">
              <a:spcBef>
                <a:spcPct val="0"/>
              </a:spcBef>
              <a:buFontTx/>
              <a:buNone/>
            </a:pPr>
            <a:fld id="{9A0DB2DC-4C9A-4742-B13C-FB6460FD3503}" type="slidenum">
              <a:rPr lang="en-US" altLang="zh-CN" sz="1200" dirty="0">
                <a:solidFill>
                  <a:srgbClr val="898989"/>
                </a:solidFill>
                <a:latin typeface="Arial" panose="020B0604020202020204" pitchFamily="34" charset="0"/>
                <a:ea typeface="SimSun" panose="02010600030101010101" pitchFamily="2" charset="-122"/>
              </a:rPr>
              <a:t>4</a:t>
            </a:fld>
            <a:r>
              <a:rPr lang="en-US" altLang="en-US" sz="1200" dirty="0">
                <a:solidFill>
                  <a:srgbClr val="898989"/>
                </a:solidFill>
                <a:latin typeface="Arial" panose="020B0604020202020204" pitchFamily="34" charset="0"/>
              </a:rPr>
              <a:t>/30</a:t>
            </a:r>
          </a:p>
        </p:txBody>
      </p:sp>
      <p:sp>
        <p:nvSpPr>
          <p:cNvPr id="8196" name="Rectangle 2"/>
          <p:cNvSpPr>
            <a:spLocks noGrp="1"/>
          </p:cNvSpPr>
          <p:nvPr>
            <p:ph type="title"/>
          </p:nvPr>
        </p:nvSpPr>
        <p:spPr>
          <a:xfrm>
            <a:off x="685800" y="457200"/>
            <a:ext cx="7696200" cy="641350"/>
          </a:xfrm>
        </p:spPr>
        <p:txBody>
          <a:bodyPr vert="horz" wrap="square" lIns="91440" tIns="45720" rIns="91440" bIns="45720" anchor="ctr" anchorCtr="0">
            <a:spAutoFit/>
          </a:bodyPr>
          <a:lstStyle/>
          <a:p>
            <a:pPr eaLnBrk="1" hangingPunct="1"/>
            <a:r>
              <a:rPr lang="en-US" altLang="en-US" sz="3600" b="1" dirty="0">
                <a:solidFill>
                  <a:srgbClr val="CC3300"/>
                </a:solidFill>
              </a:rPr>
              <a:t>MST - Problem Definition</a:t>
            </a:r>
          </a:p>
        </p:txBody>
      </p:sp>
      <p:sp>
        <p:nvSpPr>
          <p:cNvPr id="8197" name="Slide Number Placeholder 3"/>
          <p:cNvSpPr txBox="1">
            <a:spLocks noGrp="1"/>
          </p:cNvSpPr>
          <p:nvPr/>
        </p:nvSpPr>
        <p:spPr>
          <a:xfrm>
            <a:off x="0" y="1271588"/>
            <a:ext cx="533400" cy="244475"/>
          </a:xfrm>
          <a:prstGeom prst="rect">
            <a:avLst/>
          </a:prstGeom>
          <a:noFill/>
          <a:ln w="9525">
            <a:noFill/>
          </a:ln>
        </p:spPr>
        <p:txBody>
          <a:bodyPr anchor="ctr" anchorCtr="0"/>
          <a:lstStyle>
            <a:lvl1pPr marL="342900" indent="-342900" algn="l" rtl="0" eaLnBrk="0" fontAlgn="base" hangingPunct="0">
              <a:spcBef>
                <a:spcPct val="20000"/>
              </a:spcBef>
              <a:spcAft>
                <a:spcPct val="0"/>
              </a:spcAft>
              <a:buFont typeface="Arial" panose="020B0604020202020204" pitchFamily="34" charset="0"/>
              <a:buChar char="•"/>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algn="ctr" eaLnBrk="1" hangingPunct="1">
              <a:lnSpc>
                <a:spcPct val="80000"/>
              </a:lnSpc>
              <a:spcBef>
                <a:spcPct val="0"/>
              </a:spcBef>
              <a:buFontTx/>
              <a:buNone/>
            </a:pPr>
            <a:r>
              <a:rPr lang="en-US" altLang="en-US" sz="1200" b="1" dirty="0">
                <a:solidFill>
                  <a:srgbClr val="FFFFFF"/>
                </a:solidFill>
                <a:latin typeface="Arial" panose="020B0604020202020204" pitchFamily="34" charset="0"/>
              </a:rPr>
              <a:t> </a:t>
            </a:r>
            <a:fld id="{9A0DB2DC-4C9A-4742-B13C-FB6460FD3503}" type="slidenum">
              <a:rPr lang="en-US" altLang="zh-CN" sz="1200" b="1" dirty="0">
                <a:solidFill>
                  <a:srgbClr val="FFFFFF"/>
                </a:solidFill>
                <a:latin typeface="Arial" panose="020B0604020202020204" pitchFamily="34" charset="0"/>
                <a:ea typeface="SimSun" panose="02010600030101010101" pitchFamily="2" charset="-122"/>
              </a:rPr>
              <a:t>4</a:t>
            </a:fld>
            <a:endParaRPr lang="en-US" altLang="zh-CN" sz="1200" b="1" dirty="0">
              <a:solidFill>
                <a:srgbClr val="FFFFFF"/>
              </a:solidFill>
              <a:latin typeface="Arial" panose="020B0604020202020204" pitchFamily="34" charset="0"/>
              <a:ea typeface="SimSun" panose="02010600030101010101" pitchFamily="2" charset="-122"/>
            </a:endParaRPr>
          </a:p>
        </p:txBody>
      </p:sp>
      <p:sp>
        <p:nvSpPr>
          <p:cNvPr id="8198" name="Text Box 4"/>
          <p:cNvSpPr txBox="1"/>
          <p:nvPr/>
        </p:nvSpPr>
        <p:spPr>
          <a:xfrm>
            <a:off x="381000" y="1447800"/>
            <a:ext cx="8305800" cy="1187450"/>
          </a:xfrm>
          <a:prstGeom prst="rect">
            <a:avLst/>
          </a:prstGeom>
          <a:noFill/>
          <a:ln w="9525">
            <a:noFill/>
          </a:ln>
        </p:spPr>
        <p:txBody>
          <a:bodyPr>
            <a:spAutoFit/>
          </a:bodyPr>
          <a:lstStyle>
            <a:lvl1pPr marL="342900" indent="-342900" algn="l" rtl="0" eaLnBrk="0" fontAlgn="base" hangingPunct="0">
              <a:spcBef>
                <a:spcPct val="20000"/>
              </a:spcBef>
              <a:spcAft>
                <a:spcPct val="0"/>
              </a:spcAft>
              <a:buFont typeface="Arial" panose="020B0604020202020204" pitchFamily="34" charset="0"/>
              <a:buChar char="•"/>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eaLnBrk="1" hangingPunct="1">
              <a:spcBef>
                <a:spcPct val="0"/>
              </a:spcBef>
              <a:buFontTx/>
              <a:buNone/>
            </a:pPr>
            <a:r>
              <a:rPr lang="en-US" altLang="en-US" sz="2400" dirty="0">
                <a:latin typeface="Arial" panose="020B0604020202020204" pitchFamily="34" charset="0"/>
              </a:rPr>
              <a:t>Given an undirected, weighted graph </a:t>
            </a:r>
            <a:r>
              <a:rPr lang="en-US" altLang="en-US" sz="2400" i="1" dirty="0">
                <a:latin typeface="Arial" panose="020B0604020202020204" pitchFamily="34" charset="0"/>
              </a:rPr>
              <a:t>G</a:t>
            </a:r>
            <a:r>
              <a:rPr lang="en-US" altLang="en-US" sz="2400" dirty="0">
                <a:latin typeface="Arial" panose="020B0604020202020204" pitchFamily="34" charset="0"/>
              </a:rPr>
              <a:t>, we are interested in finding a tree </a:t>
            </a:r>
            <a:r>
              <a:rPr lang="en-US" altLang="en-US" sz="2400" i="1" dirty="0">
                <a:latin typeface="Arial" panose="020B0604020202020204" pitchFamily="34" charset="0"/>
              </a:rPr>
              <a:t>T </a:t>
            </a:r>
            <a:r>
              <a:rPr lang="en-US" altLang="en-US" sz="2400" dirty="0">
                <a:latin typeface="Arial" panose="020B0604020202020204" pitchFamily="34" charset="0"/>
              </a:rPr>
              <a:t>that contains all the vertices in </a:t>
            </a:r>
            <a:r>
              <a:rPr lang="en-US" altLang="en-US" sz="2400" i="1" dirty="0">
                <a:latin typeface="Arial" panose="020B0604020202020204" pitchFamily="34" charset="0"/>
              </a:rPr>
              <a:t>G </a:t>
            </a:r>
            <a:r>
              <a:rPr lang="en-US" altLang="en-US" sz="2400" dirty="0">
                <a:latin typeface="Arial" panose="020B0604020202020204" pitchFamily="34" charset="0"/>
              </a:rPr>
              <a:t>and minimizes the sum</a:t>
            </a:r>
          </a:p>
        </p:txBody>
      </p:sp>
      <p:pic>
        <p:nvPicPr>
          <p:cNvPr id="8199" name="Picture 6"/>
          <p:cNvPicPr>
            <a:picLocks noChangeAspect="1"/>
          </p:cNvPicPr>
          <p:nvPr/>
        </p:nvPicPr>
        <p:blipFill>
          <a:blip r:embed="rId3"/>
          <a:srcRect l="53751" t="69000" r="31250" b="23000"/>
          <a:stretch>
            <a:fillRect/>
          </a:stretch>
        </p:blipFill>
        <p:spPr>
          <a:xfrm>
            <a:off x="1524000" y="2743200"/>
            <a:ext cx="3962400" cy="1320800"/>
          </a:xfrm>
          <a:prstGeom prst="rect">
            <a:avLst/>
          </a:prstGeom>
          <a:noFill/>
          <a:ln w="9525">
            <a:noFill/>
          </a:ln>
        </p:spPr>
      </p:pic>
      <p:sp>
        <p:nvSpPr>
          <p:cNvPr id="8200" name="Text Box 7"/>
          <p:cNvSpPr txBox="1"/>
          <p:nvPr/>
        </p:nvSpPr>
        <p:spPr>
          <a:xfrm>
            <a:off x="457200" y="4191000"/>
            <a:ext cx="8153400" cy="1917700"/>
          </a:xfrm>
          <a:prstGeom prst="rect">
            <a:avLst/>
          </a:prstGeom>
          <a:noFill/>
          <a:ln w="9525">
            <a:noFill/>
          </a:ln>
        </p:spPr>
        <p:txBody>
          <a:bodyPr>
            <a:spAutoFit/>
          </a:bodyPr>
          <a:lstStyle>
            <a:lvl1pPr marL="342900" indent="-342900" algn="l" rtl="0" eaLnBrk="0" fontAlgn="base" hangingPunct="0">
              <a:spcBef>
                <a:spcPct val="20000"/>
              </a:spcBef>
              <a:spcAft>
                <a:spcPct val="0"/>
              </a:spcAft>
              <a:buFont typeface="Arial" panose="020B0604020202020204" pitchFamily="34" charset="0"/>
              <a:buChar char="•"/>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eaLnBrk="1" hangingPunct="1">
              <a:spcBef>
                <a:spcPct val="0"/>
              </a:spcBef>
              <a:buFontTx/>
              <a:buNone/>
            </a:pPr>
            <a:r>
              <a:rPr lang="en-US" altLang="en-US" sz="2400" dirty="0">
                <a:latin typeface="Arial" panose="020B0604020202020204" pitchFamily="34" charset="0"/>
              </a:rPr>
              <a:t>A tree, such as this, that contains every vertex of a connected graph </a:t>
            </a:r>
            <a:r>
              <a:rPr lang="en-US" altLang="en-US" sz="2400" i="1" dirty="0">
                <a:latin typeface="Arial" panose="020B0604020202020204" pitchFamily="34" charset="0"/>
              </a:rPr>
              <a:t>G </a:t>
            </a:r>
            <a:r>
              <a:rPr lang="en-US" altLang="en-US" sz="2400" dirty="0">
                <a:latin typeface="Arial" panose="020B0604020202020204" pitchFamily="34" charset="0"/>
              </a:rPr>
              <a:t>is said to be a </a:t>
            </a:r>
            <a:r>
              <a:rPr lang="en-US" altLang="en-US" sz="2400" b="1" i="1" dirty="0">
                <a:latin typeface="Arial" panose="020B0604020202020204" pitchFamily="34" charset="0"/>
              </a:rPr>
              <a:t>spanning tree</a:t>
            </a:r>
            <a:r>
              <a:rPr lang="en-US" altLang="en-US" sz="2400" dirty="0">
                <a:latin typeface="Arial" panose="020B0604020202020204" pitchFamily="34" charset="0"/>
              </a:rPr>
              <a:t>, and the problem of computing a spanning tree </a:t>
            </a:r>
            <a:r>
              <a:rPr lang="en-US" altLang="en-US" sz="2400" i="1" dirty="0">
                <a:latin typeface="Arial" panose="020B0604020202020204" pitchFamily="34" charset="0"/>
              </a:rPr>
              <a:t>T </a:t>
            </a:r>
            <a:r>
              <a:rPr lang="en-US" altLang="en-US" sz="2400" dirty="0">
                <a:latin typeface="Arial" panose="020B0604020202020204" pitchFamily="34" charset="0"/>
              </a:rPr>
              <a:t>with smallest</a:t>
            </a:r>
          </a:p>
          <a:p>
            <a:pPr marL="0" lvl="0" indent="0" eaLnBrk="1" hangingPunct="1">
              <a:spcBef>
                <a:spcPct val="0"/>
              </a:spcBef>
              <a:buFontTx/>
              <a:buNone/>
            </a:pPr>
            <a:r>
              <a:rPr lang="en-US" altLang="en-US" sz="2400" dirty="0">
                <a:latin typeface="Arial" panose="020B0604020202020204" pitchFamily="34" charset="0"/>
              </a:rPr>
              <a:t>total weight is known as the </a:t>
            </a:r>
            <a:r>
              <a:rPr lang="en-US" altLang="en-US" sz="2400" b="1" i="1" dirty="0">
                <a:latin typeface="Arial" panose="020B0604020202020204" pitchFamily="34" charset="0"/>
              </a:rPr>
              <a:t>minimum spanning tree </a:t>
            </a:r>
            <a:r>
              <a:rPr lang="en-US" altLang="en-US" sz="2400" dirty="0">
                <a:latin typeface="Arial" panose="020B0604020202020204" pitchFamily="34" charset="0"/>
              </a:rPr>
              <a:t>(or </a:t>
            </a:r>
            <a:r>
              <a:rPr lang="en-US" altLang="en-US" sz="2400" b="1" i="1" dirty="0">
                <a:latin typeface="Arial" panose="020B0604020202020204" pitchFamily="34" charset="0"/>
              </a:rPr>
              <a:t>MST</a:t>
            </a:r>
            <a:r>
              <a:rPr lang="en-US" altLang="en-US" sz="2400" dirty="0">
                <a:latin typeface="Arial" panose="020B0604020202020204" pitchFamily="34" charset="0"/>
              </a:rPr>
              <a:t>) problem.</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Footer Placeholder 4"/>
          <p:cNvSpPr txBox="1">
            <a:spLocks noGrp="1"/>
          </p:cNvSpPr>
          <p:nvPr>
            <p:ph type="ftr" sz="quarter" idx="11"/>
          </p:nvPr>
        </p:nvSpPr>
        <p:spPr>
          <a:noFill/>
          <a:ln>
            <a:noFill/>
          </a:ln>
        </p:spPr>
        <p:txBody>
          <a:bodyPr anchor="ctr" anchorCtr="0"/>
          <a:lstStyle/>
          <a:p>
            <a:pPr marL="0" indent="0" algn="ctr" eaLnBrk="1" hangingPunct="1">
              <a:spcBef>
                <a:spcPct val="0"/>
              </a:spcBef>
              <a:buFontTx/>
              <a:buNone/>
            </a:pPr>
            <a:r>
              <a:rPr lang="en-US" altLang="en-US" sz="1200" dirty="0">
                <a:solidFill>
                  <a:srgbClr val="898989"/>
                </a:solidFill>
                <a:latin typeface="Arial" panose="020B0604020202020204" pitchFamily="34" charset="0"/>
              </a:rPr>
              <a:t>Data Structures and Algorithms in Java </a:t>
            </a:r>
          </a:p>
        </p:txBody>
      </p:sp>
      <p:sp>
        <p:nvSpPr>
          <p:cNvPr id="10243" name="Slide Number Placeholder 5"/>
          <p:cNvSpPr txBox="1">
            <a:spLocks noGrp="1"/>
          </p:cNvSpPr>
          <p:nvPr>
            <p:ph type="sldNum" sz="quarter" idx="12"/>
          </p:nvPr>
        </p:nvSpPr>
        <p:spPr>
          <a:noFill/>
          <a:ln>
            <a:noFill/>
          </a:ln>
        </p:spPr>
        <p:txBody>
          <a:bodyPr anchor="ctr" anchorCtr="0"/>
          <a:lstStyle/>
          <a:p>
            <a:pPr marL="0" indent="0" algn="r" eaLnBrk="1" hangingPunct="1">
              <a:spcBef>
                <a:spcPct val="0"/>
              </a:spcBef>
              <a:buFontTx/>
              <a:buNone/>
            </a:pPr>
            <a:fld id="{9A0DB2DC-4C9A-4742-B13C-FB6460FD3503}" type="slidenum">
              <a:rPr lang="en-US" altLang="zh-CN" sz="1200" dirty="0">
                <a:solidFill>
                  <a:srgbClr val="898989"/>
                </a:solidFill>
                <a:latin typeface="Arial" panose="020B0604020202020204" pitchFamily="34" charset="0"/>
                <a:ea typeface="SimSun" panose="02010600030101010101" pitchFamily="2" charset="-122"/>
              </a:rPr>
              <a:t>5</a:t>
            </a:fld>
            <a:r>
              <a:rPr lang="en-US" altLang="en-US" sz="1200" dirty="0">
                <a:solidFill>
                  <a:srgbClr val="898989"/>
                </a:solidFill>
                <a:latin typeface="Arial" panose="020B0604020202020204" pitchFamily="34" charset="0"/>
              </a:rPr>
              <a:t>/30</a:t>
            </a:r>
          </a:p>
        </p:txBody>
      </p:sp>
      <p:sp>
        <p:nvSpPr>
          <p:cNvPr id="10244" name="Rectangle 2"/>
          <p:cNvSpPr>
            <a:spLocks noGrp="1"/>
          </p:cNvSpPr>
          <p:nvPr>
            <p:ph type="title"/>
          </p:nvPr>
        </p:nvSpPr>
        <p:spPr>
          <a:xfrm>
            <a:off x="914400" y="457200"/>
            <a:ext cx="7162800" cy="701675"/>
          </a:xfrm>
        </p:spPr>
        <p:txBody>
          <a:bodyPr vert="horz" wrap="square" lIns="91440" tIns="45720" rIns="91440" bIns="45720" anchor="ctr" anchorCtr="0">
            <a:spAutoFit/>
          </a:bodyPr>
          <a:lstStyle/>
          <a:p>
            <a:pPr eaLnBrk="1" hangingPunct="1"/>
            <a:r>
              <a:rPr lang="en-US" altLang="en-US" sz="4000" b="1" dirty="0">
                <a:solidFill>
                  <a:srgbClr val="CC3300"/>
                </a:solidFill>
              </a:rPr>
              <a:t>Spanning Tree example</a:t>
            </a:r>
          </a:p>
        </p:txBody>
      </p:sp>
      <p:sp>
        <p:nvSpPr>
          <p:cNvPr id="10245" name="Slide Number Placeholder 3"/>
          <p:cNvSpPr txBox="1">
            <a:spLocks noGrp="1"/>
          </p:cNvSpPr>
          <p:nvPr/>
        </p:nvSpPr>
        <p:spPr>
          <a:xfrm>
            <a:off x="0" y="1271588"/>
            <a:ext cx="533400" cy="244475"/>
          </a:xfrm>
          <a:prstGeom prst="rect">
            <a:avLst/>
          </a:prstGeom>
          <a:noFill/>
          <a:ln w="9525">
            <a:noFill/>
          </a:ln>
        </p:spPr>
        <p:txBody>
          <a:bodyPr anchor="ctr" anchorCtr="0"/>
          <a:lstStyle>
            <a:lvl1pPr marL="342900" indent="-342900" algn="l" rtl="0" eaLnBrk="0" fontAlgn="base" hangingPunct="0">
              <a:spcBef>
                <a:spcPct val="20000"/>
              </a:spcBef>
              <a:spcAft>
                <a:spcPct val="0"/>
              </a:spcAft>
              <a:buFont typeface="Arial" panose="020B0604020202020204" pitchFamily="34" charset="0"/>
              <a:buChar char="•"/>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algn="ctr" eaLnBrk="1" hangingPunct="1">
              <a:lnSpc>
                <a:spcPct val="80000"/>
              </a:lnSpc>
              <a:spcBef>
                <a:spcPct val="0"/>
              </a:spcBef>
              <a:buFontTx/>
              <a:buNone/>
            </a:pPr>
            <a:r>
              <a:rPr lang="en-US" altLang="en-US" sz="1200" b="1" dirty="0">
                <a:solidFill>
                  <a:srgbClr val="FFFFFF"/>
                </a:solidFill>
                <a:latin typeface="Arial" panose="020B0604020202020204" pitchFamily="34" charset="0"/>
              </a:rPr>
              <a:t> </a:t>
            </a:r>
            <a:fld id="{9A0DB2DC-4C9A-4742-B13C-FB6460FD3503}" type="slidenum">
              <a:rPr lang="en-US" altLang="zh-CN" sz="1200" b="1" dirty="0">
                <a:solidFill>
                  <a:srgbClr val="FFFFFF"/>
                </a:solidFill>
                <a:latin typeface="Arial" panose="020B0604020202020204" pitchFamily="34" charset="0"/>
                <a:ea typeface="SimSun" panose="02010600030101010101" pitchFamily="2" charset="-122"/>
              </a:rPr>
              <a:t>5</a:t>
            </a:fld>
            <a:endParaRPr lang="en-US" altLang="zh-CN" sz="1200" b="1" dirty="0">
              <a:solidFill>
                <a:srgbClr val="FFFFFF"/>
              </a:solidFill>
              <a:latin typeface="Arial" panose="020B0604020202020204" pitchFamily="34" charset="0"/>
              <a:ea typeface="SimSun" panose="02010600030101010101" pitchFamily="2" charset="-122"/>
            </a:endParaRPr>
          </a:p>
        </p:txBody>
      </p:sp>
      <p:pic>
        <p:nvPicPr>
          <p:cNvPr id="10246" name="Picture 4"/>
          <p:cNvPicPr>
            <a:picLocks noChangeAspect="1"/>
          </p:cNvPicPr>
          <p:nvPr/>
        </p:nvPicPr>
        <p:blipFill>
          <a:blip r:embed="rId3"/>
          <a:srcRect r="80042" b="17979"/>
          <a:stretch>
            <a:fillRect/>
          </a:stretch>
        </p:blipFill>
        <p:spPr>
          <a:xfrm>
            <a:off x="639763" y="3429000"/>
            <a:ext cx="2332037" cy="2438400"/>
          </a:xfrm>
          <a:prstGeom prst="rect">
            <a:avLst/>
          </a:prstGeom>
          <a:noFill/>
          <a:ln w="9525">
            <a:noFill/>
          </a:ln>
        </p:spPr>
      </p:pic>
      <p:sp>
        <p:nvSpPr>
          <p:cNvPr id="10247" name="Text Box 6"/>
          <p:cNvSpPr txBox="1"/>
          <p:nvPr/>
        </p:nvSpPr>
        <p:spPr>
          <a:xfrm>
            <a:off x="533400" y="1219200"/>
            <a:ext cx="8181975" cy="1006475"/>
          </a:xfrm>
          <a:prstGeom prst="rect">
            <a:avLst/>
          </a:prstGeom>
          <a:noFill/>
          <a:ln w="9525">
            <a:noFill/>
          </a:ln>
        </p:spPr>
        <p:txBody>
          <a:bodyPr>
            <a:spAutoFit/>
          </a:bodyPr>
          <a:lstStyle>
            <a:lvl1pPr marL="342900" indent="-342900" algn="l" rtl="0" eaLnBrk="0" fontAlgn="base" hangingPunct="0">
              <a:spcBef>
                <a:spcPct val="20000"/>
              </a:spcBef>
              <a:spcAft>
                <a:spcPct val="0"/>
              </a:spcAft>
              <a:buFont typeface="Arial" panose="020B0604020202020204" pitchFamily="34" charset="0"/>
              <a:buChar char="•"/>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eaLnBrk="1" hangingPunct="1">
              <a:buFontTx/>
              <a:buNone/>
            </a:pPr>
            <a:r>
              <a:rPr lang="en-US" altLang="en-US" sz="2000" dirty="0">
                <a:latin typeface="Arial" panose="020B0604020202020204" pitchFamily="34" charset="0"/>
              </a:rPr>
              <a:t>In graph theory, a </a:t>
            </a:r>
            <a:r>
              <a:rPr lang="en-US" altLang="en-US" sz="2000" b="1" dirty="0">
                <a:latin typeface="Arial" panose="020B0604020202020204" pitchFamily="34" charset="0"/>
              </a:rPr>
              <a:t>tree</a:t>
            </a:r>
            <a:r>
              <a:rPr lang="en-US" altLang="en-US" sz="2000" dirty="0">
                <a:latin typeface="Arial" panose="020B0604020202020204" pitchFamily="34" charset="0"/>
              </a:rPr>
              <a:t> is an undirected, connected graph without simple cycles</a:t>
            </a:r>
            <a:r>
              <a:rPr lang="en-US" altLang="en-US" sz="2000" b="1" dirty="0">
                <a:latin typeface="Arial" panose="020B0604020202020204" pitchFamily="34" charset="0"/>
              </a:rPr>
              <a:t>. </a:t>
            </a:r>
            <a:r>
              <a:rPr lang="en-US" altLang="en-US" sz="2000" dirty="0">
                <a:latin typeface="Arial" panose="020B0604020202020204" pitchFamily="34" charset="0"/>
              </a:rPr>
              <a:t>A </a:t>
            </a:r>
            <a:r>
              <a:rPr lang="en-US" altLang="en-US" sz="2000" b="1" dirty="0">
                <a:latin typeface="Arial" panose="020B0604020202020204" pitchFamily="34" charset="0"/>
              </a:rPr>
              <a:t>spanning tree</a:t>
            </a:r>
            <a:r>
              <a:rPr lang="en-US" altLang="en-US" sz="2000" dirty="0">
                <a:latin typeface="Arial" panose="020B0604020202020204" pitchFamily="34" charset="0"/>
              </a:rPr>
              <a:t> is a tree that includes all vertices of the original graph</a:t>
            </a:r>
          </a:p>
        </p:txBody>
      </p:sp>
      <p:pic>
        <p:nvPicPr>
          <p:cNvPr id="10248" name="Picture 4"/>
          <p:cNvPicPr>
            <a:picLocks noChangeAspect="1"/>
          </p:cNvPicPr>
          <p:nvPr/>
        </p:nvPicPr>
        <p:blipFill>
          <a:blip r:embed="rId3"/>
          <a:srcRect l="54251" b="14413"/>
          <a:stretch>
            <a:fillRect/>
          </a:stretch>
        </p:blipFill>
        <p:spPr>
          <a:xfrm>
            <a:off x="3429000" y="3429000"/>
            <a:ext cx="5105400" cy="2428875"/>
          </a:xfrm>
          <a:prstGeom prst="rect">
            <a:avLst/>
          </a:prstGeom>
          <a:noFill/>
          <a:ln w="9525">
            <a:noFill/>
          </a:ln>
        </p:spPr>
      </p:pic>
      <p:sp>
        <p:nvSpPr>
          <p:cNvPr id="10249" name="Text Box 3"/>
          <p:cNvSpPr txBox="1"/>
          <p:nvPr/>
        </p:nvSpPr>
        <p:spPr>
          <a:xfrm>
            <a:off x="609600" y="2438400"/>
            <a:ext cx="2590800" cy="915988"/>
          </a:xfrm>
          <a:prstGeom prst="rect">
            <a:avLst/>
          </a:prstGeom>
          <a:noFill/>
          <a:ln w="9525">
            <a:noFill/>
          </a:ln>
        </p:spPr>
        <p:txBody>
          <a:bodyPr>
            <a:spAutoFit/>
          </a:bodyPr>
          <a:lstStyle>
            <a:lvl1pPr marL="342900" indent="-342900" algn="l" rtl="0" eaLnBrk="0" fontAlgn="base" hangingPunct="0">
              <a:spcBef>
                <a:spcPct val="20000"/>
              </a:spcBef>
              <a:spcAft>
                <a:spcPct val="0"/>
              </a:spcAft>
              <a:buFont typeface="Arial" panose="020B0604020202020204" pitchFamily="34" charset="0"/>
              <a:buChar char="•"/>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eaLnBrk="1" hangingPunct="1">
              <a:spcBef>
                <a:spcPct val="0"/>
              </a:spcBef>
              <a:buFontTx/>
              <a:buNone/>
            </a:pPr>
            <a:r>
              <a:rPr lang="en-US" altLang="en-US" sz="1800" dirty="0">
                <a:latin typeface="Arial" panose="020B0604020202020204" pitchFamily="34" charset="0"/>
              </a:rPr>
              <a:t>A graph representing the airline connections between seven cities</a:t>
            </a:r>
          </a:p>
        </p:txBody>
      </p:sp>
      <p:sp>
        <p:nvSpPr>
          <p:cNvPr id="10250" name="Text Box 3"/>
          <p:cNvSpPr txBox="1"/>
          <p:nvPr/>
        </p:nvSpPr>
        <p:spPr>
          <a:xfrm>
            <a:off x="3962400" y="2438400"/>
            <a:ext cx="3733800" cy="366713"/>
          </a:xfrm>
          <a:prstGeom prst="rect">
            <a:avLst/>
          </a:prstGeom>
          <a:noFill/>
          <a:ln w="9525">
            <a:noFill/>
          </a:ln>
        </p:spPr>
        <p:txBody>
          <a:bodyPr>
            <a:spAutoFit/>
          </a:bodyPr>
          <a:lstStyle>
            <a:lvl1pPr marL="342900" indent="-342900" algn="l" rtl="0" eaLnBrk="0" fontAlgn="base" hangingPunct="0">
              <a:spcBef>
                <a:spcPct val="20000"/>
              </a:spcBef>
              <a:spcAft>
                <a:spcPct val="0"/>
              </a:spcAft>
              <a:buFont typeface="Arial" panose="020B0604020202020204" pitchFamily="34" charset="0"/>
              <a:buChar char="•"/>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eaLnBrk="1" hangingPunct="1">
              <a:spcBef>
                <a:spcPct val="0"/>
              </a:spcBef>
              <a:buFontTx/>
              <a:buNone/>
            </a:pPr>
            <a:r>
              <a:rPr lang="en-US" altLang="en-US" sz="1800" dirty="0">
                <a:latin typeface="Arial" panose="020B0604020202020204" pitchFamily="34" charset="0"/>
              </a:rPr>
              <a:t>Two spanning tree of the graph</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Footer Placeholder 4"/>
          <p:cNvSpPr txBox="1">
            <a:spLocks noGrp="1"/>
          </p:cNvSpPr>
          <p:nvPr>
            <p:ph type="ftr" sz="quarter" idx="11"/>
          </p:nvPr>
        </p:nvSpPr>
        <p:spPr>
          <a:noFill/>
          <a:ln>
            <a:noFill/>
          </a:ln>
        </p:spPr>
        <p:txBody>
          <a:bodyPr anchor="ctr" anchorCtr="0"/>
          <a:lstStyle/>
          <a:p>
            <a:pPr marL="0" indent="0" algn="ctr" eaLnBrk="1" hangingPunct="1">
              <a:spcBef>
                <a:spcPct val="0"/>
              </a:spcBef>
              <a:buFontTx/>
              <a:buNone/>
            </a:pPr>
            <a:r>
              <a:rPr lang="en-US" altLang="en-US" sz="1200" dirty="0">
                <a:solidFill>
                  <a:srgbClr val="898989"/>
                </a:solidFill>
                <a:latin typeface="Arial" panose="020B0604020202020204" pitchFamily="34" charset="0"/>
              </a:rPr>
              <a:t>Data Structures and Algorithms in Java </a:t>
            </a:r>
          </a:p>
        </p:txBody>
      </p:sp>
      <p:sp>
        <p:nvSpPr>
          <p:cNvPr id="12291" name="Slide Number Placeholder 5"/>
          <p:cNvSpPr txBox="1">
            <a:spLocks noGrp="1"/>
          </p:cNvSpPr>
          <p:nvPr>
            <p:ph type="sldNum" sz="quarter" idx="12"/>
          </p:nvPr>
        </p:nvSpPr>
        <p:spPr>
          <a:noFill/>
          <a:ln>
            <a:noFill/>
          </a:ln>
        </p:spPr>
        <p:txBody>
          <a:bodyPr anchor="ctr" anchorCtr="0"/>
          <a:lstStyle/>
          <a:p>
            <a:pPr marL="0" indent="0" algn="r" eaLnBrk="1" hangingPunct="1">
              <a:spcBef>
                <a:spcPct val="0"/>
              </a:spcBef>
              <a:buFontTx/>
              <a:buNone/>
            </a:pPr>
            <a:fld id="{9A0DB2DC-4C9A-4742-B13C-FB6460FD3503}" type="slidenum">
              <a:rPr lang="en-US" altLang="zh-CN" sz="1200" dirty="0">
                <a:solidFill>
                  <a:srgbClr val="898989"/>
                </a:solidFill>
                <a:latin typeface="Arial" panose="020B0604020202020204" pitchFamily="34" charset="0"/>
                <a:ea typeface="SimSun" panose="02010600030101010101" pitchFamily="2" charset="-122"/>
              </a:rPr>
              <a:t>6</a:t>
            </a:fld>
            <a:r>
              <a:rPr lang="en-US" altLang="en-US" sz="1200" dirty="0">
                <a:solidFill>
                  <a:srgbClr val="898989"/>
                </a:solidFill>
                <a:latin typeface="Arial" panose="020B0604020202020204" pitchFamily="34" charset="0"/>
              </a:rPr>
              <a:t>/30</a:t>
            </a:r>
          </a:p>
        </p:txBody>
      </p:sp>
      <p:sp>
        <p:nvSpPr>
          <p:cNvPr id="12292" name="Content Placeholder 4"/>
          <p:cNvSpPr>
            <a:spLocks noGrp="1"/>
          </p:cNvSpPr>
          <p:nvPr>
            <p:ph sz="quarter" idx="4294967295"/>
          </p:nvPr>
        </p:nvSpPr>
        <p:spPr>
          <a:xfrm>
            <a:off x="457200" y="1776413"/>
            <a:ext cx="8229600" cy="3679825"/>
          </a:xfrm>
        </p:spPr>
        <p:txBody>
          <a:bodyPr vert="horz" wrap="square" lIns="91440" tIns="45720" rIns="91440" bIns="45720" anchor="t" anchorCtr="0">
            <a:spAutoFit/>
          </a:bodyPr>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marL="319405" lvl="0" indent="-319405" eaLnBrk="1" hangingPunct="1">
              <a:buFont typeface="Wingdings" panose="05000000000000000000" pitchFamily="2" charset="2"/>
              <a:buChar char="q"/>
            </a:pPr>
            <a:r>
              <a:rPr lang="en-US" altLang="en-US" sz="2800" dirty="0"/>
              <a:t> Minimum Spanning Trees (MST) are useful in many applications, for example, finding the shortest total connections for a set of edges.</a:t>
            </a:r>
          </a:p>
          <a:p>
            <a:pPr marL="319405" lvl="0" indent="-319405" eaLnBrk="1" hangingPunct="1">
              <a:buFont typeface="Wingdings" panose="05000000000000000000" pitchFamily="2" charset="2"/>
              <a:buChar char="q"/>
            </a:pPr>
            <a:r>
              <a:rPr lang="en-US" altLang="en-US" sz="2800" dirty="0"/>
              <a:t> If we are running cable to the nodes, representing cities, and </a:t>
            </a:r>
            <a:r>
              <a:rPr lang="en-US" altLang="en-US" sz="2800" u="sng" dirty="0"/>
              <a:t>we wish to minimize cable cost</a:t>
            </a:r>
            <a:r>
              <a:rPr lang="en-US" altLang="en-US" sz="2800" dirty="0"/>
              <a:t>, the MST would be a viable option.</a:t>
            </a:r>
          </a:p>
          <a:p>
            <a:pPr marL="319405" lvl="0" indent="-319405" eaLnBrk="1" hangingPunct="1">
              <a:buFont typeface="Wingdings" panose="05000000000000000000" pitchFamily="2" charset="2"/>
              <a:buChar char="q"/>
            </a:pPr>
            <a:r>
              <a:rPr lang="en-US" altLang="en-US" sz="2800" dirty="0"/>
              <a:t> An algorithms will be presented: Prim-Jarnık MST algorithm and Kruskal’s Algorithm.</a:t>
            </a:r>
            <a:endParaRPr lang="en-US" altLang="en-US" sz="2800" dirty="0">
              <a:ea typeface="Times New Roman" panose="02020603050405020304" pitchFamily="18" charset="0"/>
            </a:endParaRPr>
          </a:p>
        </p:txBody>
      </p:sp>
      <p:sp>
        <p:nvSpPr>
          <p:cNvPr id="12293" name="Slide Number Placeholder 3"/>
          <p:cNvSpPr txBox="1">
            <a:spLocks noGrp="1"/>
          </p:cNvSpPr>
          <p:nvPr/>
        </p:nvSpPr>
        <p:spPr>
          <a:xfrm>
            <a:off x="0" y="1271588"/>
            <a:ext cx="533400" cy="244475"/>
          </a:xfrm>
          <a:prstGeom prst="rect">
            <a:avLst/>
          </a:prstGeom>
          <a:noFill/>
          <a:ln w="9525">
            <a:noFill/>
          </a:ln>
        </p:spPr>
        <p:txBody>
          <a:bodyPr anchor="ctr" anchorCtr="0"/>
          <a:lstStyle>
            <a:lvl1pPr marL="342900" indent="-342900" algn="l" rtl="0" eaLnBrk="0" fontAlgn="base" hangingPunct="0">
              <a:spcBef>
                <a:spcPct val="20000"/>
              </a:spcBef>
              <a:spcAft>
                <a:spcPct val="0"/>
              </a:spcAft>
              <a:buFont typeface="Arial" panose="020B0604020202020204" pitchFamily="34" charset="0"/>
              <a:buChar char="•"/>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algn="ctr" eaLnBrk="1" hangingPunct="1">
              <a:lnSpc>
                <a:spcPct val="80000"/>
              </a:lnSpc>
              <a:spcBef>
                <a:spcPct val="0"/>
              </a:spcBef>
              <a:buFontTx/>
              <a:buNone/>
            </a:pPr>
            <a:r>
              <a:rPr lang="en-US" altLang="en-US" sz="1200" b="1" dirty="0">
                <a:solidFill>
                  <a:srgbClr val="FFFFFF"/>
                </a:solidFill>
                <a:latin typeface="Arial" panose="020B0604020202020204" pitchFamily="34" charset="0"/>
              </a:rPr>
              <a:t> </a:t>
            </a:r>
            <a:fld id="{9A0DB2DC-4C9A-4742-B13C-FB6460FD3503}" type="slidenum">
              <a:rPr lang="en-US" altLang="zh-CN" sz="1200" b="1" dirty="0">
                <a:solidFill>
                  <a:srgbClr val="FFFFFF"/>
                </a:solidFill>
                <a:latin typeface="Arial" panose="020B0604020202020204" pitchFamily="34" charset="0"/>
                <a:ea typeface="SimSun" panose="02010600030101010101" pitchFamily="2" charset="-122"/>
              </a:rPr>
              <a:t>6</a:t>
            </a:fld>
            <a:endParaRPr lang="en-US" altLang="zh-CN" sz="1200" b="1" dirty="0">
              <a:solidFill>
                <a:srgbClr val="FFFFFF"/>
              </a:solidFill>
              <a:latin typeface="Arial" panose="020B0604020202020204" pitchFamily="34" charset="0"/>
              <a:ea typeface="SimSun" panose="02010600030101010101" pitchFamily="2" charset="-122"/>
            </a:endParaRPr>
          </a:p>
        </p:txBody>
      </p:sp>
      <p:sp>
        <p:nvSpPr>
          <p:cNvPr id="12294" name="Rectangle 2"/>
          <p:cNvSpPr/>
          <p:nvPr/>
        </p:nvSpPr>
        <p:spPr>
          <a:xfrm>
            <a:off x="914400" y="746125"/>
            <a:ext cx="7162800" cy="701675"/>
          </a:xfrm>
          <a:prstGeom prst="rect">
            <a:avLst/>
          </a:prstGeom>
          <a:noFill/>
          <a:ln w="9525">
            <a:noFill/>
          </a:ln>
        </p:spPr>
        <p:txBody>
          <a:bodyPr anchor="ctr" anchorCtr="0">
            <a:spAutoFit/>
          </a:bodyPr>
          <a:lstStyle>
            <a:lvl1pPr marL="342900" indent="-342900" algn="l" rtl="0" eaLnBrk="0" fontAlgn="base" hangingPunct="0">
              <a:spcBef>
                <a:spcPct val="20000"/>
              </a:spcBef>
              <a:spcAft>
                <a:spcPct val="0"/>
              </a:spcAft>
              <a:buFont typeface="Arial" panose="020B0604020202020204" pitchFamily="34" charset="0"/>
              <a:buChar char="•"/>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algn="ctr" eaLnBrk="1" hangingPunct="1">
              <a:spcBef>
                <a:spcPct val="0"/>
              </a:spcBef>
              <a:buFontTx/>
              <a:buNone/>
            </a:pPr>
            <a:r>
              <a:rPr lang="en-US" altLang="en-US" sz="4000" b="1" dirty="0">
                <a:solidFill>
                  <a:srgbClr val="CC3300"/>
                </a:solidFill>
              </a:rPr>
              <a:t>Spanning Tree Application</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Footer Placeholder 4"/>
          <p:cNvSpPr txBox="1">
            <a:spLocks noGrp="1"/>
          </p:cNvSpPr>
          <p:nvPr>
            <p:ph type="ftr" sz="quarter" idx="11"/>
          </p:nvPr>
        </p:nvSpPr>
        <p:spPr>
          <a:noFill/>
          <a:ln>
            <a:noFill/>
          </a:ln>
        </p:spPr>
        <p:txBody>
          <a:bodyPr anchor="ctr" anchorCtr="0"/>
          <a:lstStyle/>
          <a:p>
            <a:pPr marL="0" indent="0" algn="ctr" eaLnBrk="1" hangingPunct="1">
              <a:spcBef>
                <a:spcPct val="0"/>
              </a:spcBef>
              <a:buFontTx/>
              <a:buNone/>
            </a:pPr>
            <a:r>
              <a:rPr lang="en-US" altLang="en-US" sz="1200" dirty="0">
                <a:solidFill>
                  <a:srgbClr val="898989"/>
                </a:solidFill>
                <a:latin typeface="Arial" panose="020B0604020202020204" pitchFamily="34" charset="0"/>
              </a:rPr>
              <a:t>Data Structures and Algorithms in Java </a:t>
            </a:r>
          </a:p>
        </p:txBody>
      </p:sp>
      <p:sp>
        <p:nvSpPr>
          <p:cNvPr id="13315" name="Slide Number Placeholder 5"/>
          <p:cNvSpPr txBox="1">
            <a:spLocks noGrp="1"/>
          </p:cNvSpPr>
          <p:nvPr>
            <p:ph type="sldNum" sz="quarter" idx="12"/>
          </p:nvPr>
        </p:nvSpPr>
        <p:spPr>
          <a:noFill/>
          <a:ln>
            <a:noFill/>
          </a:ln>
        </p:spPr>
        <p:txBody>
          <a:bodyPr anchor="ctr" anchorCtr="0"/>
          <a:lstStyle/>
          <a:p>
            <a:pPr marL="0" indent="0" algn="r" eaLnBrk="1" hangingPunct="1">
              <a:spcBef>
                <a:spcPct val="0"/>
              </a:spcBef>
              <a:buFontTx/>
              <a:buNone/>
            </a:pPr>
            <a:fld id="{9A0DB2DC-4C9A-4742-B13C-FB6460FD3503}" type="slidenum">
              <a:rPr lang="en-US" altLang="zh-CN" sz="1200" dirty="0">
                <a:solidFill>
                  <a:srgbClr val="898989"/>
                </a:solidFill>
                <a:latin typeface="Arial" panose="020B0604020202020204" pitchFamily="34" charset="0"/>
                <a:ea typeface="SimSun" panose="02010600030101010101" pitchFamily="2" charset="-122"/>
              </a:rPr>
              <a:t>7</a:t>
            </a:fld>
            <a:r>
              <a:rPr lang="en-US" altLang="en-US" sz="1200" dirty="0">
                <a:solidFill>
                  <a:srgbClr val="898989"/>
                </a:solidFill>
                <a:latin typeface="Arial" panose="020B0604020202020204" pitchFamily="34" charset="0"/>
              </a:rPr>
              <a:t>/30</a:t>
            </a:r>
          </a:p>
        </p:txBody>
      </p:sp>
      <p:sp>
        <p:nvSpPr>
          <p:cNvPr id="13316" name="Rectangle 2"/>
          <p:cNvSpPr>
            <a:spLocks noGrp="1"/>
          </p:cNvSpPr>
          <p:nvPr>
            <p:ph type="title"/>
          </p:nvPr>
        </p:nvSpPr>
        <p:spPr>
          <a:xfrm>
            <a:off x="914400" y="457200"/>
            <a:ext cx="7162800" cy="701675"/>
          </a:xfrm>
        </p:spPr>
        <p:txBody>
          <a:bodyPr vert="horz" wrap="square" lIns="91440" tIns="45720" rIns="91440" bIns="45720" anchor="ctr" anchorCtr="0">
            <a:spAutoFit/>
          </a:bodyPr>
          <a:lstStyle/>
          <a:p>
            <a:pPr eaLnBrk="1" hangingPunct="1"/>
            <a:r>
              <a:rPr lang="en-US" altLang="en-US" sz="4000" b="1" dirty="0">
                <a:solidFill>
                  <a:srgbClr val="CC3300"/>
                </a:solidFill>
              </a:rPr>
              <a:t>MST algorithms</a:t>
            </a:r>
          </a:p>
        </p:txBody>
      </p:sp>
      <p:sp>
        <p:nvSpPr>
          <p:cNvPr id="13317" name="Text Box 5"/>
          <p:cNvSpPr txBox="1"/>
          <p:nvPr/>
        </p:nvSpPr>
        <p:spPr>
          <a:xfrm>
            <a:off x="304800" y="1219200"/>
            <a:ext cx="8410575" cy="5116513"/>
          </a:xfrm>
          <a:prstGeom prst="rect">
            <a:avLst/>
          </a:prstGeom>
          <a:noFill/>
          <a:ln w="9525">
            <a:noFill/>
          </a:ln>
        </p:spPr>
        <p:txBody>
          <a:bodyPr>
            <a:spAutoFit/>
          </a:bodyPr>
          <a:lstStyle>
            <a:lvl1pPr marL="342900" indent="-342900" algn="l" rtl="0" eaLnBrk="0" fontAlgn="base" hangingPunct="0">
              <a:spcBef>
                <a:spcPct val="20000"/>
              </a:spcBef>
              <a:spcAft>
                <a:spcPct val="0"/>
              </a:spcAft>
              <a:buFont typeface="Arial" panose="020B0604020202020204" pitchFamily="34" charset="0"/>
              <a:buChar char="•"/>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eaLnBrk="1" hangingPunct="1">
              <a:spcBef>
                <a:spcPct val="0"/>
              </a:spcBef>
              <a:buFontTx/>
              <a:buNone/>
            </a:pPr>
            <a:r>
              <a:rPr lang="en-US" altLang="en-US" sz="2200" dirty="0">
                <a:latin typeface="Arial" panose="020B0604020202020204" pitchFamily="34" charset="0"/>
              </a:rPr>
              <a:t>In this section, we discuss two classic algorithms for solving the MST problem. These algorithms are both applications of the </a:t>
            </a:r>
            <a:r>
              <a:rPr lang="en-US" altLang="en-US" sz="2200" b="1" i="1" dirty="0">
                <a:latin typeface="Arial" panose="020B0604020202020204" pitchFamily="34" charset="0"/>
              </a:rPr>
              <a:t>greedy method</a:t>
            </a:r>
            <a:r>
              <a:rPr lang="en-US" altLang="en-US" sz="2200" dirty="0">
                <a:latin typeface="Arial" panose="020B0604020202020204" pitchFamily="34" charset="0"/>
              </a:rPr>
              <a:t>, which is based on choosing objects to join a growing collection by iteratively picking an object that minimizes some cost function. The first algorithm we discuss is the Prim-Jarn´ık algorithm, which grows the MST from a single root vertex, much in the same way as Dijkstra’s shortest-path algorithm. The second algorithm we discuss is Kruskal’s algorithm, which “grows” the MST in clusters by considering edges in ondecreasing order of their weights.</a:t>
            </a:r>
          </a:p>
          <a:p>
            <a:pPr marL="0" lvl="0" indent="0" eaLnBrk="1" hangingPunct="1">
              <a:spcBef>
                <a:spcPct val="0"/>
              </a:spcBef>
              <a:buFontTx/>
              <a:buNone/>
            </a:pPr>
            <a:r>
              <a:rPr lang="en-US" altLang="en-US" sz="2200" dirty="0">
                <a:latin typeface="Arial" panose="020B0604020202020204" pitchFamily="34" charset="0"/>
              </a:rPr>
              <a:t>In order to simplify the description of the algorithms, we assume, in the following, that the input graph </a:t>
            </a:r>
            <a:r>
              <a:rPr lang="en-US" altLang="en-US" sz="2200" i="1" dirty="0">
                <a:latin typeface="Arial" panose="020B0604020202020204" pitchFamily="34" charset="0"/>
              </a:rPr>
              <a:t>G </a:t>
            </a:r>
            <a:r>
              <a:rPr lang="en-US" altLang="en-US" sz="2200" dirty="0">
                <a:latin typeface="Arial" panose="020B0604020202020204" pitchFamily="34" charset="0"/>
              </a:rPr>
              <a:t>is undirected (that is, all its edges are undirected) and simple (that is, it has no self-loops and no parallel edges). Hence, we denote the edges of </a:t>
            </a:r>
            <a:r>
              <a:rPr lang="en-US" altLang="en-US" sz="2200" i="1" dirty="0">
                <a:latin typeface="Arial" panose="020B0604020202020204" pitchFamily="34" charset="0"/>
              </a:rPr>
              <a:t>G </a:t>
            </a:r>
            <a:r>
              <a:rPr lang="en-US" altLang="en-US" sz="2200" dirty="0">
                <a:latin typeface="Arial" panose="020B0604020202020204" pitchFamily="34" charset="0"/>
              </a:rPr>
              <a:t>as unordered vertex pairs (</a:t>
            </a:r>
            <a:r>
              <a:rPr lang="en-US" altLang="en-US" sz="2200" i="1" dirty="0">
                <a:latin typeface="Arial" panose="020B0604020202020204" pitchFamily="34" charset="0"/>
              </a:rPr>
              <a:t>u</a:t>
            </a:r>
            <a:r>
              <a:rPr lang="en-US" altLang="en-US" sz="2200" dirty="0">
                <a:latin typeface="Arial" panose="020B0604020202020204" pitchFamily="34" charset="0"/>
              </a:rPr>
              <a:t>,</a:t>
            </a:r>
            <a:r>
              <a:rPr lang="en-US" altLang="en-US" sz="2200" i="1" dirty="0">
                <a:latin typeface="Arial" panose="020B0604020202020204" pitchFamily="34" charset="0"/>
              </a:rPr>
              <a:t>v</a:t>
            </a:r>
            <a:r>
              <a:rPr lang="en-US" altLang="en-US" sz="2200" dirty="0">
                <a:latin typeface="Arial" panose="020B0604020202020204" pitchFamily="34" charset="0"/>
              </a:rPr>
              <a: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Footer Placeholder 4"/>
          <p:cNvSpPr txBox="1">
            <a:spLocks noGrp="1"/>
          </p:cNvSpPr>
          <p:nvPr>
            <p:ph type="ftr" sz="quarter" idx="11"/>
          </p:nvPr>
        </p:nvSpPr>
        <p:spPr>
          <a:noFill/>
          <a:ln>
            <a:noFill/>
          </a:ln>
        </p:spPr>
        <p:txBody>
          <a:bodyPr anchor="ctr" anchorCtr="0"/>
          <a:lstStyle/>
          <a:p>
            <a:pPr marL="0" indent="0" algn="ctr" eaLnBrk="1" hangingPunct="1">
              <a:spcBef>
                <a:spcPct val="0"/>
              </a:spcBef>
              <a:buFontTx/>
              <a:buNone/>
            </a:pPr>
            <a:r>
              <a:rPr lang="en-US" altLang="en-US" sz="1200" dirty="0">
                <a:solidFill>
                  <a:srgbClr val="898989"/>
                </a:solidFill>
                <a:latin typeface="Arial" panose="020B0604020202020204" pitchFamily="34" charset="0"/>
              </a:rPr>
              <a:t>Data Structures and Algorithms in Java </a:t>
            </a:r>
          </a:p>
        </p:txBody>
      </p:sp>
      <p:sp>
        <p:nvSpPr>
          <p:cNvPr id="15363" name="Slide Number Placeholder 5"/>
          <p:cNvSpPr txBox="1">
            <a:spLocks noGrp="1"/>
          </p:cNvSpPr>
          <p:nvPr>
            <p:ph type="sldNum" sz="quarter" idx="12"/>
          </p:nvPr>
        </p:nvSpPr>
        <p:spPr>
          <a:noFill/>
          <a:ln>
            <a:noFill/>
          </a:ln>
        </p:spPr>
        <p:txBody>
          <a:bodyPr anchor="ctr" anchorCtr="0"/>
          <a:lstStyle/>
          <a:p>
            <a:pPr marL="0" indent="0" algn="r" eaLnBrk="1" hangingPunct="1">
              <a:spcBef>
                <a:spcPct val="0"/>
              </a:spcBef>
              <a:buFontTx/>
              <a:buNone/>
            </a:pPr>
            <a:fld id="{9A0DB2DC-4C9A-4742-B13C-FB6460FD3503}" type="slidenum">
              <a:rPr lang="en-US" altLang="zh-CN" sz="1200" dirty="0">
                <a:solidFill>
                  <a:srgbClr val="898989"/>
                </a:solidFill>
                <a:latin typeface="Arial" panose="020B0604020202020204" pitchFamily="34" charset="0"/>
                <a:ea typeface="SimSun" panose="02010600030101010101" pitchFamily="2" charset="-122"/>
              </a:rPr>
              <a:t>8</a:t>
            </a:fld>
            <a:r>
              <a:rPr lang="en-US" altLang="en-US" sz="1200" dirty="0">
                <a:solidFill>
                  <a:srgbClr val="898989"/>
                </a:solidFill>
                <a:latin typeface="Arial" panose="020B0604020202020204" pitchFamily="34" charset="0"/>
              </a:rPr>
              <a:t>/30</a:t>
            </a:r>
          </a:p>
        </p:txBody>
      </p:sp>
      <p:sp>
        <p:nvSpPr>
          <p:cNvPr id="15364" name="Rectangle 2"/>
          <p:cNvSpPr>
            <a:spLocks noGrp="1"/>
          </p:cNvSpPr>
          <p:nvPr>
            <p:ph type="title"/>
          </p:nvPr>
        </p:nvSpPr>
        <p:spPr>
          <a:xfrm>
            <a:off x="838200" y="593725"/>
            <a:ext cx="7391400" cy="701675"/>
          </a:xfrm>
        </p:spPr>
        <p:txBody>
          <a:bodyPr vert="horz" wrap="square" lIns="91440" tIns="45720" rIns="91440" bIns="45720" anchor="ctr" anchorCtr="0">
            <a:spAutoFit/>
          </a:bodyPr>
          <a:lstStyle/>
          <a:p>
            <a:pPr eaLnBrk="1" hangingPunct="1"/>
            <a:r>
              <a:rPr lang="en-US" altLang="en-US" sz="4000" b="1" dirty="0">
                <a:solidFill>
                  <a:srgbClr val="CC3300"/>
                </a:solidFill>
              </a:rPr>
              <a:t>MST Prim-Jarnik Algorithm</a:t>
            </a:r>
          </a:p>
        </p:txBody>
      </p:sp>
      <p:sp>
        <p:nvSpPr>
          <p:cNvPr id="15365" name="Slide Number Placeholder 3"/>
          <p:cNvSpPr txBox="1">
            <a:spLocks noGrp="1"/>
          </p:cNvSpPr>
          <p:nvPr/>
        </p:nvSpPr>
        <p:spPr>
          <a:xfrm>
            <a:off x="0" y="1271588"/>
            <a:ext cx="533400" cy="244475"/>
          </a:xfrm>
          <a:prstGeom prst="rect">
            <a:avLst/>
          </a:prstGeom>
          <a:noFill/>
          <a:ln w="9525">
            <a:noFill/>
          </a:ln>
        </p:spPr>
        <p:txBody>
          <a:bodyPr anchor="ctr" anchorCtr="0"/>
          <a:lstStyle>
            <a:lvl1pPr marL="342900" indent="-342900" algn="l" rtl="0" eaLnBrk="0" fontAlgn="base" hangingPunct="0">
              <a:spcBef>
                <a:spcPct val="20000"/>
              </a:spcBef>
              <a:spcAft>
                <a:spcPct val="0"/>
              </a:spcAft>
              <a:buFont typeface="Arial" panose="020B0604020202020204" pitchFamily="34" charset="0"/>
              <a:buChar char="•"/>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algn="ctr" eaLnBrk="1" hangingPunct="1">
              <a:lnSpc>
                <a:spcPct val="80000"/>
              </a:lnSpc>
              <a:spcBef>
                <a:spcPct val="0"/>
              </a:spcBef>
              <a:buFontTx/>
              <a:buNone/>
            </a:pPr>
            <a:r>
              <a:rPr lang="en-US" altLang="en-US" sz="1200" b="1" dirty="0">
                <a:solidFill>
                  <a:srgbClr val="FFFFFF"/>
                </a:solidFill>
                <a:latin typeface="Arial" panose="020B0604020202020204" pitchFamily="34" charset="0"/>
              </a:rPr>
              <a:t> </a:t>
            </a:r>
            <a:fld id="{9A0DB2DC-4C9A-4742-B13C-FB6460FD3503}" type="slidenum">
              <a:rPr lang="en-US" altLang="zh-CN" sz="1200" b="1" dirty="0">
                <a:solidFill>
                  <a:srgbClr val="FFFFFF"/>
                </a:solidFill>
                <a:latin typeface="Arial" panose="020B0604020202020204" pitchFamily="34" charset="0"/>
                <a:ea typeface="SimSun" panose="02010600030101010101" pitchFamily="2" charset="-122"/>
              </a:rPr>
              <a:t>8</a:t>
            </a:fld>
            <a:endParaRPr lang="en-US" altLang="zh-CN" sz="1200" b="1" dirty="0">
              <a:solidFill>
                <a:srgbClr val="FFFFFF"/>
              </a:solidFill>
              <a:latin typeface="Arial" panose="020B0604020202020204" pitchFamily="34" charset="0"/>
              <a:ea typeface="SimSun" panose="02010600030101010101" pitchFamily="2" charset="-122"/>
            </a:endParaRPr>
          </a:p>
        </p:txBody>
      </p:sp>
      <p:sp>
        <p:nvSpPr>
          <p:cNvPr id="15366" name="Content Placeholder 4"/>
          <p:cNvSpPr/>
          <p:nvPr/>
        </p:nvSpPr>
        <p:spPr>
          <a:xfrm>
            <a:off x="609600" y="1752600"/>
            <a:ext cx="7848600" cy="3252788"/>
          </a:xfrm>
          <a:prstGeom prst="rect">
            <a:avLst/>
          </a:prstGeom>
          <a:noFill/>
          <a:ln w="9525">
            <a:noFill/>
          </a:ln>
        </p:spPr>
        <p:txBody>
          <a:bodyPr>
            <a:spAutoFit/>
          </a:bodyPr>
          <a:lstStyle>
            <a:lvl1pPr marL="342900" indent="-342900" algn="l" rtl="0" eaLnBrk="0" fontAlgn="base" hangingPunct="0">
              <a:spcBef>
                <a:spcPct val="20000"/>
              </a:spcBef>
              <a:spcAft>
                <a:spcPct val="0"/>
              </a:spcAft>
              <a:buFont typeface="Arial" panose="020B0604020202020204" pitchFamily="34" charset="0"/>
              <a:buChar char="•"/>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319405" lvl="0" indent="-319405" eaLnBrk="1" hangingPunct="1">
              <a:buFont typeface="Wingdings" panose="05000000000000000000" pitchFamily="2" charset="2"/>
              <a:buChar char="§"/>
            </a:pPr>
            <a:r>
              <a:rPr lang="en-US" altLang="en-US" sz="2800" dirty="0"/>
              <a:t> Initialize a tree with a single vertex, chosen arbitrarily from the graph.</a:t>
            </a:r>
          </a:p>
          <a:p>
            <a:pPr marL="319405" lvl="0" indent="-319405" eaLnBrk="1" hangingPunct="1">
              <a:buFont typeface="Wingdings" panose="05000000000000000000" pitchFamily="2" charset="2"/>
              <a:buChar char="§"/>
            </a:pPr>
            <a:r>
              <a:rPr lang="en-US" altLang="en-US" sz="2800" dirty="0"/>
              <a:t> Grow the tree by one edge: of the edges that connect the tree to vertices not yet in the tree, find the minimum-weight edge, and transfer it to the tree.</a:t>
            </a:r>
          </a:p>
          <a:p>
            <a:pPr marL="319405" lvl="0" indent="-319405" eaLnBrk="1" hangingPunct="1">
              <a:buFont typeface="Wingdings" panose="05000000000000000000" pitchFamily="2" charset="2"/>
              <a:buChar char="§"/>
            </a:pPr>
            <a:r>
              <a:rPr lang="en-US" altLang="en-US" sz="2800" dirty="0"/>
              <a:t> Repeat step 2 (until all vertices are in the tree).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Footer Placeholder 4"/>
          <p:cNvSpPr txBox="1">
            <a:spLocks noGrp="1"/>
          </p:cNvSpPr>
          <p:nvPr>
            <p:ph type="ftr" sz="quarter" idx="11"/>
          </p:nvPr>
        </p:nvSpPr>
        <p:spPr>
          <a:noFill/>
          <a:ln>
            <a:noFill/>
          </a:ln>
        </p:spPr>
        <p:txBody>
          <a:bodyPr anchor="ctr" anchorCtr="0"/>
          <a:lstStyle/>
          <a:p>
            <a:pPr marL="0" indent="0" algn="ctr" eaLnBrk="1" hangingPunct="1">
              <a:spcBef>
                <a:spcPct val="0"/>
              </a:spcBef>
              <a:buFontTx/>
              <a:buNone/>
            </a:pPr>
            <a:r>
              <a:rPr lang="en-US" altLang="en-US" sz="1200" dirty="0">
                <a:solidFill>
                  <a:srgbClr val="898989"/>
                </a:solidFill>
                <a:latin typeface="Arial" panose="020B0604020202020204" pitchFamily="34" charset="0"/>
              </a:rPr>
              <a:t>Data Structures and Algorithms in Java </a:t>
            </a:r>
          </a:p>
        </p:txBody>
      </p:sp>
      <p:sp>
        <p:nvSpPr>
          <p:cNvPr id="17411" name="Slide Number Placeholder 5"/>
          <p:cNvSpPr txBox="1">
            <a:spLocks noGrp="1"/>
          </p:cNvSpPr>
          <p:nvPr>
            <p:ph type="sldNum" sz="quarter" idx="12"/>
          </p:nvPr>
        </p:nvSpPr>
        <p:spPr>
          <a:noFill/>
          <a:ln>
            <a:noFill/>
          </a:ln>
        </p:spPr>
        <p:txBody>
          <a:bodyPr anchor="ctr" anchorCtr="0"/>
          <a:lstStyle/>
          <a:p>
            <a:pPr marL="0" indent="0" algn="r" eaLnBrk="1" hangingPunct="1">
              <a:spcBef>
                <a:spcPct val="0"/>
              </a:spcBef>
              <a:buFontTx/>
              <a:buNone/>
            </a:pPr>
            <a:fld id="{9A0DB2DC-4C9A-4742-B13C-FB6460FD3503}" type="slidenum">
              <a:rPr lang="en-US" altLang="zh-CN" sz="1200" dirty="0">
                <a:solidFill>
                  <a:srgbClr val="898989"/>
                </a:solidFill>
                <a:latin typeface="Arial" panose="020B0604020202020204" pitchFamily="34" charset="0"/>
                <a:ea typeface="SimSun" panose="02010600030101010101" pitchFamily="2" charset="-122"/>
              </a:rPr>
              <a:t>9</a:t>
            </a:fld>
            <a:r>
              <a:rPr lang="en-US" altLang="en-US" sz="1200" dirty="0">
                <a:solidFill>
                  <a:srgbClr val="898989"/>
                </a:solidFill>
                <a:latin typeface="Arial" panose="020B0604020202020204" pitchFamily="34" charset="0"/>
              </a:rPr>
              <a:t>/30</a:t>
            </a:r>
          </a:p>
        </p:txBody>
      </p:sp>
      <p:sp>
        <p:nvSpPr>
          <p:cNvPr id="17412" name="Rectangle 2"/>
          <p:cNvSpPr>
            <a:spLocks noGrp="1"/>
          </p:cNvSpPr>
          <p:nvPr>
            <p:ph type="title"/>
          </p:nvPr>
        </p:nvSpPr>
        <p:spPr>
          <a:xfrm>
            <a:off x="914400" y="381000"/>
            <a:ext cx="7391400" cy="641350"/>
          </a:xfrm>
        </p:spPr>
        <p:txBody>
          <a:bodyPr vert="horz" wrap="square" lIns="91440" tIns="45720" rIns="91440" bIns="45720" anchor="ctr" anchorCtr="0">
            <a:spAutoFit/>
          </a:bodyPr>
          <a:lstStyle/>
          <a:p>
            <a:pPr eaLnBrk="1" hangingPunct="1"/>
            <a:r>
              <a:rPr lang="en-US" altLang="en-US" sz="3600" b="1" dirty="0">
                <a:solidFill>
                  <a:srgbClr val="CC3300"/>
                </a:solidFill>
              </a:rPr>
              <a:t>Prim-Jarnik Algorithm demo</a:t>
            </a:r>
          </a:p>
        </p:txBody>
      </p:sp>
      <p:sp>
        <p:nvSpPr>
          <p:cNvPr id="17413" name="Slide Number Placeholder 3"/>
          <p:cNvSpPr txBox="1">
            <a:spLocks noGrp="1"/>
          </p:cNvSpPr>
          <p:nvPr/>
        </p:nvSpPr>
        <p:spPr>
          <a:xfrm>
            <a:off x="0" y="1271588"/>
            <a:ext cx="533400" cy="244475"/>
          </a:xfrm>
          <a:prstGeom prst="rect">
            <a:avLst/>
          </a:prstGeom>
          <a:noFill/>
          <a:ln w="9525">
            <a:noFill/>
          </a:ln>
        </p:spPr>
        <p:txBody>
          <a:bodyPr anchor="ctr" anchorCtr="0"/>
          <a:lstStyle>
            <a:lvl1pPr marL="342900" indent="-342900" algn="l" rtl="0" eaLnBrk="0" fontAlgn="base" hangingPunct="0">
              <a:spcBef>
                <a:spcPct val="20000"/>
              </a:spcBef>
              <a:spcAft>
                <a:spcPct val="0"/>
              </a:spcAft>
              <a:buFont typeface="Arial" panose="020B0604020202020204" pitchFamily="34" charset="0"/>
              <a:buChar char="•"/>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algn="ctr" eaLnBrk="1" hangingPunct="1">
              <a:lnSpc>
                <a:spcPct val="80000"/>
              </a:lnSpc>
              <a:spcBef>
                <a:spcPct val="0"/>
              </a:spcBef>
              <a:buFontTx/>
              <a:buNone/>
            </a:pPr>
            <a:r>
              <a:rPr lang="en-US" altLang="en-US" sz="1200" b="1" dirty="0">
                <a:solidFill>
                  <a:srgbClr val="FFFFFF"/>
                </a:solidFill>
                <a:latin typeface="Arial" panose="020B0604020202020204" pitchFamily="34" charset="0"/>
              </a:rPr>
              <a:t> </a:t>
            </a:r>
            <a:fld id="{9A0DB2DC-4C9A-4742-B13C-FB6460FD3503}" type="slidenum">
              <a:rPr lang="en-US" altLang="zh-CN" sz="1200" b="1" dirty="0">
                <a:solidFill>
                  <a:srgbClr val="FFFFFF"/>
                </a:solidFill>
                <a:latin typeface="Arial" panose="020B0604020202020204" pitchFamily="34" charset="0"/>
                <a:ea typeface="SimSun" panose="02010600030101010101" pitchFamily="2" charset="-122"/>
              </a:rPr>
              <a:t>9</a:t>
            </a:fld>
            <a:endParaRPr lang="en-US" altLang="zh-CN" sz="1200" b="1" dirty="0">
              <a:solidFill>
                <a:srgbClr val="FFFFFF"/>
              </a:solidFill>
              <a:latin typeface="Arial" panose="020B0604020202020204" pitchFamily="34" charset="0"/>
              <a:ea typeface="SimSun" panose="02010600030101010101" pitchFamily="2" charset="-122"/>
            </a:endParaRPr>
          </a:p>
        </p:txBody>
      </p:sp>
      <p:pic>
        <p:nvPicPr>
          <p:cNvPr id="17414" name="Picture 5"/>
          <p:cNvPicPr>
            <a:picLocks noChangeAspect="1"/>
          </p:cNvPicPr>
          <p:nvPr/>
        </p:nvPicPr>
        <p:blipFill>
          <a:blip r:embed="rId3"/>
          <a:srcRect l="9999" t="32001" r="66251" b="50000"/>
          <a:stretch>
            <a:fillRect/>
          </a:stretch>
        </p:blipFill>
        <p:spPr>
          <a:xfrm>
            <a:off x="990600" y="1219200"/>
            <a:ext cx="4343400" cy="2057400"/>
          </a:xfrm>
          <a:prstGeom prst="rect">
            <a:avLst/>
          </a:prstGeom>
          <a:noFill/>
          <a:ln w="9525">
            <a:noFill/>
          </a:ln>
        </p:spPr>
      </p:pic>
      <p:pic>
        <p:nvPicPr>
          <p:cNvPr id="17415" name="Picture 6"/>
          <p:cNvPicPr>
            <a:picLocks noChangeAspect="1"/>
          </p:cNvPicPr>
          <p:nvPr/>
        </p:nvPicPr>
        <p:blipFill>
          <a:blip r:embed="rId4"/>
          <a:srcRect l="10132" t="67606" r="82672" b="14212"/>
          <a:stretch>
            <a:fillRect/>
          </a:stretch>
        </p:blipFill>
        <p:spPr>
          <a:xfrm>
            <a:off x="6324600" y="1143000"/>
            <a:ext cx="1350963" cy="2133600"/>
          </a:xfrm>
          <a:prstGeom prst="rect">
            <a:avLst/>
          </a:prstGeom>
          <a:noFill/>
          <a:ln w="9525">
            <a:noFill/>
          </a:ln>
        </p:spPr>
      </p:pic>
      <p:pic>
        <p:nvPicPr>
          <p:cNvPr id="17416" name="Picture 8"/>
          <p:cNvPicPr>
            <a:picLocks noChangeAspect="1"/>
          </p:cNvPicPr>
          <p:nvPr/>
        </p:nvPicPr>
        <p:blipFill>
          <a:blip r:embed="rId5"/>
          <a:srcRect l="10237" t="59000" r="65625" b="21690"/>
          <a:stretch>
            <a:fillRect/>
          </a:stretch>
        </p:blipFill>
        <p:spPr>
          <a:xfrm>
            <a:off x="2514600" y="3505200"/>
            <a:ext cx="4343400" cy="2171700"/>
          </a:xfrm>
          <a:prstGeom prst="rect">
            <a:avLst/>
          </a:prstGeom>
          <a:noFill/>
          <a:ln w="9525">
            <a:noFill/>
          </a:ln>
        </p:spPr>
      </p:pic>
      <p:sp>
        <p:nvSpPr>
          <p:cNvPr id="17417" name="Text Box 4"/>
          <p:cNvSpPr txBox="1"/>
          <p:nvPr/>
        </p:nvSpPr>
        <p:spPr>
          <a:xfrm>
            <a:off x="914400" y="5562600"/>
            <a:ext cx="7696200" cy="1006475"/>
          </a:xfrm>
          <a:prstGeom prst="rect">
            <a:avLst/>
          </a:prstGeom>
          <a:noFill/>
          <a:ln w="9525">
            <a:noFill/>
          </a:ln>
        </p:spPr>
        <p:txBody>
          <a:bodyPr>
            <a:spAutoFit/>
          </a:bodyPr>
          <a:lstStyle>
            <a:lvl1pPr marL="342900" indent="-342900" algn="l" rtl="0" eaLnBrk="0" fontAlgn="base" hangingPunct="0">
              <a:spcBef>
                <a:spcPct val="20000"/>
              </a:spcBef>
              <a:spcAft>
                <a:spcPct val="0"/>
              </a:spcAft>
              <a:buFont typeface="Arial" panose="020B0604020202020204" pitchFamily="34" charset="0"/>
              <a:buChar char="•"/>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eaLnBrk="1" hangingPunct="1">
              <a:spcBef>
                <a:spcPct val="0"/>
              </a:spcBef>
              <a:buFontTx/>
              <a:buNone/>
            </a:pPr>
            <a:r>
              <a:rPr lang="en-US" altLang="en-US" sz="2000" dirty="0">
                <a:latin typeface="Arial" panose="020B0604020202020204" pitchFamily="34" charset="0"/>
              </a:rPr>
              <a:t>A spanning tree of graph (a) found with Prim’s algorithm starting with the vertex 0. The  vertices are selected in the following order: </a:t>
            </a:r>
          </a:p>
          <a:p>
            <a:pPr marL="0" lvl="0" indent="0" eaLnBrk="1" hangingPunct="1">
              <a:spcBef>
                <a:spcPct val="0"/>
              </a:spcBef>
              <a:buFontTx/>
              <a:buNone/>
            </a:pPr>
            <a:r>
              <a:rPr lang="en-US" altLang="en-US" sz="2000" dirty="0">
                <a:latin typeface="Arial" panose="020B0604020202020204" pitchFamily="34" charset="0"/>
              </a:rPr>
              <a:t>0, 1, 7, 6, 5, 2, 8, 3, 9</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Footer Placeholder 4"/>
          <p:cNvSpPr txBox="1">
            <a:spLocks noGrp="1"/>
          </p:cNvSpPr>
          <p:nvPr>
            <p:ph type="ftr" sz="quarter" idx="11"/>
          </p:nvPr>
        </p:nvSpPr>
        <p:spPr>
          <a:noFill/>
          <a:ln>
            <a:noFill/>
          </a:ln>
        </p:spPr>
        <p:txBody>
          <a:bodyPr anchor="ctr" anchorCtr="0"/>
          <a:lstStyle/>
          <a:p>
            <a:pPr marL="0" indent="0" algn="ctr" eaLnBrk="1" hangingPunct="1">
              <a:spcBef>
                <a:spcPct val="0"/>
              </a:spcBef>
              <a:buFontTx/>
              <a:buNone/>
            </a:pPr>
            <a:r>
              <a:rPr lang="en-US" altLang="en-US" sz="1200" dirty="0">
                <a:solidFill>
                  <a:srgbClr val="898989"/>
                </a:solidFill>
                <a:latin typeface="Arial" panose="020B0604020202020204" pitchFamily="34" charset="0"/>
              </a:rPr>
              <a:t>Data Structures and Algorithms in Java </a:t>
            </a:r>
          </a:p>
        </p:txBody>
      </p:sp>
      <p:sp>
        <p:nvSpPr>
          <p:cNvPr id="19459" name="Slide Number Placeholder 5"/>
          <p:cNvSpPr txBox="1">
            <a:spLocks noGrp="1"/>
          </p:cNvSpPr>
          <p:nvPr>
            <p:ph type="sldNum" sz="quarter" idx="12"/>
          </p:nvPr>
        </p:nvSpPr>
        <p:spPr>
          <a:noFill/>
          <a:ln>
            <a:noFill/>
          </a:ln>
        </p:spPr>
        <p:txBody>
          <a:bodyPr anchor="ctr" anchorCtr="0"/>
          <a:lstStyle/>
          <a:p>
            <a:pPr marL="0" indent="0" algn="r" eaLnBrk="1" hangingPunct="1">
              <a:spcBef>
                <a:spcPct val="0"/>
              </a:spcBef>
              <a:buFontTx/>
              <a:buNone/>
            </a:pPr>
            <a:fld id="{9A0DB2DC-4C9A-4742-B13C-FB6460FD3503}" type="slidenum">
              <a:rPr lang="en-US" altLang="zh-CN" sz="1200" dirty="0">
                <a:solidFill>
                  <a:srgbClr val="898989"/>
                </a:solidFill>
                <a:latin typeface="Arial" panose="020B0604020202020204" pitchFamily="34" charset="0"/>
                <a:ea typeface="SimSun" panose="02010600030101010101" pitchFamily="2" charset="-122"/>
              </a:rPr>
              <a:t>10</a:t>
            </a:fld>
            <a:r>
              <a:rPr lang="en-US" altLang="en-US" sz="1200" dirty="0">
                <a:solidFill>
                  <a:srgbClr val="898989"/>
                </a:solidFill>
                <a:latin typeface="Arial" panose="020B0604020202020204" pitchFamily="34" charset="0"/>
              </a:rPr>
              <a:t>/30</a:t>
            </a:r>
          </a:p>
        </p:txBody>
      </p:sp>
      <p:sp>
        <p:nvSpPr>
          <p:cNvPr id="19460" name="Rectangle 2"/>
          <p:cNvSpPr>
            <a:spLocks noGrp="1"/>
          </p:cNvSpPr>
          <p:nvPr>
            <p:ph type="title"/>
          </p:nvPr>
        </p:nvSpPr>
        <p:spPr>
          <a:xfrm>
            <a:off x="838200" y="593725"/>
            <a:ext cx="7391400" cy="701675"/>
          </a:xfrm>
        </p:spPr>
        <p:txBody>
          <a:bodyPr vert="horz" wrap="square" lIns="91440" tIns="45720" rIns="91440" bIns="45720" anchor="ctr" anchorCtr="0">
            <a:spAutoFit/>
          </a:bodyPr>
          <a:lstStyle/>
          <a:p>
            <a:pPr eaLnBrk="1" hangingPunct="1"/>
            <a:r>
              <a:rPr lang="en-US" altLang="en-US" sz="4000" b="1" dirty="0">
                <a:solidFill>
                  <a:srgbClr val="CC3300"/>
                </a:solidFill>
              </a:rPr>
              <a:t>Kruskal Algorithm</a:t>
            </a:r>
          </a:p>
        </p:txBody>
      </p:sp>
      <p:sp>
        <p:nvSpPr>
          <p:cNvPr id="19461" name="Slide Number Placeholder 3"/>
          <p:cNvSpPr txBox="1">
            <a:spLocks noGrp="1"/>
          </p:cNvSpPr>
          <p:nvPr/>
        </p:nvSpPr>
        <p:spPr>
          <a:xfrm>
            <a:off x="0" y="1271588"/>
            <a:ext cx="533400" cy="244475"/>
          </a:xfrm>
          <a:prstGeom prst="rect">
            <a:avLst/>
          </a:prstGeom>
          <a:noFill/>
          <a:ln w="9525">
            <a:noFill/>
          </a:ln>
        </p:spPr>
        <p:txBody>
          <a:bodyPr anchor="ctr" anchorCtr="0"/>
          <a:lstStyle>
            <a:lvl1pPr marL="342900" indent="-342900" algn="l" rtl="0" eaLnBrk="0" fontAlgn="base" hangingPunct="0">
              <a:spcBef>
                <a:spcPct val="20000"/>
              </a:spcBef>
              <a:spcAft>
                <a:spcPct val="0"/>
              </a:spcAft>
              <a:buFont typeface="Arial" panose="020B0604020202020204" pitchFamily="34" charset="0"/>
              <a:buChar char="•"/>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algn="ctr" eaLnBrk="1" hangingPunct="1">
              <a:lnSpc>
                <a:spcPct val="80000"/>
              </a:lnSpc>
              <a:spcBef>
                <a:spcPct val="0"/>
              </a:spcBef>
              <a:buFontTx/>
              <a:buNone/>
            </a:pPr>
            <a:r>
              <a:rPr lang="en-US" altLang="en-US" sz="1200" b="1" dirty="0">
                <a:solidFill>
                  <a:srgbClr val="FFFFFF"/>
                </a:solidFill>
                <a:latin typeface="Arial" panose="020B0604020202020204" pitchFamily="34" charset="0"/>
              </a:rPr>
              <a:t> </a:t>
            </a:r>
            <a:fld id="{9A0DB2DC-4C9A-4742-B13C-FB6460FD3503}" type="slidenum">
              <a:rPr lang="en-US" altLang="zh-CN" sz="1200" b="1" dirty="0">
                <a:solidFill>
                  <a:srgbClr val="FFFFFF"/>
                </a:solidFill>
                <a:latin typeface="Arial" panose="020B0604020202020204" pitchFamily="34" charset="0"/>
                <a:ea typeface="SimSun" panose="02010600030101010101" pitchFamily="2" charset="-122"/>
              </a:rPr>
              <a:t>10</a:t>
            </a:fld>
            <a:endParaRPr lang="en-US" altLang="zh-CN" sz="1200" b="1" dirty="0">
              <a:solidFill>
                <a:srgbClr val="FFFFFF"/>
              </a:solidFill>
              <a:latin typeface="Arial" panose="020B0604020202020204" pitchFamily="34" charset="0"/>
              <a:ea typeface="SimSun" panose="02010600030101010101" pitchFamily="2" charset="-122"/>
            </a:endParaRPr>
          </a:p>
        </p:txBody>
      </p:sp>
      <p:sp>
        <p:nvSpPr>
          <p:cNvPr id="28676" name="Text Box 3"/>
          <p:cNvSpPr txBox="1">
            <a:spLocks noChangeArrowheads="1"/>
          </p:cNvSpPr>
          <p:nvPr/>
        </p:nvSpPr>
        <p:spPr bwMode="auto">
          <a:xfrm>
            <a:off x="609600" y="1854200"/>
            <a:ext cx="8305800" cy="3632200"/>
          </a:xfrm>
          <a:prstGeom prst="rect">
            <a:avLst/>
          </a:prstGeom>
        </p:spPr>
        <p:style>
          <a:lnRef idx="2">
            <a:schemeClr val="accent2"/>
          </a:lnRef>
          <a:fillRef idx="1">
            <a:schemeClr val="lt1"/>
          </a:fillRef>
          <a:effectRef idx="0">
            <a:schemeClr val="accent2"/>
          </a:effectRef>
          <a:fontRef idx="minor">
            <a:schemeClr val="dk1"/>
          </a:fontRef>
        </p:style>
        <p:txBody>
          <a:bodyPr>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sz="2000" b="1" i="0" u="none" strike="noStrike" kern="1200" cap="none" spc="0" normalizeH="0" baseline="0" noProof="0" dirty="0">
                <a:ln>
                  <a:noFill/>
                </a:ln>
                <a:solidFill>
                  <a:schemeClr val="dk1"/>
                </a:solidFill>
                <a:effectLst/>
                <a:uLnTx/>
                <a:uFillTx/>
                <a:latin typeface="Courier New" panose="02070309020205020404" pitchFamily="49" charset="0"/>
                <a:ea typeface="+mn-ea"/>
                <a:cs typeface="+mn-cs"/>
              </a:rPr>
              <a:t>(A popular algorithm, all edges are ordered by weight, each edge is checked to see whether it can be considered part of the tree. It is added to the tree if no cycle arises after its inclusion)</a:t>
            </a:r>
          </a:p>
          <a:p>
            <a:pPr marL="0" marR="0" lvl="0" indent="0" algn="l" defTabSz="914400" rtl="0" eaLnBrk="1" fontAlgn="base" latinLnBrk="0" hangingPunct="1">
              <a:lnSpc>
                <a:spcPct val="100000"/>
              </a:lnSpc>
              <a:spcBef>
                <a:spcPct val="0"/>
              </a:spcBef>
              <a:spcAft>
                <a:spcPct val="0"/>
              </a:spcAft>
              <a:buClrTx/>
              <a:buSzTx/>
              <a:buFontTx/>
              <a:buNone/>
              <a:defRPr/>
            </a:pPr>
            <a:endParaRPr kumimoji="0" lang="en-US" sz="2000" b="1" i="0" u="none" strike="noStrike" kern="1200" cap="none" spc="0" normalizeH="0" baseline="0" noProof="0" dirty="0">
              <a:ln>
                <a:noFill/>
              </a:ln>
              <a:solidFill>
                <a:schemeClr val="dk1"/>
              </a:solidFill>
              <a:effectLst/>
              <a:uLnTx/>
              <a:uFillTx/>
              <a:latin typeface="Courier New" panose="02070309020205020404" pitchFamily="49" charset="0"/>
              <a:ea typeface="+mn-ea"/>
              <a:cs typeface="+mn-cs"/>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sz="2000" b="1" i="0" u="none" strike="noStrike" kern="1200" cap="none" spc="0" normalizeH="0" baseline="0" noProof="0" dirty="0" err="1">
                <a:ln>
                  <a:noFill/>
                </a:ln>
                <a:solidFill>
                  <a:schemeClr val="dk1"/>
                </a:solidFill>
                <a:effectLst/>
                <a:uLnTx/>
                <a:uFillTx/>
                <a:latin typeface="Courier New" panose="02070309020205020404" pitchFamily="49" charset="0"/>
                <a:ea typeface="+mn-ea"/>
                <a:cs typeface="+mn-cs"/>
              </a:rPr>
              <a:t>KruskalAlgorithm</a:t>
            </a:r>
            <a:r>
              <a:rPr kumimoji="0" lang="en-US" sz="2000" b="1" i="0" u="none" strike="noStrike" kern="1200" cap="none" spc="0" normalizeH="0" baseline="0" noProof="0" dirty="0">
                <a:ln>
                  <a:noFill/>
                </a:ln>
                <a:solidFill>
                  <a:schemeClr val="dk1"/>
                </a:solidFill>
                <a:effectLst/>
                <a:uLnTx/>
                <a:uFillTx/>
                <a:latin typeface="Courier New" panose="02070309020205020404" pitchFamily="49" charset="0"/>
                <a:ea typeface="+mn-ea"/>
                <a:cs typeface="+mn-cs"/>
              </a:rPr>
              <a:t>(</a:t>
            </a:r>
            <a:r>
              <a:rPr kumimoji="0" lang="en-US" sz="1600" b="0" i="1" u="none" strike="noStrike" kern="1200" cap="none" spc="0" normalizeH="0" baseline="0" noProof="0" dirty="0">
                <a:ln>
                  <a:noFill/>
                </a:ln>
                <a:solidFill>
                  <a:schemeClr val="dk1"/>
                </a:solidFill>
                <a:effectLst/>
                <a:uLnTx/>
                <a:uFillTx/>
                <a:latin typeface="Courier New" panose="02070309020205020404" pitchFamily="49" charset="0"/>
                <a:ea typeface="+mn-ea"/>
                <a:cs typeface="+mn-cs"/>
              </a:rPr>
              <a:t>weighted connected undirected graph)</a:t>
            </a:r>
          </a:p>
          <a:p>
            <a:pPr marL="0" marR="0" lvl="0" indent="0" algn="l" defTabSz="914400" rtl="0" eaLnBrk="1" fontAlgn="base" latinLnBrk="0" hangingPunct="1">
              <a:lnSpc>
                <a:spcPct val="100000"/>
              </a:lnSpc>
              <a:spcBef>
                <a:spcPct val="0"/>
              </a:spcBef>
              <a:spcAft>
                <a:spcPct val="0"/>
              </a:spcAft>
              <a:buClrTx/>
              <a:buSzTx/>
              <a:buFontTx/>
              <a:buNone/>
              <a:defRPr/>
            </a:pPr>
            <a:r>
              <a:rPr kumimoji="0" lang="en-US" sz="1600" b="0" i="1" u="none" strike="noStrike" kern="1200" cap="none" spc="0" normalizeH="0" baseline="0" noProof="0" dirty="0">
                <a:ln>
                  <a:noFill/>
                </a:ln>
                <a:solidFill>
                  <a:schemeClr val="dk1"/>
                </a:solidFill>
                <a:effectLst/>
                <a:uLnTx/>
                <a:uFillTx/>
                <a:latin typeface="Courier New" panose="02070309020205020404" pitchFamily="49" charset="0"/>
                <a:ea typeface="+mn-ea"/>
                <a:cs typeface="+mn-cs"/>
              </a:rPr>
              <a:t>tree = null;</a:t>
            </a:r>
          </a:p>
          <a:p>
            <a:pPr marL="0" marR="0" lvl="0" indent="0" algn="l" defTabSz="914400" rtl="0" eaLnBrk="1" fontAlgn="base" latinLnBrk="0" hangingPunct="1">
              <a:lnSpc>
                <a:spcPct val="100000"/>
              </a:lnSpc>
              <a:spcBef>
                <a:spcPct val="0"/>
              </a:spcBef>
              <a:spcAft>
                <a:spcPct val="0"/>
              </a:spcAft>
              <a:buClrTx/>
              <a:buSzTx/>
              <a:buFontTx/>
              <a:buNone/>
              <a:defRPr/>
            </a:pPr>
            <a:r>
              <a:rPr kumimoji="0" lang="en-US" sz="1600" b="0" i="1" u="none" strike="noStrike" kern="1200" cap="none" spc="0" normalizeH="0" baseline="0" noProof="0" dirty="0">
                <a:ln>
                  <a:noFill/>
                </a:ln>
                <a:solidFill>
                  <a:schemeClr val="dk1"/>
                </a:solidFill>
                <a:effectLst/>
                <a:uLnTx/>
                <a:uFillTx/>
                <a:latin typeface="Courier New" panose="02070309020205020404" pitchFamily="49" charset="0"/>
                <a:ea typeface="+mn-ea"/>
                <a:cs typeface="+mn-cs"/>
              </a:rPr>
              <a:t>edges = sequence of all edges of graph sorted by weight</a:t>
            </a:r>
            <a:endParaRPr kumimoji="0" lang="en-US" sz="1600" b="0" i="1" u="none" strike="noStrike" kern="1200" cap="none" spc="0" normalizeH="0" baseline="0" noProof="0" dirty="0">
              <a:ln>
                <a:noFill/>
              </a:ln>
              <a:solidFill>
                <a:schemeClr val="dk1"/>
              </a:solidFill>
              <a:effectLst/>
              <a:uLnTx/>
              <a:uFillTx/>
              <a:latin typeface="Courier New" panose="02070309020205020404" pitchFamily="49" charset="0"/>
              <a:ea typeface="+mn-ea"/>
              <a:cs typeface="+mn-cs"/>
              <a:sym typeface="Symbol" panose="05050102010706020507" pitchFamily="18" charset="2"/>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sz="1600" b="0" i="1" u="none" strike="noStrike" kern="1200" cap="none" spc="0" normalizeH="0" baseline="0" noProof="0" dirty="0">
                <a:ln>
                  <a:noFill/>
                </a:ln>
                <a:solidFill>
                  <a:schemeClr val="dk1"/>
                </a:solidFill>
                <a:effectLst/>
                <a:uLnTx/>
                <a:uFillTx/>
                <a:latin typeface="Courier New" panose="02070309020205020404" pitchFamily="49" charset="0"/>
                <a:ea typeface="+mn-ea"/>
                <a:cs typeface="+mn-cs"/>
              </a:rPr>
              <a:t>for (</a:t>
            </a:r>
            <a:r>
              <a:rPr kumimoji="0" lang="en-US" sz="1600" b="0" i="1" u="none" strike="noStrike" kern="1200" cap="none" spc="0" normalizeH="0" baseline="0" noProof="0" dirty="0" err="1">
                <a:ln>
                  <a:noFill/>
                </a:ln>
                <a:solidFill>
                  <a:schemeClr val="dk1"/>
                </a:solidFill>
                <a:effectLst/>
                <a:uLnTx/>
                <a:uFillTx/>
                <a:latin typeface="Courier New" panose="02070309020205020404" pitchFamily="49" charset="0"/>
                <a:ea typeface="+mn-ea"/>
                <a:cs typeface="+mn-cs"/>
              </a:rPr>
              <a:t>i</a:t>
            </a:r>
            <a:r>
              <a:rPr kumimoji="0" lang="en-US" sz="1600" b="0" i="1" u="none" strike="noStrike" kern="1200" cap="none" spc="0" normalizeH="0" baseline="0" noProof="0" dirty="0">
                <a:ln>
                  <a:noFill/>
                </a:ln>
                <a:solidFill>
                  <a:schemeClr val="dk1"/>
                </a:solidFill>
                <a:effectLst/>
                <a:uLnTx/>
                <a:uFillTx/>
                <a:latin typeface="Courier New" panose="02070309020205020404" pitchFamily="49" charset="0"/>
                <a:ea typeface="+mn-ea"/>
                <a:cs typeface="+mn-cs"/>
              </a:rPr>
              <a:t> = 1; </a:t>
            </a:r>
            <a:r>
              <a:rPr kumimoji="0" lang="en-US" sz="1600" b="0" i="1" u="none" strike="noStrike" kern="1200" cap="none" spc="0" normalizeH="0" baseline="0" noProof="0" dirty="0" err="1">
                <a:ln>
                  <a:noFill/>
                </a:ln>
                <a:solidFill>
                  <a:schemeClr val="dk1"/>
                </a:solidFill>
                <a:effectLst/>
                <a:uLnTx/>
                <a:uFillTx/>
                <a:latin typeface="Courier New" panose="02070309020205020404" pitchFamily="49" charset="0"/>
                <a:ea typeface="+mn-ea"/>
                <a:cs typeface="+mn-cs"/>
              </a:rPr>
              <a:t>i</a:t>
            </a:r>
            <a:r>
              <a:rPr kumimoji="0" lang="en-US" sz="1600" b="0" i="1" u="none" strike="noStrike" kern="1200" cap="none" spc="0" normalizeH="0" baseline="0" noProof="0" dirty="0">
                <a:ln>
                  <a:noFill/>
                </a:ln>
                <a:solidFill>
                  <a:schemeClr val="dk1"/>
                </a:solidFill>
                <a:effectLst/>
                <a:uLnTx/>
                <a:uFillTx/>
                <a:latin typeface="Courier New" panose="02070309020205020404" pitchFamily="49" charset="0"/>
                <a:ea typeface="+mn-ea"/>
                <a:cs typeface="+mn-cs"/>
              </a:rPr>
              <a:t>&lt;=|E| and |tree|&lt;|V| - 1; </a:t>
            </a:r>
            <a:r>
              <a:rPr kumimoji="0" lang="en-US" sz="1600" b="0" i="1" u="none" strike="noStrike" kern="1200" cap="none" spc="0" normalizeH="0" baseline="0" noProof="0" dirty="0" err="1">
                <a:ln>
                  <a:noFill/>
                </a:ln>
                <a:solidFill>
                  <a:schemeClr val="dk1"/>
                </a:solidFill>
                <a:effectLst/>
                <a:uLnTx/>
                <a:uFillTx/>
                <a:latin typeface="Courier New" panose="02070309020205020404" pitchFamily="49" charset="0"/>
                <a:ea typeface="+mn-ea"/>
                <a:cs typeface="+mn-cs"/>
              </a:rPr>
              <a:t>i</a:t>
            </a:r>
            <a:r>
              <a:rPr kumimoji="0" lang="en-US" sz="1600" b="0" i="1" u="none" strike="noStrike" kern="1200" cap="none" spc="0" normalizeH="0" baseline="0" noProof="0" dirty="0">
                <a:ln>
                  <a:noFill/>
                </a:ln>
                <a:solidFill>
                  <a:schemeClr val="dk1"/>
                </a:solidFill>
                <a:effectLst/>
                <a:uLnTx/>
                <a:uFillTx/>
                <a:latin typeface="Courier New" panose="02070309020205020404" pitchFamily="49" charset="0"/>
                <a:ea typeface="+mn-ea"/>
                <a:cs typeface="+mn-cs"/>
              </a:rPr>
              <a:t>++)</a:t>
            </a:r>
          </a:p>
          <a:p>
            <a:pPr marL="0" marR="0" lvl="0" indent="0" algn="l" defTabSz="914400" rtl="0" eaLnBrk="1" fontAlgn="base" latinLnBrk="0" hangingPunct="1">
              <a:lnSpc>
                <a:spcPct val="100000"/>
              </a:lnSpc>
              <a:spcBef>
                <a:spcPct val="0"/>
              </a:spcBef>
              <a:spcAft>
                <a:spcPct val="0"/>
              </a:spcAft>
              <a:buClrTx/>
              <a:buSzTx/>
              <a:buFontTx/>
              <a:buNone/>
              <a:defRPr/>
            </a:pPr>
            <a:r>
              <a:rPr kumimoji="0" lang="en-US" sz="1600" b="0" i="1" u="none" strike="noStrike" kern="1200" cap="none" spc="0" normalizeH="0" baseline="0" noProof="0" dirty="0">
                <a:ln>
                  <a:noFill/>
                </a:ln>
                <a:solidFill>
                  <a:schemeClr val="dk1"/>
                </a:solidFill>
                <a:effectLst/>
                <a:uLnTx/>
                <a:uFillTx/>
                <a:latin typeface="Courier New" panose="02070309020205020404" pitchFamily="49" charset="0"/>
                <a:ea typeface="+mn-ea"/>
                <a:cs typeface="+mn-cs"/>
              </a:rPr>
              <a:t>	if </a:t>
            </a:r>
            <a:r>
              <a:rPr kumimoji="0" lang="en-US" sz="1600" b="0" i="1" u="none" strike="noStrike" kern="1200" cap="none" spc="0" normalizeH="0" baseline="0" noProof="0" dirty="0" err="1">
                <a:ln>
                  <a:noFill/>
                </a:ln>
                <a:solidFill>
                  <a:schemeClr val="dk1"/>
                </a:solidFill>
                <a:effectLst/>
                <a:uLnTx/>
                <a:uFillTx/>
                <a:latin typeface="Courier New" panose="02070309020205020404" pitchFamily="49" charset="0"/>
                <a:ea typeface="+mn-ea"/>
                <a:cs typeface="+mn-cs"/>
              </a:rPr>
              <a:t>e_i</a:t>
            </a:r>
            <a:r>
              <a:rPr kumimoji="0" lang="en-US" sz="1600" b="0" i="1" u="none" strike="noStrike" kern="1200" cap="none" spc="0" normalizeH="0" baseline="0" noProof="0" dirty="0">
                <a:ln>
                  <a:noFill/>
                </a:ln>
                <a:solidFill>
                  <a:schemeClr val="dk1"/>
                </a:solidFill>
                <a:effectLst/>
                <a:uLnTx/>
                <a:uFillTx/>
                <a:latin typeface="Courier New" panose="02070309020205020404" pitchFamily="49" charset="0"/>
                <a:ea typeface="+mn-ea"/>
                <a:cs typeface="+mn-cs"/>
              </a:rPr>
              <a:t> from edges does not form a cycle with edges in tree</a:t>
            </a:r>
          </a:p>
          <a:p>
            <a:pPr marL="0" marR="0" lvl="0" indent="0" algn="l" defTabSz="914400" rtl="0" eaLnBrk="1" fontAlgn="base" latinLnBrk="0" hangingPunct="1">
              <a:lnSpc>
                <a:spcPct val="100000"/>
              </a:lnSpc>
              <a:spcBef>
                <a:spcPct val="0"/>
              </a:spcBef>
              <a:spcAft>
                <a:spcPct val="0"/>
              </a:spcAft>
              <a:buClrTx/>
              <a:buSzTx/>
              <a:buFontTx/>
              <a:buNone/>
              <a:defRPr/>
            </a:pPr>
            <a:r>
              <a:rPr kumimoji="0" lang="en-US" sz="1600" b="0" i="1" u="none" strike="noStrike" kern="1200" cap="none" spc="0" normalizeH="0" baseline="0" noProof="0" dirty="0">
                <a:ln>
                  <a:noFill/>
                </a:ln>
                <a:solidFill>
                  <a:schemeClr val="dk1"/>
                </a:solidFill>
                <a:effectLst/>
                <a:uLnTx/>
                <a:uFillTx/>
                <a:latin typeface="Courier New" panose="02070309020205020404" pitchFamily="49" charset="0"/>
                <a:ea typeface="+mn-ea"/>
                <a:cs typeface="+mn-cs"/>
              </a:rPr>
              <a:t>		add </a:t>
            </a:r>
            <a:r>
              <a:rPr kumimoji="0" lang="en-US" sz="1600" b="0" i="1" u="none" strike="noStrike" kern="1200" cap="none" spc="0" normalizeH="0" baseline="0" noProof="0" dirty="0" err="1">
                <a:ln>
                  <a:noFill/>
                </a:ln>
                <a:solidFill>
                  <a:schemeClr val="dk1"/>
                </a:solidFill>
                <a:effectLst/>
                <a:uLnTx/>
                <a:uFillTx/>
                <a:latin typeface="Courier New" panose="02070309020205020404" pitchFamily="49" charset="0"/>
                <a:ea typeface="+mn-ea"/>
                <a:cs typeface="+mn-cs"/>
              </a:rPr>
              <a:t>e_i</a:t>
            </a:r>
            <a:r>
              <a:rPr kumimoji="0" lang="en-US" sz="1600" b="0" i="1" u="none" strike="noStrike" kern="1200" cap="none" spc="0" normalizeH="0" baseline="0" noProof="0" dirty="0">
                <a:ln>
                  <a:noFill/>
                </a:ln>
                <a:solidFill>
                  <a:schemeClr val="dk1"/>
                </a:solidFill>
                <a:effectLst/>
                <a:uLnTx/>
                <a:uFillTx/>
                <a:latin typeface="Courier New" panose="02070309020205020404" pitchFamily="49" charset="0"/>
                <a:ea typeface="+mn-ea"/>
                <a:cs typeface="+mn-cs"/>
              </a:rPr>
              <a:t> to tree</a:t>
            </a:r>
          </a:p>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600" b="0" i="1" u="none" strike="noStrike" kern="1200" cap="none" spc="0" normalizeH="0" baseline="0" noProof="0" dirty="0">
              <a:ln>
                <a:noFill/>
              </a:ln>
              <a:solidFill>
                <a:schemeClr val="dk1"/>
              </a:solidFill>
              <a:effectLst/>
              <a:uLnTx/>
              <a:uFillTx/>
              <a:latin typeface="Courier New" panose="02070309020205020404" pitchFamily="49" charset="0"/>
              <a:ea typeface="+mn-ea"/>
              <a:cs typeface="+mn-cs"/>
            </a:endParaRPr>
          </a:p>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600" b="0" i="1" u="none" strike="noStrike" kern="1200" cap="none" spc="0" normalizeH="0" baseline="0" noProof="0" dirty="0">
              <a:ln>
                <a:noFill/>
              </a:ln>
              <a:solidFill>
                <a:schemeClr val="dk1"/>
              </a:solidFill>
              <a:effectLst/>
              <a:uLnTx/>
              <a:uFillTx/>
              <a:latin typeface="Courier New" panose="02070309020205020404" pitchFamily="49" charset="0"/>
              <a:ea typeface="+mn-ea"/>
              <a:cs typeface="+mn-cs"/>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Footer Placeholder 4"/>
          <p:cNvSpPr txBox="1">
            <a:spLocks noGrp="1"/>
          </p:cNvSpPr>
          <p:nvPr>
            <p:ph type="ftr" sz="quarter" idx="11"/>
          </p:nvPr>
        </p:nvSpPr>
        <p:spPr>
          <a:noFill/>
          <a:ln>
            <a:noFill/>
          </a:ln>
        </p:spPr>
        <p:txBody>
          <a:bodyPr anchor="ctr" anchorCtr="0"/>
          <a:lstStyle/>
          <a:p>
            <a:pPr marL="0" indent="0" algn="ctr" eaLnBrk="1" hangingPunct="1">
              <a:spcBef>
                <a:spcPct val="0"/>
              </a:spcBef>
              <a:buFontTx/>
              <a:buNone/>
            </a:pPr>
            <a:r>
              <a:rPr lang="en-US" altLang="en-US" sz="1200" dirty="0">
                <a:solidFill>
                  <a:srgbClr val="898989"/>
                </a:solidFill>
                <a:latin typeface="Arial" panose="020B0604020202020204" pitchFamily="34" charset="0"/>
              </a:rPr>
              <a:t>Data Structures and Algorithms in Java </a:t>
            </a:r>
          </a:p>
        </p:txBody>
      </p:sp>
      <p:sp>
        <p:nvSpPr>
          <p:cNvPr id="21507" name="Slide Number Placeholder 5"/>
          <p:cNvSpPr txBox="1">
            <a:spLocks noGrp="1"/>
          </p:cNvSpPr>
          <p:nvPr>
            <p:ph type="sldNum" sz="quarter" idx="12"/>
          </p:nvPr>
        </p:nvSpPr>
        <p:spPr>
          <a:noFill/>
          <a:ln>
            <a:noFill/>
          </a:ln>
        </p:spPr>
        <p:txBody>
          <a:bodyPr anchor="ctr" anchorCtr="0"/>
          <a:lstStyle/>
          <a:p>
            <a:pPr marL="0" indent="0" algn="r" eaLnBrk="1" hangingPunct="1">
              <a:spcBef>
                <a:spcPct val="0"/>
              </a:spcBef>
              <a:buFontTx/>
              <a:buNone/>
            </a:pPr>
            <a:fld id="{9A0DB2DC-4C9A-4742-B13C-FB6460FD3503}" type="slidenum">
              <a:rPr lang="en-US" altLang="zh-CN" sz="1200" dirty="0">
                <a:solidFill>
                  <a:srgbClr val="898989"/>
                </a:solidFill>
                <a:latin typeface="Arial" panose="020B0604020202020204" pitchFamily="34" charset="0"/>
                <a:ea typeface="SimSun" panose="02010600030101010101" pitchFamily="2" charset="-122"/>
              </a:rPr>
              <a:t>11</a:t>
            </a:fld>
            <a:r>
              <a:rPr lang="en-US" altLang="en-US" sz="1200" dirty="0">
                <a:solidFill>
                  <a:srgbClr val="898989"/>
                </a:solidFill>
                <a:latin typeface="Arial" panose="020B0604020202020204" pitchFamily="34" charset="0"/>
              </a:rPr>
              <a:t>/30</a:t>
            </a:r>
          </a:p>
        </p:txBody>
      </p:sp>
      <p:sp>
        <p:nvSpPr>
          <p:cNvPr id="21508" name="Slide Number Placeholder 3"/>
          <p:cNvSpPr txBox="1">
            <a:spLocks noGrp="1"/>
          </p:cNvSpPr>
          <p:nvPr/>
        </p:nvSpPr>
        <p:spPr>
          <a:xfrm>
            <a:off x="0" y="1271588"/>
            <a:ext cx="533400" cy="244475"/>
          </a:xfrm>
          <a:prstGeom prst="rect">
            <a:avLst/>
          </a:prstGeom>
          <a:noFill/>
          <a:ln w="9525">
            <a:noFill/>
          </a:ln>
        </p:spPr>
        <p:txBody>
          <a:bodyPr anchor="ctr" anchorCtr="0"/>
          <a:lstStyle>
            <a:lvl1pPr marL="342900" indent="-342900" algn="l" rtl="0" eaLnBrk="0" fontAlgn="base" hangingPunct="0">
              <a:spcBef>
                <a:spcPct val="20000"/>
              </a:spcBef>
              <a:spcAft>
                <a:spcPct val="0"/>
              </a:spcAft>
              <a:buFont typeface="Arial" panose="020B0604020202020204" pitchFamily="34" charset="0"/>
              <a:buChar char="•"/>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algn="ctr" eaLnBrk="1" hangingPunct="1">
              <a:lnSpc>
                <a:spcPct val="80000"/>
              </a:lnSpc>
              <a:spcBef>
                <a:spcPct val="0"/>
              </a:spcBef>
              <a:buFontTx/>
              <a:buNone/>
            </a:pPr>
            <a:r>
              <a:rPr lang="en-US" altLang="en-US" sz="1200" b="1" dirty="0">
                <a:solidFill>
                  <a:srgbClr val="FFFFFF"/>
                </a:solidFill>
                <a:latin typeface="Arial" panose="020B0604020202020204" pitchFamily="34" charset="0"/>
              </a:rPr>
              <a:t> </a:t>
            </a:r>
            <a:fld id="{9A0DB2DC-4C9A-4742-B13C-FB6460FD3503}" type="slidenum">
              <a:rPr lang="en-US" altLang="zh-CN" sz="1200" b="1" dirty="0">
                <a:solidFill>
                  <a:srgbClr val="FFFFFF"/>
                </a:solidFill>
                <a:latin typeface="Arial" panose="020B0604020202020204" pitchFamily="34" charset="0"/>
                <a:ea typeface="SimSun" panose="02010600030101010101" pitchFamily="2" charset="-122"/>
              </a:rPr>
              <a:t>11</a:t>
            </a:fld>
            <a:endParaRPr lang="en-US" altLang="zh-CN" sz="1200" b="1" dirty="0">
              <a:solidFill>
                <a:srgbClr val="FFFFFF"/>
              </a:solidFill>
              <a:latin typeface="Arial" panose="020B0604020202020204" pitchFamily="34" charset="0"/>
              <a:ea typeface="SimSun" panose="02010600030101010101" pitchFamily="2" charset="-122"/>
            </a:endParaRPr>
          </a:p>
        </p:txBody>
      </p:sp>
      <p:sp>
        <p:nvSpPr>
          <p:cNvPr id="21509" name="Text Box 4"/>
          <p:cNvSpPr txBox="1"/>
          <p:nvPr/>
        </p:nvSpPr>
        <p:spPr>
          <a:xfrm>
            <a:off x="914400" y="5562600"/>
            <a:ext cx="7696200" cy="701675"/>
          </a:xfrm>
          <a:prstGeom prst="rect">
            <a:avLst/>
          </a:prstGeom>
          <a:noFill/>
          <a:ln w="9525">
            <a:noFill/>
          </a:ln>
        </p:spPr>
        <p:txBody>
          <a:bodyPr>
            <a:spAutoFit/>
          </a:bodyPr>
          <a:lstStyle>
            <a:lvl1pPr marL="342900" indent="-342900" algn="l" rtl="0" eaLnBrk="0" fontAlgn="base" hangingPunct="0">
              <a:spcBef>
                <a:spcPct val="20000"/>
              </a:spcBef>
              <a:spcAft>
                <a:spcPct val="0"/>
              </a:spcAft>
              <a:buFont typeface="Arial" panose="020B0604020202020204" pitchFamily="34" charset="0"/>
              <a:buChar char="•"/>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eaLnBrk="1" hangingPunct="1">
              <a:spcBef>
                <a:spcPct val="0"/>
              </a:spcBef>
              <a:buFontTx/>
              <a:buNone/>
            </a:pPr>
            <a:r>
              <a:rPr lang="en-US" altLang="en-US" sz="2000" dirty="0">
                <a:latin typeface="Arial" panose="020B0604020202020204" pitchFamily="34" charset="0"/>
              </a:rPr>
              <a:t>A spanning tree of graph (a) found with Kruskal’s algorithm. The  vertices are selected in the following order: 1, 2, 2, 3, 3, 4, 7, 8, 8</a:t>
            </a:r>
          </a:p>
        </p:txBody>
      </p:sp>
      <p:pic>
        <p:nvPicPr>
          <p:cNvPr id="21510" name="Picture 4"/>
          <p:cNvPicPr>
            <a:picLocks noChangeAspect="1"/>
          </p:cNvPicPr>
          <p:nvPr/>
        </p:nvPicPr>
        <p:blipFill>
          <a:blip r:embed="rId3"/>
          <a:srcRect l="12576" t="32245" r="62810" b="36456"/>
          <a:stretch>
            <a:fillRect/>
          </a:stretch>
        </p:blipFill>
        <p:spPr>
          <a:xfrm>
            <a:off x="1828800" y="1066800"/>
            <a:ext cx="5715000" cy="4540250"/>
          </a:xfrm>
          <a:prstGeom prst="rect">
            <a:avLst/>
          </a:prstGeom>
          <a:noFill/>
          <a:ln w="9525">
            <a:noFill/>
          </a:ln>
        </p:spPr>
      </p:pic>
      <p:sp>
        <p:nvSpPr>
          <p:cNvPr id="21511" name="Rectangle 2"/>
          <p:cNvSpPr/>
          <p:nvPr/>
        </p:nvSpPr>
        <p:spPr>
          <a:xfrm>
            <a:off x="762000" y="381000"/>
            <a:ext cx="7391400" cy="701675"/>
          </a:xfrm>
          <a:prstGeom prst="rect">
            <a:avLst/>
          </a:prstGeom>
          <a:noFill/>
          <a:ln w="9525">
            <a:noFill/>
          </a:ln>
        </p:spPr>
        <p:txBody>
          <a:bodyPr anchor="ctr" anchorCtr="0">
            <a:spAutoFit/>
          </a:bodyPr>
          <a:lstStyle>
            <a:lvl1pPr marL="342900" indent="-342900" algn="l" rtl="0" eaLnBrk="0" fontAlgn="base" hangingPunct="0">
              <a:spcBef>
                <a:spcPct val="20000"/>
              </a:spcBef>
              <a:spcAft>
                <a:spcPct val="0"/>
              </a:spcAft>
              <a:buFont typeface="Arial" panose="020B0604020202020204" pitchFamily="34" charset="0"/>
              <a:buChar char="•"/>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algn="ctr" eaLnBrk="1" hangingPunct="1">
              <a:spcBef>
                <a:spcPct val="0"/>
              </a:spcBef>
              <a:buFontTx/>
              <a:buNone/>
            </a:pPr>
            <a:r>
              <a:rPr lang="en-US" altLang="en-US" sz="4000" b="1" dirty="0">
                <a:solidFill>
                  <a:srgbClr val="CC3300"/>
                </a:solidFill>
              </a:rPr>
              <a:t>Kruskal Algorithm – demo</a:t>
            </a:r>
          </a:p>
        </p:txBody>
      </p:sp>
      <p:sp>
        <p:nvSpPr>
          <p:cNvPr id="21512" name="Text Box 6"/>
          <p:cNvSpPr txBox="1"/>
          <p:nvPr/>
        </p:nvSpPr>
        <p:spPr>
          <a:xfrm>
            <a:off x="5791200" y="5181600"/>
            <a:ext cx="533400" cy="396875"/>
          </a:xfrm>
          <a:prstGeom prst="rect">
            <a:avLst/>
          </a:prstGeom>
          <a:noFill/>
          <a:ln w="9525">
            <a:noFill/>
          </a:ln>
        </p:spPr>
        <p:txBody>
          <a:bodyPr>
            <a:spAutoFit/>
          </a:bodyPr>
          <a:lstStyle>
            <a:lvl1pPr marL="342900" indent="-342900" algn="l" rtl="0" eaLnBrk="0" fontAlgn="base" hangingPunct="0">
              <a:spcBef>
                <a:spcPct val="20000"/>
              </a:spcBef>
              <a:spcAft>
                <a:spcPct val="0"/>
              </a:spcAft>
              <a:buFont typeface="Arial" panose="020B0604020202020204" pitchFamily="34" charset="0"/>
              <a:buChar char="•"/>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eaLnBrk="1" hangingPunct="1">
              <a:spcBef>
                <a:spcPct val="50000"/>
              </a:spcBef>
              <a:buFontTx/>
              <a:buNone/>
            </a:pPr>
            <a:r>
              <a:rPr lang="en-US" altLang="en-US" sz="2000" dirty="0">
                <a:latin typeface="Arial" panose="020B0604020202020204" pitchFamily="34" charset="0"/>
              </a:rPr>
              <a:t>(a)</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555" name="Group 1"/>
          <p:cNvGrpSpPr/>
          <p:nvPr/>
        </p:nvGrpSpPr>
        <p:grpSpPr>
          <a:xfrm>
            <a:off x="1600278" y="1981238"/>
            <a:ext cx="4419484" cy="3192453"/>
            <a:chOff x="1981200" y="1143000"/>
            <a:chExt cx="5181600" cy="3615154"/>
          </a:xfrm>
        </p:grpSpPr>
        <p:sp>
          <p:nvSpPr>
            <p:cNvPr id="23557" name="Oval 5"/>
            <p:cNvSpPr/>
            <p:nvPr/>
          </p:nvSpPr>
          <p:spPr>
            <a:xfrm>
              <a:off x="3733800" y="3733800"/>
              <a:ext cx="533400" cy="609600"/>
            </a:xfrm>
            <a:prstGeom prst="ellipse">
              <a:avLst/>
            </a:prstGeom>
            <a:noFill/>
            <a:ln w="28575" cap="flat" cmpd="sng">
              <a:solidFill>
                <a:srgbClr val="002060"/>
              </a:solidFill>
              <a:prstDash val="solid"/>
              <a:headEnd type="none" w="med" len="med"/>
              <a:tailEnd type="none" w="med" len="med"/>
            </a:ln>
          </p:spPr>
          <p:txBody>
            <a:bodyPr/>
            <a:lstStyle>
              <a:lvl1pPr marL="342900" indent="-342900" algn="l" rtl="0" eaLnBrk="0" fontAlgn="base" hangingPunct="0">
                <a:spcBef>
                  <a:spcPct val="20000"/>
                </a:spcBef>
                <a:spcAft>
                  <a:spcPct val="0"/>
                </a:spcAft>
                <a:buFont typeface="Arial" panose="020B0604020202020204" pitchFamily="34" charset="0"/>
                <a:buChar char="•"/>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342900" lvl="0" indent="-342900" algn="ctr" eaLnBrk="1" hangingPunct="1">
                <a:buFontTx/>
                <a:buNone/>
              </a:pPr>
              <a:r>
                <a:rPr lang="en-US" altLang="en-US" sz="2000" dirty="0">
                  <a:solidFill>
                    <a:srgbClr val="0033CC"/>
                  </a:solidFill>
                  <a:latin typeface="Arial" panose="020B0604020202020204" pitchFamily="34" charset="0"/>
                </a:rPr>
                <a:t>C</a:t>
              </a:r>
              <a:endParaRPr lang="en-SG" altLang="en-US" sz="2000" dirty="0">
                <a:solidFill>
                  <a:srgbClr val="0033CC"/>
                </a:solidFill>
                <a:latin typeface="Arial" panose="020B0604020202020204" pitchFamily="34" charset="0"/>
              </a:endParaRPr>
            </a:p>
          </p:txBody>
        </p:sp>
        <p:sp>
          <p:nvSpPr>
            <p:cNvPr id="23558" name="Oval 6"/>
            <p:cNvSpPr/>
            <p:nvPr/>
          </p:nvSpPr>
          <p:spPr>
            <a:xfrm>
              <a:off x="3352800" y="2133600"/>
              <a:ext cx="533400" cy="609600"/>
            </a:xfrm>
            <a:prstGeom prst="ellipse">
              <a:avLst/>
            </a:prstGeom>
            <a:noFill/>
            <a:ln w="28575" cap="flat" cmpd="sng">
              <a:solidFill>
                <a:srgbClr val="002060"/>
              </a:solidFill>
              <a:prstDash val="solid"/>
              <a:headEnd type="none" w="med" len="med"/>
              <a:tailEnd type="none" w="med" len="med"/>
            </a:ln>
          </p:spPr>
          <p:txBody>
            <a:bodyPr/>
            <a:lstStyle>
              <a:lvl1pPr marL="342900" indent="-342900" algn="l" rtl="0" eaLnBrk="0" fontAlgn="base" hangingPunct="0">
                <a:spcBef>
                  <a:spcPct val="20000"/>
                </a:spcBef>
                <a:spcAft>
                  <a:spcPct val="0"/>
                </a:spcAft>
                <a:buFont typeface="Arial" panose="020B0604020202020204" pitchFamily="34" charset="0"/>
                <a:buChar char="•"/>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342900" lvl="0" indent="-342900" algn="ctr" eaLnBrk="1" hangingPunct="1">
                <a:buFontTx/>
                <a:buNone/>
              </a:pPr>
              <a:r>
                <a:rPr lang="en-US" altLang="en-US" sz="2000" dirty="0">
                  <a:solidFill>
                    <a:srgbClr val="0033CC"/>
                  </a:solidFill>
                  <a:latin typeface="Arial" panose="020B0604020202020204" pitchFamily="34" charset="0"/>
                </a:rPr>
                <a:t>A</a:t>
              </a:r>
              <a:endParaRPr lang="en-SG" altLang="en-US" sz="2000" dirty="0">
                <a:solidFill>
                  <a:srgbClr val="0033CC"/>
                </a:solidFill>
                <a:latin typeface="Arial" panose="020B0604020202020204" pitchFamily="34" charset="0"/>
              </a:endParaRPr>
            </a:p>
          </p:txBody>
        </p:sp>
        <p:sp>
          <p:nvSpPr>
            <p:cNvPr id="23559" name="Oval 7"/>
            <p:cNvSpPr/>
            <p:nvPr/>
          </p:nvSpPr>
          <p:spPr>
            <a:xfrm>
              <a:off x="4953000" y="2057400"/>
              <a:ext cx="533400" cy="609600"/>
            </a:xfrm>
            <a:prstGeom prst="ellipse">
              <a:avLst/>
            </a:prstGeom>
            <a:noFill/>
            <a:ln w="28575" cap="flat" cmpd="sng">
              <a:solidFill>
                <a:srgbClr val="002060"/>
              </a:solidFill>
              <a:prstDash val="solid"/>
              <a:headEnd type="none" w="med" len="med"/>
              <a:tailEnd type="none" w="med" len="med"/>
            </a:ln>
          </p:spPr>
          <p:txBody>
            <a:bodyPr/>
            <a:lstStyle>
              <a:lvl1pPr marL="342900" indent="-342900" algn="l" rtl="0" eaLnBrk="0" fontAlgn="base" hangingPunct="0">
                <a:spcBef>
                  <a:spcPct val="20000"/>
                </a:spcBef>
                <a:spcAft>
                  <a:spcPct val="0"/>
                </a:spcAft>
                <a:buFont typeface="Arial" panose="020B0604020202020204" pitchFamily="34" charset="0"/>
                <a:buChar char="•"/>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342900" lvl="0" indent="-342900" algn="ctr" eaLnBrk="1" hangingPunct="1">
                <a:buFontTx/>
                <a:buNone/>
              </a:pPr>
              <a:r>
                <a:rPr lang="en-US" altLang="en-US" sz="2000" dirty="0">
                  <a:solidFill>
                    <a:srgbClr val="0033CC"/>
                  </a:solidFill>
                  <a:latin typeface="Arial" panose="020B0604020202020204" pitchFamily="34" charset="0"/>
                </a:rPr>
                <a:t>B</a:t>
              </a:r>
              <a:endParaRPr lang="en-SG" altLang="en-US" sz="2000" dirty="0">
                <a:solidFill>
                  <a:srgbClr val="0033CC"/>
                </a:solidFill>
                <a:latin typeface="Arial" panose="020B0604020202020204" pitchFamily="34" charset="0"/>
              </a:endParaRPr>
            </a:p>
          </p:txBody>
        </p:sp>
        <p:cxnSp>
          <p:nvCxnSpPr>
            <p:cNvPr id="23560" name="Straight Connector 8"/>
            <p:cNvCxnSpPr>
              <a:stCxn id="23558" idx="6"/>
              <a:endCxn id="23559" idx="2"/>
            </p:cNvCxnSpPr>
            <p:nvPr/>
          </p:nvCxnSpPr>
          <p:spPr>
            <a:xfrm flipV="1">
              <a:off x="3886200" y="2362200"/>
              <a:ext cx="1066800" cy="76200"/>
            </a:xfrm>
            <a:prstGeom prst="line">
              <a:avLst/>
            </a:prstGeom>
            <a:ln w="38100" cap="flat" cmpd="sng">
              <a:solidFill>
                <a:srgbClr val="002060"/>
              </a:solidFill>
              <a:prstDash val="solid"/>
              <a:headEnd type="none" w="med" len="med"/>
              <a:tailEnd type="none" w="med" len="med"/>
            </a:ln>
          </p:spPr>
        </p:cxnSp>
        <p:cxnSp>
          <p:nvCxnSpPr>
            <p:cNvPr id="23561" name="Straight Connector 9"/>
            <p:cNvCxnSpPr>
              <a:stCxn id="23558" idx="4"/>
              <a:endCxn id="23557" idx="0"/>
            </p:cNvCxnSpPr>
            <p:nvPr/>
          </p:nvCxnSpPr>
          <p:spPr>
            <a:xfrm rot="-5400000" flipH="1">
              <a:off x="3314700" y="3048000"/>
              <a:ext cx="990600" cy="381000"/>
            </a:xfrm>
            <a:prstGeom prst="line">
              <a:avLst/>
            </a:prstGeom>
            <a:ln w="38100" cap="flat" cmpd="sng">
              <a:solidFill>
                <a:srgbClr val="002060"/>
              </a:solidFill>
              <a:prstDash val="solid"/>
              <a:headEnd type="none" w="med" len="med"/>
              <a:tailEnd type="none" w="med" len="med"/>
            </a:ln>
          </p:spPr>
        </p:cxnSp>
        <p:sp>
          <p:nvSpPr>
            <p:cNvPr id="23562" name="Oval 10"/>
            <p:cNvSpPr/>
            <p:nvPr/>
          </p:nvSpPr>
          <p:spPr>
            <a:xfrm>
              <a:off x="6629400" y="1676400"/>
              <a:ext cx="533400" cy="609600"/>
            </a:xfrm>
            <a:prstGeom prst="ellipse">
              <a:avLst/>
            </a:prstGeom>
            <a:noFill/>
            <a:ln w="28575" cap="flat" cmpd="sng">
              <a:solidFill>
                <a:srgbClr val="002060"/>
              </a:solidFill>
              <a:prstDash val="solid"/>
              <a:headEnd type="none" w="med" len="med"/>
              <a:tailEnd type="none" w="med" len="med"/>
            </a:ln>
          </p:spPr>
          <p:txBody>
            <a:bodyPr/>
            <a:lstStyle>
              <a:lvl1pPr marL="342900" indent="-342900" algn="l" rtl="0" eaLnBrk="0" fontAlgn="base" hangingPunct="0">
                <a:spcBef>
                  <a:spcPct val="20000"/>
                </a:spcBef>
                <a:spcAft>
                  <a:spcPct val="0"/>
                </a:spcAft>
                <a:buFont typeface="Arial" panose="020B0604020202020204" pitchFamily="34" charset="0"/>
                <a:buChar char="•"/>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342900" lvl="0" indent="-342900" algn="ctr" eaLnBrk="1" hangingPunct="1">
                <a:buFontTx/>
                <a:buNone/>
              </a:pPr>
              <a:r>
                <a:rPr lang="en-US" altLang="en-US" sz="2000" dirty="0">
                  <a:solidFill>
                    <a:srgbClr val="0033CC"/>
                  </a:solidFill>
                  <a:latin typeface="Arial" panose="020B0604020202020204" pitchFamily="34" charset="0"/>
                </a:rPr>
                <a:t>D</a:t>
              </a:r>
              <a:endParaRPr lang="en-SG" altLang="en-US" sz="2000" dirty="0">
                <a:solidFill>
                  <a:srgbClr val="0033CC"/>
                </a:solidFill>
                <a:latin typeface="Arial" panose="020B0604020202020204" pitchFamily="34" charset="0"/>
              </a:endParaRPr>
            </a:p>
          </p:txBody>
        </p:sp>
        <p:sp>
          <p:nvSpPr>
            <p:cNvPr id="23563" name="Oval 11"/>
            <p:cNvSpPr/>
            <p:nvPr/>
          </p:nvSpPr>
          <p:spPr>
            <a:xfrm>
              <a:off x="6096000" y="3581400"/>
              <a:ext cx="533400" cy="609600"/>
            </a:xfrm>
            <a:prstGeom prst="ellipse">
              <a:avLst/>
            </a:prstGeom>
            <a:noFill/>
            <a:ln w="28575" cap="flat" cmpd="sng">
              <a:solidFill>
                <a:srgbClr val="002060"/>
              </a:solidFill>
              <a:prstDash val="solid"/>
              <a:headEnd type="none" w="med" len="med"/>
              <a:tailEnd type="none" w="med" len="med"/>
            </a:ln>
          </p:spPr>
          <p:txBody>
            <a:bodyPr/>
            <a:lstStyle>
              <a:lvl1pPr marL="342900" indent="-342900" algn="l" rtl="0" eaLnBrk="0" fontAlgn="base" hangingPunct="0">
                <a:spcBef>
                  <a:spcPct val="20000"/>
                </a:spcBef>
                <a:spcAft>
                  <a:spcPct val="0"/>
                </a:spcAft>
                <a:buFont typeface="Arial" panose="020B0604020202020204" pitchFamily="34" charset="0"/>
                <a:buChar char="•"/>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342900" lvl="0" indent="-342900" algn="ctr" eaLnBrk="1" hangingPunct="1">
                <a:buFontTx/>
                <a:buNone/>
              </a:pPr>
              <a:r>
                <a:rPr lang="en-US" altLang="en-US" sz="2000" dirty="0">
                  <a:solidFill>
                    <a:srgbClr val="0033CC"/>
                  </a:solidFill>
                  <a:latin typeface="Arial" panose="020B0604020202020204" pitchFamily="34" charset="0"/>
                </a:rPr>
                <a:t>E</a:t>
              </a:r>
              <a:endParaRPr lang="en-SG" altLang="en-US" sz="2000" dirty="0">
                <a:solidFill>
                  <a:srgbClr val="0033CC"/>
                </a:solidFill>
                <a:latin typeface="Arial" panose="020B0604020202020204" pitchFamily="34" charset="0"/>
              </a:endParaRPr>
            </a:p>
          </p:txBody>
        </p:sp>
        <p:cxnSp>
          <p:nvCxnSpPr>
            <p:cNvPr id="23564" name="Straight Connector 12"/>
            <p:cNvCxnSpPr>
              <a:stCxn id="23559" idx="6"/>
              <a:endCxn id="23562" idx="2"/>
            </p:cNvCxnSpPr>
            <p:nvPr/>
          </p:nvCxnSpPr>
          <p:spPr>
            <a:xfrm flipV="1">
              <a:off x="5486400" y="1981200"/>
              <a:ext cx="1143000" cy="381000"/>
            </a:xfrm>
            <a:prstGeom prst="line">
              <a:avLst/>
            </a:prstGeom>
            <a:ln w="38100" cap="flat" cmpd="sng">
              <a:solidFill>
                <a:srgbClr val="002060"/>
              </a:solidFill>
              <a:prstDash val="solid"/>
              <a:headEnd type="none" w="med" len="med"/>
              <a:tailEnd type="none" w="med" len="med"/>
            </a:ln>
          </p:spPr>
        </p:cxnSp>
        <p:cxnSp>
          <p:nvCxnSpPr>
            <p:cNvPr id="23565" name="Straight Connector 13"/>
            <p:cNvCxnSpPr>
              <a:stCxn id="23559" idx="5"/>
              <a:endCxn id="23563" idx="1"/>
            </p:cNvCxnSpPr>
            <p:nvPr/>
          </p:nvCxnSpPr>
          <p:spPr>
            <a:xfrm rot="-5400000" flipH="1">
              <a:off x="5245100" y="2741612"/>
              <a:ext cx="1092200" cy="765175"/>
            </a:xfrm>
            <a:prstGeom prst="line">
              <a:avLst/>
            </a:prstGeom>
            <a:ln w="38100" cap="flat" cmpd="sng">
              <a:solidFill>
                <a:srgbClr val="002060"/>
              </a:solidFill>
              <a:prstDash val="solid"/>
              <a:headEnd type="none" w="med" len="med"/>
              <a:tailEnd type="none" w="med" len="med"/>
            </a:ln>
          </p:spPr>
        </p:cxnSp>
        <p:sp>
          <p:nvSpPr>
            <p:cNvPr id="23566" name="Oval 14"/>
            <p:cNvSpPr/>
            <p:nvPr/>
          </p:nvSpPr>
          <p:spPr>
            <a:xfrm>
              <a:off x="1981200" y="2819400"/>
              <a:ext cx="533400" cy="609600"/>
            </a:xfrm>
            <a:prstGeom prst="ellipse">
              <a:avLst/>
            </a:prstGeom>
            <a:noFill/>
            <a:ln w="28575" cap="flat" cmpd="sng">
              <a:solidFill>
                <a:srgbClr val="002060"/>
              </a:solidFill>
              <a:prstDash val="solid"/>
              <a:headEnd type="none" w="med" len="med"/>
              <a:tailEnd type="none" w="med" len="med"/>
            </a:ln>
          </p:spPr>
          <p:txBody>
            <a:bodyPr/>
            <a:lstStyle>
              <a:lvl1pPr marL="342900" indent="-342900" algn="l" rtl="0" eaLnBrk="0" fontAlgn="base" hangingPunct="0">
                <a:spcBef>
                  <a:spcPct val="20000"/>
                </a:spcBef>
                <a:spcAft>
                  <a:spcPct val="0"/>
                </a:spcAft>
                <a:buFont typeface="Arial" panose="020B0604020202020204" pitchFamily="34" charset="0"/>
                <a:buChar char="•"/>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342900" lvl="0" indent="-342900" algn="ctr" eaLnBrk="1" hangingPunct="1">
                <a:buFontTx/>
                <a:buNone/>
              </a:pPr>
              <a:r>
                <a:rPr lang="en-US" altLang="en-US" sz="2000" dirty="0">
                  <a:solidFill>
                    <a:srgbClr val="0033CC"/>
                  </a:solidFill>
                  <a:latin typeface="Arial" panose="020B0604020202020204" pitchFamily="34" charset="0"/>
                </a:rPr>
                <a:t>F</a:t>
              </a:r>
              <a:endParaRPr lang="en-SG" altLang="en-US" sz="2000" dirty="0">
                <a:solidFill>
                  <a:srgbClr val="0033CC"/>
                </a:solidFill>
                <a:latin typeface="Arial" panose="020B0604020202020204" pitchFamily="34" charset="0"/>
              </a:endParaRPr>
            </a:p>
          </p:txBody>
        </p:sp>
        <p:cxnSp>
          <p:nvCxnSpPr>
            <p:cNvPr id="23567" name="Straight Connector 15"/>
            <p:cNvCxnSpPr>
              <a:stCxn id="23566" idx="7"/>
              <a:endCxn id="23558" idx="2"/>
            </p:cNvCxnSpPr>
            <p:nvPr/>
          </p:nvCxnSpPr>
          <p:spPr>
            <a:xfrm rot="5400000" flipH="1" flipV="1">
              <a:off x="2659856" y="2215356"/>
              <a:ext cx="469900" cy="915987"/>
            </a:xfrm>
            <a:prstGeom prst="line">
              <a:avLst/>
            </a:prstGeom>
            <a:ln w="38100" cap="flat" cmpd="sng">
              <a:solidFill>
                <a:srgbClr val="002060"/>
              </a:solidFill>
              <a:prstDash val="solid"/>
              <a:headEnd type="none" w="med" len="med"/>
              <a:tailEnd type="none" w="med" len="med"/>
            </a:ln>
          </p:spPr>
        </p:cxnSp>
        <p:cxnSp>
          <p:nvCxnSpPr>
            <p:cNvPr id="23568" name="Straight Connector 16"/>
            <p:cNvCxnSpPr>
              <a:stCxn id="23566" idx="5"/>
              <a:endCxn id="23557" idx="2"/>
            </p:cNvCxnSpPr>
            <p:nvPr/>
          </p:nvCxnSpPr>
          <p:spPr>
            <a:xfrm rot="-5400000" flipH="1">
              <a:off x="2736056" y="3040856"/>
              <a:ext cx="698500" cy="1296987"/>
            </a:xfrm>
            <a:prstGeom prst="line">
              <a:avLst/>
            </a:prstGeom>
            <a:ln w="38100" cap="flat" cmpd="sng">
              <a:solidFill>
                <a:srgbClr val="002060"/>
              </a:solidFill>
              <a:prstDash val="solid"/>
              <a:headEnd type="none" w="med" len="med"/>
              <a:tailEnd type="none" w="med" len="med"/>
            </a:ln>
          </p:spPr>
        </p:cxnSp>
        <p:cxnSp>
          <p:nvCxnSpPr>
            <p:cNvPr id="23569" name="Straight Connector 17"/>
            <p:cNvCxnSpPr>
              <a:stCxn id="23557" idx="6"/>
              <a:endCxn id="23563" idx="2"/>
            </p:cNvCxnSpPr>
            <p:nvPr/>
          </p:nvCxnSpPr>
          <p:spPr>
            <a:xfrm flipV="1">
              <a:off x="4267200" y="3886200"/>
              <a:ext cx="1828800" cy="152400"/>
            </a:xfrm>
            <a:prstGeom prst="line">
              <a:avLst/>
            </a:prstGeom>
            <a:ln w="38100" cap="flat" cmpd="sng">
              <a:solidFill>
                <a:srgbClr val="002060"/>
              </a:solidFill>
              <a:prstDash val="solid"/>
              <a:headEnd type="none" w="med" len="med"/>
              <a:tailEnd type="none" w="med" len="med"/>
            </a:ln>
          </p:spPr>
        </p:cxnSp>
        <p:cxnSp>
          <p:nvCxnSpPr>
            <p:cNvPr id="23570" name="Straight Connector 18"/>
            <p:cNvCxnSpPr>
              <a:stCxn id="23563" idx="7"/>
              <a:endCxn id="23562" idx="4"/>
            </p:cNvCxnSpPr>
            <p:nvPr/>
          </p:nvCxnSpPr>
          <p:spPr>
            <a:xfrm rot="5400000" flipH="1" flipV="1">
              <a:off x="6031706" y="2805906"/>
              <a:ext cx="1384300" cy="344487"/>
            </a:xfrm>
            <a:prstGeom prst="line">
              <a:avLst/>
            </a:prstGeom>
            <a:ln w="38100" cap="flat" cmpd="sng">
              <a:solidFill>
                <a:srgbClr val="002060"/>
              </a:solidFill>
              <a:prstDash val="solid"/>
              <a:headEnd type="none" w="med" len="med"/>
              <a:tailEnd type="none" w="med" len="med"/>
            </a:ln>
          </p:spPr>
        </p:cxnSp>
        <p:cxnSp>
          <p:nvCxnSpPr>
            <p:cNvPr id="23571" name="Straight Connector 19"/>
            <p:cNvCxnSpPr>
              <a:stCxn id="23559" idx="3"/>
              <a:endCxn id="23557" idx="7"/>
            </p:cNvCxnSpPr>
            <p:nvPr/>
          </p:nvCxnSpPr>
          <p:spPr>
            <a:xfrm rot="5400000">
              <a:off x="3987800" y="2779712"/>
              <a:ext cx="1244600" cy="841375"/>
            </a:xfrm>
            <a:prstGeom prst="line">
              <a:avLst/>
            </a:prstGeom>
            <a:ln w="38100" cap="flat" cmpd="sng">
              <a:solidFill>
                <a:srgbClr val="002060"/>
              </a:solidFill>
              <a:prstDash val="solid"/>
              <a:headEnd type="none" w="med" len="med"/>
              <a:tailEnd type="none" w="med" len="med"/>
            </a:ln>
          </p:spPr>
        </p:cxnSp>
        <p:cxnSp>
          <p:nvCxnSpPr>
            <p:cNvPr id="23572" name="Straight Connector 22"/>
            <p:cNvCxnSpPr>
              <a:stCxn id="23562" idx="1"/>
              <a:endCxn id="23558" idx="0"/>
            </p:cNvCxnSpPr>
            <p:nvPr/>
          </p:nvCxnSpPr>
          <p:spPr>
            <a:xfrm rot="-5400000" flipH="1" flipV="1">
              <a:off x="4979194" y="405606"/>
              <a:ext cx="368300" cy="3087688"/>
            </a:xfrm>
            <a:prstGeom prst="curvedConnector3">
              <a:avLst>
                <a:gd name="adj1" fmla="val -86398"/>
              </a:avLst>
            </a:prstGeom>
            <a:ln w="38100" cap="flat" cmpd="sng">
              <a:solidFill>
                <a:srgbClr val="002060"/>
              </a:solidFill>
              <a:prstDash val="solid"/>
              <a:headEnd type="none" w="med" len="med"/>
              <a:tailEnd type="none" w="med" len="med"/>
            </a:ln>
          </p:spPr>
        </p:cxnSp>
        <p:cxnSp>
          <p:nvCxnSpPr>
            <p:cNvPr id="23573" name="Straight Connector 22"/>
            <p:cNvCxnSpPr>
              <a:stCxn id="23557" idx="5"/>
              <a:endCxn id="23557" idx="2"/>
            </p:cNvCxnSpPr>
            <p:nvPr/>
          </p:nvCxnSpPr>
          <p:spPr>
            <a:xfrm rot="5400000" flipH="1">
              <a:off x="3853656" y="3918743"/>
              <a:ext cx="215900" cy="455613"/>
            </a:xfrm>
            <a:prstGeom prst="curvedConnector4">
              <a:avLst>
                <a:gd name="adj1" fmla="val -280468"/>
                <a:gd name="adj2" fmla="val 219157"/>
              </a:avLst>
            </a:prstGeom>
            <a:ln w="38100" cap="flat" cmpd="sng">
              <a:solidFill>
                <a:srgbClr val="002060"/>
              </a:solidFill>
              <a:prstDash val="solid"/>
              <a:headEnd type="none" w="med" len="med"/>
              <a:tailEnd type="none" w="med" len="med"/>
            </a:ln>
          </p:spPr>
        </p:cxnSp>
        <p:sp>
          <p:nvSpPr>
            <p:cNvPr id="23574" name="TextBox 25"/>
            <p:cNvSpPr txBox="1"/>
            <p:nvPr/>
          </p:nvSpPr>
          <p:spPr>
            <a:xfrm>
              <a:off x="2590800" y="2362200"/>
              <a:ext cx="457200" cy="338554"/>
            </a:xfrm>
            <a:prstGeom prst="rect">
              <a:avLst/>
            </a:prstGeom>
            <a:noFill/>
            <a:ln w="9525">
              <a:noFill/>
            </a:ln>
          </p:spPr>
          <p:txBody>
            <a:bodyPr>
              <a:spAutoFit/>
            </a:bodyPr>
            <a:lstStyle>
              <a:lvl1pPr marL="342900" indent="-342900" algn="l" rtl="0" eaLnBrk="0" fontAlgn="base" hangingPunct="0">
                <a:spcBef>
                  <a:spcPct val="20000"/>
                </a:spcBef>
                <a:spcAft>
                  <a:spcPct val="0"/>
                </a:spcAft>
                <a:buFont typeface="Arial" panose="020B0604020202020204" pitchFamily="34" charset="0"/>
                <a:buChar char="•"/>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eaLnBrk="1" hangingPunct="1">
                <a:spcBef>
                  <a:spcPct val="0"/>
                </a:spcBef>
                <a:buFontTx/>
                <a:buNone/>
              </a:pPr>
              <a:r>
                <a:rPr lang="en-US" altLang="en-US" sz="1600" b="1" dirty="0">
                  <a:solidFill>
                    <a:srgbClr val="002060"/>
                  </a:solidFill>
                  <a:latin typeface="VNI-Helve" pitchFamily="2" charset="0"/>
                </a:rPr>
                <a:t>10</a:t>
              </a:r>
              <a:endParaRPr lang="en-SG" altLang="en-US" sz="1600" b="1" dirty="0">
                <a:solidFill>
                  <a:srgbClr val="002060"/>
                </a:solidFill>
                <a:latin typeface="VNI-Helve" pitchFamily="2" charset="0"/>
              </a:endParaRPr>
            </a:p>
          </p:txBody>
        </p:sp>
        <p:sp>
          <p:nvSpPr>
            <p:cNvPr id="23575" name="TextBox 26"/>
            <p:cNvSpPr txBox="1"/>
            <p:nvPr/>
          </p:nvSpPr>
          <p:spPr>
            <a:xfrm>
              <a:off x="4191000" y="2057400"/>
              <a:ext cx="457200" cy="338554"/>
            </a:xfrm>
            <a:prstGeom prst="rect">
              <a:avLst/>
            </a:prstGeom>
            <a:noFill/>
            <a:ln w="9525">
              <a:noFill/>
            </a:ln>
          </p:spPr>
          <p:txBody>
            <a:bodyPr>
              <a:spAutoFit/>
            </a:bodyPr>
            <a:lstStyle>
              <a:lvl1pPr marL="342900" indent="-342900" algn="l" rtl="0" eaLnBrk="0" fontAlgn="base" hangingPunct="0">
                <a:spcBef>
                  <a:spcPct val="20000"/>
                </a:spcBef>
                <a:spcAft>
                  <a:spcPct val="0"/>
                </a:spcAft>
                <a:buFont typeface="Arial" panose="020B0604020202020204" pitchFamily="34" charset="0"/>
                <a:buChar char="•"/>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eaLnBrk="1" hangingPunct="1">
                <a:spcBef>
                  <a:spcPct val="0"/>
                </a:spcBef>
                <a:buFontTx/>
                <a:buNone/>
              </a:pPr>
              <a:r>
                <a:rPr lang="en-US" altLang="en-US" sz="1600" b="1" dirty="0">
                  <a:solidFill>
                    <a:srgbClr val="002060"/>
                  </a:solidFill>
                  <a:latin typeface="VNI-Helve" pitchFamily="2" charset="0"/>
                </a:rPr>
                <a:t>12</a:t>
              </a:r>
              <a:endParaRPr lang="en-SG" altLang="en-US" sz="1600" b="1" dirty="0">
                <a:solidFill>
                  <a:srgbClr val="002060"/>
                </a:solidFill>
                <a:latin typeface="VNI-Helve" pitchFamily="2" charset="0"/>
              </a:endParaRPr>
            </a:p>
          </p:txBody>
        </p:sp>
        <p:sp>
          <p:nvSpPr>
            <p:cNvPr id="23576" name="TextBox 27"/>
            <p:cNvSpPr txBox="1"/>
            <p:nvPr/>
          </p:nvSpPr>
          <p:spPr>
            <a:xfrm>
              <a:off x="2971800" y="3352800"/>
              <a:ext cx="457200" cy="338554"/>
            </a:xfrm>
            <a:prstGeom prst="rect">
              <a:avLst/>
            </a:prstGeom>
            <a:noFill/>
            <a:ln w="9525">
              <a:noFill/>
            </a:ln>
          </p:spPr>
          <p:txBody>
            <a:bodyPr>
              <a:spAutoFit/>
            </a:bodyPr>
            <a:lstStyle>
              <a:lvl1pPr marL="342900" indent="-342900" algn="l" rtl="0" eaLnBrk="0" fontAlgn="base" hangingPunct="0">
                <a:spcBef>
                  <a:spcPct val="20000"/>
                </a:spcBef>
                <a:spcAft>
                  <a:spcPct val="0"/>
                </a:spcAft>
                <a:buFont typeface="Arial" panose="020B0604020202020204" pitchFamily="34" charset="0"/>
                <a:buChar char="•"/>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algn="ctr" eaLnBrk="1" hangingPunct="1">
                <a:spcBef>
                  <a:spcPct val="0"/>
                </a:spcBef>
                <a:buFontTx/>
                <a:buNone/>
              </a:pPr>
              <a:r>
                <a:rPr lang="en-US" altLang="en-US" sz="1600" b="1" dirty="0">
                  <a:solidFill>
                    <a:srgbClr val="002060"/>
                  </a:solidFill>
                  <a:latin typeface="VNI-Helve" pitchFamily="2" charset="0"/>
                </a:rPr>
                <a:t>9</a:t>
              </a:r>
              <a:endParaRPr lang="en-SG" altLang="en-US" sz="1600" b="1" dirty="0">
                <a:solidFill>
                  <a:srgbClr val="002060"/>
                </a:solidFill>
                <a:latin typeface="VNI-Helve" pitchFamily="2" charset="0"/>
              </a:endParaRPr>
            </a:p>
          </p:txBody>
        </p:sp>
        <p:sp>
          <p:nvSpPr>
            <p:cNvPr id="23577" name="TextBox 28"/>
            <p:cNvSpPr txBox="1"/>
            <p:nvPr/>
          </p:nvSpPr>
          <p:spPr>
            <a:xfrm>
              <a:off x="3733800" y="2819400"/>
              <a:ext cx="457200" cy="338554"/>
            </a:xfrm>
            <a:prstGeom prst="rect">
              <a:avLst/>
            </a:prstGeom>
            <a:noFill/>
            <a:ln w="9525">
              <a:noFill/>
            </a:ln>
          </p:spPr>
          <p:txBody>
            <a:bodyPr>
              <a:spAutoFit/>
            </a:bodyPr>
            <a:lstStyle>
              <a:lvl1pPr marL="342900" indent="-342900" algn="l" rtl="0" eaLnBrk="0" fontAlgn="base" hangingPunct="0">
                <a:spcBef>
                  <a:spcPct val="20000"/>
                </a:spcBef>
                <a:spcAft>
                  <a:spcPct val="0"/>
                </a:spcAft>
                <a:buFont typeface="Arial" panose="020B0604020202020204" pitchFamily="34" charset="0"/>
                <a:buChar char="•"/>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algn="ctr" eaLnBrk="1" hangingPunct="1">
                <a:spcBef>
                  <a:spcPct val="0"/>
                </a:spcBef>
                <a:buFontTx/>
                <a:buNone/>
              </a:pPr>
              <a:r>
                <a:rPr lang="en-US" altLang="en-US" sz="1600" b="1" dirty="0">
                  <a:solidFill>
                    <a:srgbClr val="002060"/>
                  </a:solidFill>
                  <a:latin typeface="VNI-Helve" pitchFamily="2" charset="0"/>
                </a:rPr>
                <a:t>7</a:t>
              </a:r>
              <a:endParaRPr lang="en-SG" altLang="en-US" sz="1600" b="1" dirty="0">
                <a:solidFill>
                  <a:srgbClr val="002060"/>
                </a:solidFill>
                <a:latin typeface="VNI-Helve" pitchFamily="2" charset="0"/>
              </a:endParaRPr>
            </a:p>
          </p:txBody>
        </p:sp>
        <p:sp>
          <p:nvSpPr>
            <p:cNvPr id="23578" name="TextBox 29"/>
            <p:cNvSpPr txBox="1"/>
            <p:nvPr/>
          </p:nvSpPr>
          <p:spPr>
            <a:xfrm>
              <a:off x="4572000" y="3124200"/>
              <a:ext cx="457200" cy="338554"/>
            </a:xfrm>
            <a:prstGeom prst="rect">
              <a:avLst/>
            </a:prstGeom>
            <a:noFill/>
            <a:ln w="9525">
              <a:noFill/>
            </a:ln>
          </p:spPr>
          <p:txBody>
            <a:bodyPr>
              <a:spAutoFit/>
            </a:bodyPr>
            <a:lstStyle>
              <a:lvl1pPr marL="342900" indent="-342900" algn="l" rtl="0" eaLnBrk="0" fontAlgn="base" hangingPunct="0">
                <a:spcBef>
                  <a:spcPct val="20000"/>
                </a:spcBef>
                <a:spcAft>
                  <a:spcPct val="0"/>
                </a:spcAft>
                <a:buFont typeface="Arial" panose="020B0604020202020204" pitchFamily="34" charset="0"/>
                <a:buChar char="•"/>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algn="ctr" eaLnBrk="1" hangingPunct="1">
                <a:spcBef>
                  <a:spcPct val="0"/>
                </a:spcBef>
                <a:buFontTx/>
                <a:buNone/>
              </a:pPr>
              <a:r>
                <a:rPr lang="en-US" altLang="en-US" sz="1600" b="1" dirty="0">
                  <a:solidFill>
                    <a:srgbClr val="002060"/>
                  </a:solidFill>
                  <a:latin typeface="VNI-Helve" pitchFamily="2" charset="0"/>
                </a:rPr>
                <a:t>15</a:t>
              </a:r>
              <a:endParaRPr lang="en-SG" altLang="en-US" sz="1600" b="1" dirty="0">
                <a:solidFill>
                  <a:srgbClr val="002060"/>
                </a:solidFill>
                <a:latin typeface="VNI-Helve" pitchFamily="2" charset="0"/>
              </a:endParaRPr>
            </a:p>
          </p:txBody>
        </p:sp>
        <p:sp>
          <p:nvSpPr>
            <p:cNvPr id="23579" name="TextBox 30"/>
            <p:cNvSpPr txBox="1"/>
            <p:nvPr/>
          </p:nvSpPr>
          <p:spPr>
            <a:xfrm>
              <a:off x="5638800" y="2667000"/>
              <a:ext cx="457200" cy="338554"/>
            </a:xfrm>
            <a:prstGeom prst="rect">
              <a:avLst/>
            </a:prstGeom>
            <a:noFill/>
            <a:ln w="9525">
              <a:noFill/>
            </a:ln>
          </p:spPr>
          <p:txBody>
            <a:bodyPr>
              <a:spAutoFit/>
            </a:bodyPr>
            <a:lstStyle>
              <a:lvl1pPr marL="342900" indent="-342900" algn="l" rtl="0" eaLnBrk="0" fontAlgn="base" hangingPunct="0">
                <a:spcBef>
                  <a:spcPct val="20000"/>
                </a:spcBef>
                <a:spcAft>
                  <a:spcPct val="0"/>
                </a:spcAft>
                <a:buFont typeface="Arial" panose="020B0604020202020204" pitchFamily="34" charset="0"/>
                <a:buChar char="•"/>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algn="ctr" eaLnBrk="1" hangingPunct="1">
                <a:spcBef>
                  <a:spcPct val="0"/>
                </a:spcBef>
                <a:buFontTx/>
                <a:buNone/>
              </a:pPr>
              <a:r>
                <a:rPr lang="en-US" altLang="en-US" sz="1600" b="1" dirty="0">
                  <a:solidFill>
                    <a:srgbClr val="002060"/>
                  </a:solidFill>
                  <a:latin typeface="VNI-Helve" pitchFamily="2" charset="0"/>
                </a:rPr>
                <a:t>6</a:t>
              </a:r>
              <a:endParaRPr lang="en-SG" altLang="en-US" sz="1600" b="1" dirty="0">
                <a:solidFill>
                  <a:srgbClr val="002060"/>
                </a:solidFill>
                <a:latin typeface="VNI-Helve" pitchFamily="2" charset="0"/>
              </a:endParaRPr>
            </a:p>
          </p:txBody>
        </p:sp>
        <p:sp>
          <p:nvSpPr>
            <p:cNvPr id="23580" name="TextBox 31"/>
            <p:cNvSpPr txBox="1"/>
            <p:nvPr/>
          </p:nvSpPr>
          <p:spPr>
            <a:xfrm>
              <a:off x="5029200" y="1143000"/>
              <a:ext cx="457200" cy="338554"/>
            </a:xfrm>
            <a:prstGeom prst="rect">
              <a:avLst/>
            </a:prstGeom>
            <a:noFill/>
            <a:ln w="9525">
              <a:noFill/>
            </a:ln>
          </p:spPr>
          <p:txBody>
            <a:bodyPr>
              <a:spAutoFit/>
            </a:bodyPr>
            <a:lstStyle>
              <a:lvl1pPr marL="342900" indent="-342900" algn="l" rtl="0" eaLnBrk="0" fontAlgn="base" hangingPunct="0">
                <a:spcBef>
                  <a:spcPct val="20000"/>
                </a:spcBef>
                <a:spcAft>
                  <a:spcPct val="0"/>
                </a:spcAft>
                <a:buFont typeface="Arial" panose="020B0604020202020204" pitchFamily="34" charset="0"/>
                <a:buChar char="•"/>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algn="ctr" eaLnBrk="1" hangingPunct="1">
                <a:spcBef>
                  <a:spcPct val="0"/>
                </a:spcBef>
                <a:buFontTx/>
                <a:buNone/>
              </a:pPr>
              <a:r>
                <a:rPr lang="en-US" altLang="en-US" sz="1600" b="1" dirty="0">
                  <a:solidFill>
                    <a:srgbClr val="002060"/>
                  </a:solidFill>
                  <a:latin typeface="VNI-Helve" pitchFamily="2" charset="0"/>
                </a:rPr>
                <a:t>5</a:t>
              </a:r>
              <a:endParaRPr lang="en-SG" altLang="en-US" sz="1600" b="1" dirty="0">
                <a:solidFill>
                  <a:srgbClr val="002060"/>
                </a:solidFill>
                <a:latin typeface="VNI-Helve" pitchFamily="2" charset="0"/>
              </a:endParaRPr>
            </a:p>
          </p:txBody>
        </p:sp>
        <p:sp>
          <p:nvSpPr>
            <p:cNvPr id="23581" name="TextBox 32"/>
            <p:cNvSpPr txBox="1"/>
            <p:nvPr/>
          </p:nvSpPr>
          <p:spPr>
            <a:xfrm>
              <a:off x="6629400" y="2819400"/>
              <a:ext cx="457200" cy="338554"/>
            </a:xfrm>
            <a:prstGeom prst="rect">
              <a:avLst/>
            </a:prstGeom>
            <a:noFill/>
            <a:ln w="9525">
              <a:noFill/>
            </a:ln>
          </p:spPr>
          <p:txBody>
            <a:bodyPr>
              <a:spAutoFit/>
            </a:bodyPr>
            <a:lstStyle>
              <a:lvl1pPr marL="342900" indent="-342900" algn="l" rtl="0" eaLnBrk="0" fontAlgn="base" hangingPunct="0">
                <a:spcBef>
                  <a:spcPct val="20000"/>
                </a:spcBef>
                <a:spcAft>
                  <a:spcPct val="0"/>
                </a:spcAft>
                <a:buFont typeface="Arial" panose="020B0604020202020204" pitchFamily="34" charset="0"/>
                <a:buChar char="•"/>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algn="ctr" eaLnBrk="1" hangingPunct="1">
                <a:spcBef>
                  <a:spcPct val="0"/>
                </a:spcBef>
                <a:buFontTx/>
                <a:buNone/>
              </a:pPr>
              <a:r>
                <a:rPr lang="en-US" altLang="en-US" sz="1600" b="1" dirty="0">
                  <a:solidFill>
                    <a:srgbClr val="002060"/>
                  </a:solidFill>
                  <a:latin typeface="VNI-Helve" pitchFamily="2" charset="0"/>
                </a:rPr>
                <a:t>5</a:t>
              </a:r>
              <a:endParaRPr lang="en-SG" altLang="en-US" sz="1600" b="1" dirty="0">
                <a:solidFill>
                  <a:srgbClr val="002060"/>
                </a:solidFill>
                <a:latin typeface="VNI-Helve" pitchFamily="2" charset="0"/>
              </a:endParaRPr>
            </a:p>
          </p:txBody>
        </p:sp>
        <p:sp>
          <p:nvSpPr>
            <p:cNvPr id="23582" name="TextBox 33"/>
            <p:cNvSpPr txBox="1"/>
            <p:nvPr/>
          </p:nvSpPr>
          <p:spPr>
            <a:xfrm>
              <a:off x="4800600" y="3886200"/>
              <a:ext cx="457200" cy="338554"/>
            </a:xfrm>
            <a:prstGeom prst="rect">
              <a:avLst/>
            </a:prstGeom>
            <a:noFill/>
            <a:ln w="9525">
              <a:noFill/>
            </a:ln>
          </p:spPr>
          <p:txBody>
            <a:bodyPr>
              <a:spAutoFit/>
            </a:bodyPr>
            <a:lstStyle>
              <a:lvl1pPr marL="342900" indent="-342900" algn="l" rtl="0" eaLnBrk="0" fontAlgn="base" hangingPunct="0">
                <a:spcBef>
                  <a:spcPct val="20000"/>
                </a:spcBef>
                <a:spcAft>
                  <a:spcPct val="0"/>
                </a:spcAft>
                <a:buFont typeface="Arial" panose="020B0604020202020204" pitchFamily="34" charset="0"/>
                <a:buChar char="•"/>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algn="ctr" eaLnBrk="1" hangingPunct="1">
                <a:spcBef>
                  <a:spcPct val="0"/>
                </a:spcBef>
                <a:buFontTx/>
                <a:buNone/>
              </a:pPr>
              <a:r>
                <a:rPr lang="en-US" altLang="en-US" sz="1600" b="1" dirty="0">
                  <a:solidFill>
                    <a:srgbClr val="002060"/>
                  </a:solidFill>
                  <a:latin typeface="VNI-Helve" pitchFamily="2" charset="0"/>
                </a:rPr>
                <a:t>10</a:t>
              </a:r>
              <a:endParaRPr lang="en-SG" altLang="en-US" sz="1600" b="1" dirty="0">
                <a:solidFill>
                  <a:srgbClr val="002060"/>
                </a:solidFill>
                <a:latin typeface="VNI-Helve" pitchFamily="2" charset="0"/>
              </a:endParaRPr>
            </a:p>
          </p:txBody>
        </p:sp>
        <p:sp>
          <p:nvSpPr>
            <p:cNvPr id="23583" name="TextBox 34"/>
            <p:cNvSpPr txBox="1"/>
            <p:nvPr/>
          </p:nvSpPr>
          <p:spPr>
            <a:xfrm>
              <a:off x="3276600" y="4419600"/>
              <a:ext cx="457200" cy="338554"/>
            </a:xfrm>
            <a:prstGeom prst="rect">
              <a:avLst/>
            </a:prstGeom>
            <a:noFill/>
            <a:ln w="9525">
              <a:noFill/>
            </a:ln>
          </p:spPr>
          <p:txBody>
            <a:bodyPr>
              <a:spAutoFit/>
            </a:bodyPr>
            <a:lstStyle>
              <a:lvl1pPr marL="342900" indent="-342900" algn="l" rtl="0" eaLnBrk="0" fontAlgn="base" hangingPunct="0">
                <a:spcBef>
                  <a:spcPct val="20000"/>
                </a:spcBef>
                <a:spcAft>
                  <a:spcPct val="0"/>
                </a:spcAft>
                <a:buFont typeface="Arial" panose="020B0604020202020204" pitchFamily="34" charset="0"/>
                <a:buChar char="•"/>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algn="ctr" eaLnBrk="1" hangingPunct="1">
                <a:spcBef>
                  <a:spcPct val="0"/>
                </a:spcBef>
                <a:buFontTx/>
                <a:buNone/>
              </a:pPr>
              <a:r>
                <a:rPr lang="en-US" altLang="en-US" sz="1600" b="1" dirty="0">
                  <a:solidFill>
                    <a:srgbClr val="002060"/>
                  </a:solidFill>
                  <a:latin typeface="VNI-Helve" pitchFamily="2" charset="0"/>
                </a:rPr>
                <a:t>8</a:t>
              </a:r>
              <a:endParaRPr lang="en-SG" altLang="en-US" sz="1600" b="1" dirty="0">
                <a:solidFill>
                  <a:srgbClr val="002060"/>
                </a:solidFill>
                <a:latin typeface="VNI-Helve" pitchFamily="2" charset="0"/>
              </a:endParaRPr>
            </a:p>
          </p:txBody>
        </p:sp>
        <p:sp>
          <p:nvSpPr>
            <p:cNvPr id="23584" name="TextBox 37"/>
            <p:cNvSpPr txBox="1"/>
            <p:nvPr/>
          </p:nvSpPr>
          <p:spPr>
            <a:xfrm>
              <a:off x="5715000" y="1828800"/>
              <a:ext cx="457200" cy="338554"/>
            </a:xfrm>
            <a:prstGeom prst="rect">
              <a:avLst/>
            </a:prstGeom>
            <a:noFill/>
            <a:ln w="9525">
              <a:noFill/>
            </a:ln>
          </p:spPr>
          <p:txBody>
            <a:bodyPr>
              <a:spAutoFit/>
            </a:bodyPr>
            <a:lstStyle>
              <a:lvl1pPr marL="342900" indent="-342900" algn="l" rtl="0" eaLnBrk="0" fontAlgn="base" hangingPunct="0">
                <a:spcBef>
                  <a:spcPct val="20000"/>
                </a:spcBef>
                <a:spcAft>
                  <a:spcPct val="0"/>
                </a:spcAft>
                <a:buFont typeface="Arial" panose="020B0604020202020204" pitchFamily="34" charset="0"/>
                <a:buChar char="•"/>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eaLnBrk="1" hangingPunct="1">
                <a:spcBef>
                  <a:spcPct val="0"/>
                </a:spcBef>
                <a:buFontTx/>
                <a:buNone/>
              </a:pPr>
              <a:r>
                <a:rPr lang="en-US" altLang="en-US" sz="1600" b="1" dirty="0">
                  <a:solidFill>
                    <a:srgbClr val="002060"/>
                  </a:solidFill>
                  <a:latin typeface="VNI-Helve" pitchFamily="2" charset="0"/>
                </a:rPr>
                <a:t>16</a:t>
              </a:r>
              <a:endParaRPr lang="en-SG" altLang="en-US" sz="1600" b="1" dirty="0">
                <a:solidFill>
                  <a:srgbClr val="002060"/>
                </a:solidFill>
                <a:latin typeface="VNI-Helve" pitchFamily="2" charset="0"/>
              </a:endParaRPr>
            </a:p>
          </p:txBody>
        </p:sp>
      </p:grpSp>
      <p:sp>
        <p:nvSpPr>
          <p:cNvPr id="23556" name="Rectangle 2"/>
          <p:cNvSpPr/>
          <p:nvPr/>
        </p:nvSpPr>
        <p:spPr>
          <a:xfrm>
            <a:off x="1257300" y="266700"/>
            <a:ext cx="7391400" cy="701675"/>
          </a:xfrm>
          <a:prstGeom prst="rect">
            <a:avLst/>
          </a:prstGeom>
          <a:noFill/>
          <a:ln w="9525">
            <a:noFill/>
          </a:ln>
        </p:spPr>
        <p:txBody>
          <a:bodyPr anchor="ctr" anchorCtr="0">
            <a:spAutoFit/>
          </a:bodyPr>
          <a:lstStyle>
            <a:lvl1pPr marL="342900" indent="-342900" algn="l" rtl="0" eaLnBrk="0" fontAlgn="base" hangingPunct="0">
              <a:spcBef>
                <a:spcPct val="20000"/>
              </a:spcBef>
              <a:spcAft>
                <a:spcPct val="0"/>
              </a:spcAft>
              <a:buFont typeface="Arial" panose="020B0604020202020204" pitchFamily="34" charset="0"/>
              <a:buChar char="•"/>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algn="ctr" eaLnBrk="1" hangingPunct="1">
              <a:spcBef>
                <a:spcPct val="0"/>
              </a:spcBef>
              <a:buFontTx/>
              <a:buNone/>
            </a:pPr>
            <a:r>
              <a:rPr lang="en-US" altLang="en-US" sz="4000" b="1" dirty="0">
                <a:solidFill>
                  <a:srgbClr val="CC3300"/>
                </a:solidFill>
              </a:rPr>
              <a:t>Ex.</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Footer Placeholder 4"/>
          <p:cNvSpPr txBox="1">
            <a:spLocks noGrp="1"/>
          </p:cNvSpPr>
          <p:nvPr>
            <p:ph type="ftr" sz="quarter" idx="11"/>
          </p:nvPr>
        </p:nvSpPr>
        <p:spPr>
          <a:noFill/>
          <a:ln>
            <a:noFill/>
          </a:ln>
        </p:spPr>
        <p:txBody>
          <a:bodyPr anchor="ctr" anchorCtr="0"/>
          <a:lstStyle/>
          <a:p>
            <a:pPr marL="0" indent="0" algn="ctr" eaLnBrk="1" hangingPunct="1">
              <a:spcBef>
                <a:spcPct val="0"/>
              </a:spcBef>
              <a:buFontTx/>
              <a:buNone/>
            </a:pPr>
            <a:r>
              <a:rPr lang="en-US" altLang="en-US" sz="1200" dirty="0">
                <a:solidFill>
                  <a:srgbClr val="898989"/>
                </a:solidFill>
                <a:latin typeface="Arial" panose="020B0604020202020204" pitchFamily="34" charset="0"/>
              </a:rPr>
              <a:t>Data Structures and Algorithms in Java </a:t>
            </a:r>
          </a:p>
        </p:txBody>
      </p:sp>
      <p:sp>
        <p:nvSpPr>
          <p:cNvPr id="24579" name="Slide Number Placeholder 5"/>
          <p:cNvSpPr txBox="1">
            <a:spLocks noGrp="1"/>
          </p:cNvSpPr>
          <p:nvPr>
            <p:ph type="sldNum" sz="quarter" idx="12"/>
          </p:nvPr>
        </p:nvSpPr>
        <p:spPr>
          <a:noFill/>
          <a:ln>
            <a:noFill/>
          </a:ln>
        </p:spPr>
        <p:txBody>
          <a:bodyPr anchor="ctr" anchorCtr="0"/>
          <a:lstStyle/>
          <a:p>
            <a:pPr marL="0" indent="0" algn="r" eaLnBrk="1" hangingPunct="1">
              <a:spcBef>
                <a:spcPct val="0"/>
              </a:spcBef>
              <a:buFontTx/>
              <a:buNone/>
            </a:pPr>
            <a:fld id="{9A0DB2DC-4C9A-4742-B13C-FB6460FD3503}" type="slidenum">
              <a:rPr lang="en-US" altLang="zh-CN" sz="1200" dirty="0">
                <a:solidFill>
                  <a:srgbClr val="898989"/>
                </a:solidFill>
                <a:latin typeface="Arial" panose="020B0604020202020204" pitchFamily="34" charset="0"/>
                <a:ea typeface="SimSun" panose="02010600030101010101" pitchFamily="2" charset="-122"/>
              </a:rPr>
              <a:t>13</a:t>
            </a:fld>
            <a:r>
              <a:rPr lang="en-US" altLang="en-US" sz="1200" dirty="0">
                <a:solidFill>
                  <a:srgbClr val="898989"/>
                </a:solidFill>
                <a:latin typeface="Arial" panose="020B0604020202020204" pitchFamily="34" charset="0"/>
              </a:rPr>
              <a:t>/30</a:t>
            </a:r>
          </a:p>
        </p:txBody>
      </p:sp>
      <p:sp>
        <p:nvSpPr>
          <p:cNvPr id="24580" name="Rectangle 2"/>
          <p:cNvSpPr>
            <a:spLocks noGrp="1"/>
          </p:cNvSpPr>
          <p:nvPr>
            <p:ph type="title"/>
          </p:nvPr>
        </p:nvSpPr>
        <p:spPr>
          <a:xfrm>
            <a:off x="838200" y="411163"/>
            <a:ext cx="7772400" cy="701675"/>
          </a:xfrm>
        </p:spPr>
        <p:txBody>
          <a:bodyPr vert="horz" wrap="square" lIns="91440" tIns="45720" rIns="91440" bIns="45720" anchor="ctr" anchorCtr="0">
            <a:spAutoFit/>
          </a:bodyPr>
          <a:lstStyle/>
          <a:p>
            <a:r>
              <a:rPr lang="en-US" altLang="en-US" sz="4000" b="1" dirty="0">
                <a:solidFill>
                  <a:srgbClr val="CC3300"/>
                </a:solidFill>
              </a:rPr>
              <a:t>Euler cycle and paths</a:t>
            </a:r>
          </a:p>
        </p:txBody>
      </p:sp>
      <p:sp>
        <p:nvSpPr>
          <p:cNvPr id="24581" name="Text Box 3"/>
          <p:cNvSpPr txBox="1"/>
          <p:nvPr/>
        </p:nvSpPr>
        <p:spPr>
          <a:xfrm>
            <a:off x="533400" y="1295400"/>
            <a:ext cx="8077200" cy="2227263"/>
          </a:xfrm>
          <a:prstGeom prst="rect">
            <a:avLst/>
          </a:prstGeom>
          <a:noFill/>
          <a:ln w="9525">
            <a:noFill/>
          </a:ln>
        </p:spPr>
        <p:txBody>
          <a:bodyPr>
            <a:spAutoFit/>
          </a:bodyPr>
          <a:lstStyle>
            <a:lvl1pPr marL="342900" indent="-342900" algn="l" rtl="0" eaLnBrk="0" fontAlgn="base" hangingPunct="0">
              <a:spcBef>
                <a:spcPct val="20000"/>
              </a:spcBef>
              <a:spcAft>
                <a:spcPct val="0"/>
              </a:spcAft>
              <a:buFont typeface="Arial" panose="020B0604020202020204" pitchFamily="34" charset="0"/>
              <a:buChar char="•"/>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a:spcBef>
                <a:spcPct val="0"/>
              </a:spcBef>
              <a:buFontTx/>
              <a:buNone/>
            </a:pPr>
            <a:r>
              <a:rPr lang="en-US" altLang="en-US" sz="2800" b="1" i="1" dirty="0">
                <a:solidFill>
                  <a:srgbClr val="FF3300"/>
                </a:solidFill>
                <a:latin typeface="Times New Roman" panose="02020603050405020304" pitchFamily="18" charset="0"/>
              </a:rPr>
              <a:t>Euler path</a:t>
            </a:r>
            <a:r>
              <a:rPr lang="en-US" altLang="en-US" sz="2800" dirty="0">
                <a:latin typeface="Times New Roman" panose="02020603050405020304" pitchFamily="18" charset="0"/>
              </a:rPr>
              <a:t>:  a path traversing all the edges of the graph</a:t>
            </a:r>
            <a:br>
              <a:rPr lang="en-US" altLang="en-US" sz="2800" dirty="0">
                <a:latin typeface="Times New Roman" panose="02020603050405020304" pitchFamily="18" charset="0"/>
              </a:rPr>
            </a:br>
            <a:r>
              <a:rPr lang="en-US" altLang="en-US" sz="2800" dirty="0">
                <a:latin typeface="Times New Roman" panose="02020603050405020304" pitchFamily="18" charset="0"/>
              </a:rPr>
              <a:t>                     exactly once</a:t>
            </a:r>
          </a:p>
          <a:p>
            <a:pPr marL="0" lvl="0" indent="0">
              <a:spcBef>
                <a:spcPct val="0"/>
              </a:spcBef>
              <a:buFontTx/>
              <a:buNone/>
            </a:pPr>
            <a:r>
              <a:rPr lang="en-US" altLang="en-US" sz="2800" b="1" i="1" dirty="0">
                <a:solidFill>
                  <a:srgbClr val="FF3300"/>
                </a:solidFill>
                <a:latin typeface="Times New Roman" panose="02020603050405020304" pitchFamily="18" charset="0"/>
              </a:rPr>
              <a:t>Euler cycle</a:t>
            </a:r>
            <a:r>
              <a:rPr lang="en-US" altLang="en-US" sz="2800" dirty="0">
                <a:latin typeface="Times New Roman" panose="02020603050405020304" pitchFamily="18" charset="0"/>
              </a:rPr>
              <a:t>: a cycle traversing all the edges of the 			graph exactly once</a:t>
            </a:r>
          </a:p>
          <a:p>
            <a:pPr marL="0" lvl="0" indent="0">
              <a:spcBef>
                <a:spcPct val="0"/>
              </a:spcBef>
              <a:buFontTx/>
              <a:buNone/>
            </a:pPr>
            <a:endParaRPr lang="en-US" altLang="en-US" sz="2800" dirty="0">
              <a:latin typeface="Times New Roman" panose="02020603050405020304" pitchFamily="18" charset="0"/>
            </a:endParaRPr>
          </a:p>
        </p:txBody>
      </p:sp>
      <p:grpSp>
        <p:nvGrpSpPr>
          <p:cNvPr id="24582" name="Group 4"/>
          <p:cNvGrpSpPr/>
          <p:nvPr/>
        </p:nvGrpSpPr>
        <p:grpSpPr>
          <a:xfrm>
            <a:off x="565150" y="3429000"/>
            <a:ext cx="7816850" cy="2651125"/>
            <a:chOff x="192" y="1968"/>
            <a:chExt cx="4924" cy="1670"/>
          </a:xfrm>
        </p:grpSpPr>
        <p:sp>
          <p:nvSpPr>
            <p:cNvPr id="24583" name="Oval 5"/>
            <p:cNvSpPr/>
            <p:nvPr/>
          </p:nvSpPr>
          <p:spPr>
            <a:xfrm>
              <a:off x="384" y="1968"/>
              <a:ext cx="48" cy="48"/>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Font typeface="Arial" panose="020B0604020202020204" pitchFamily="34" charset="0"/>
                <a:buChar char="•"/>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eaLnBrk="1" hangingPunct="1">
                <a:spcBef>
                  <a:spcPct val="0"/>
                </a:spcBef>
                <a:buFontTx/>
                <a:buNone/>
              </a:pPr>
              <a:endParaRPr lang="en-US" altLang="en-US" sz="4400" b="1" dirty="0">
                <a:latin typeface="Arial" panose="020B0604020202020204" pitchFamily="34" charset="0"/>
              </a:endParaRPr>
            </a:p>
          </p:txBody>
        </p:sp>
        <p:sp>
          <p:nvSpPr>
            <p:cNvPr id="24584" name="Oval 6"/>
            <p:cNvSpPr/>
            <p:nvPr/>
          </p:nvSpPr>
          <p:spPr>
            <a:xfrm>
              <a:off x="384" y="2448"/>
              <a:ext cx="48" cy="48"/>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Font typeface="Arial" panose="020B0604020202020204" pitchFamily="34" charset="0"/>
                <a:buChar char="•"/>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eaLnBrk="1" hangingPunct="1">
                <a:spcBef>
                  <a:spcPct val="0"/>
                </a:spcBef>
                <a:buFontTx/>
                <a:buNone/>
              </a:pPr>
              <a:endParaRPr lang="en-US" altLang="en-US" sz="4400" b="1" dirty="0">
                <a:latin typeface="Arial" panose="020B0604020202020204" pitchFamily="34" charset="0"/>
              </a:endParaRPr>
            </a:p>
          </p:txBody>
        </p:sp>
        <p:sp>
          <p:nvSpPr>
            <p:cNvPr id="24585" name="Oval 7"/>
            <p:cNvSpPr/>
            <p:nvPr/>
          </p:nvSpPr>
          <p:spPr>
            <a:xfrm>
              <a:off x="672" y="2208"/>
              <a:ext cx="48" cy="48"/>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Font typeface="Arial" panose="020B0604020202020204" pitchFamily="34" charset="0"/>
                <a:buChar char="•"/>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eaLnBrk="1" hangingPunct="1">
                <a:spcBef>
                  <a:spcPct val="0"/>
                </a:spcBef>
                <a:buFontTx/>
                <a:buNone/>
              </a:pPr>
              <a:endParaRPr lang="en-US" altLang="en-US" sz="4400" b="1" dirty="0">
                <a:latin typeface="Arial" panose="020B0604020202020204" pitchFamily="34" charset="0"/>
              </a:endParaRPr>
            </a:p>
          </p:txBody>
        </p:sp>
        <p:sp>
          <p:nvSpPr>
            <p:cNvPr id="24586" name="Oval 8"/>
            <p:cNvSpPr/>
            <p:nvPr/>
          </p:nvSpPr>
          <p:spPr>
            <a:xfrm>
              <a:off x="912" y="1968"/>
              <a:ext cx="48" cy="48"/>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Font typeface="Arial" panose="020B0604020202020204" pitchFamily="34" charset="0"/>
                <a:buChar char="•"/>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eaLnBrk="1" hangingPunct="1">
                <a:spcBef>
                  <a:spcPct val="0"/>
                </a:spcBef>
                <a:buFontTx/>
                <a:buNone/>
              </a:pPr>
              <a:endParaRPr lang="en-US" altLang="en-US" sz="4400" b="1" dirty="0">
                <a:latin typeface="Arial" panose="020B0604020202020204" pitchFamily="34" charset="0"/>
              </a:endParaRPr>
            </a:p>
          </p:txBody>
        </p:sp>
        <p:sp>
          <p:nvSpPr>
            <p:cNvPr id="24587" name="Oval 9"/>
            <p:cNvSpPr/>
            <p:nvPr/>
          </p:nvSpPr>
          <p:spPr>
            <a:xfrm>
              <a:off x="912" y="2448"/>
              <a:ext cx="48" cy="48"/>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Font typeface="Arial" panose="020B0604020202020204" pitchFamily="34" charset="0"/>
                <a:buChar char="•"/>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eaLnBrk="1" hangingPunct="1">
                <a:spcBef>
                  <a:spcPct val="0"/>
                </a:spcBef>
                <a:buFontTx/>
                <a:buNone/>
              </a:pPr>
              <a:endParaRPr lang="en-US" altLang="en-US" sz="4400" b="1" dirty="0">
                <a:latin typeface="Arial" panose="020B0604020202020204" pitchFamily="34" charset="0"/>
              </a:endParaRPr>
            </a:p>
          </p:txBody>
        </p:sp>
        <p:sp>
          <p:nvSpPr>
            <p:cNvPr id="24588" name="Line 10"/>
            <p:cNvSpPr/>
            <p:nvPr/>
          </p:nvSpPr>
          <p:spPr>
            <a:xfrm>
              <a:off x="432" y="2016"/>
              <a:ext cx="480" cy="0"/>
            </a:xfrm>
            <a:prstGeom prst="line">
              <a:avLst/>
            </a:prstGeom>
            <a:ln w="9525" cap="flat" cmpd="sng">
              <a:solidFill>
                <a:schemeClr val="tx1"/>
              </a:solidFill>
              <a:prstDash val="solid"/>
              <a:headEnd type="none" w="med" len="med"/>
              <a:tailEnd type="none" w="med" len="med"/>
            </a:ln>
          </p:spPr>
        </p:sp>
        <p:sp>
          <p:nvSpPr>
            <p:cNvPr id="24589" name="Oval 11"/>
            <p:cNvSpPr/>
            <p:nvPr/>
          </p:nvSpPr>
          <p:spPr>
            <a:xfrm>
              <a:off x="3072" y="1968"/>
              <a:ext cx="48" cy="48"/>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Font typeface="Arial" panose="020B0604020202020204" pitchFamily="34" charset="0"/>
                <a:buChar char="•"/>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eaLnBrk="1" hangingPunct="1">
                <a:spcBef>
                  <a:spcPct val="0"/>
                </a:spcBef>
                <a:buFontTx/>
                <a:buNone/>
              </a:pPr>
              <a:endParaRPr lang="en-US" altLang="en-US" sz="4400" b="1" dirty="0">
                <a:latin typeface="Arial" panose="020B0604020202020204" pitchFamily="34" charset="0"/>
              </a:endParaRPr>
            </a:p>
          </p:txBody>
        </p:sp>
        <p:sp>
          <p:nvSpPr>
            <p:cNvPr id="24590" name="Oval 12"/>
            <p:cNvSpPr/>
            <p:nvPr/>
          </p:nvSpPr>
          <p:spPr>
            <a:xfrm>
              <a:off x="3072" y="2448"/>
              <a:ext cx="48" cy="48"/>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Font typeface="Arial" panose="020B0604020202020204" pitchFamily="34" charset="0"/>
                <a:buChar char="•"/>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eaLnBrk="1" hangingPunct="1">
                <a:spcBef>
                  <a:spcPct val="0"/>
                </a:spcBef>
                <a:buFontTx/>
                <a:buNone/>
              </a:pPr>
              <a:endParaRPr lang="en-US" altLang="en-US" sz="4400" b="1" dirty="0">
                <a:latin typeface="Arial" panose="020B0604020202020204" pitchFamily="34" charset="0"/>
              </a:endParaRPr>
            </a:p>
          </p:txBody>
        </p:sp>
        <p:sp>
          <p:nvSpPr>
            <p:cNvPr id="24591" name="Oval 13"/>
            <p:cNvSpPr/>
            <p:nvPr/>
          </p:nvSpPr>
          <p:spPr>
            <a:xfrm>
              <a:off x="3360" y="2208"/>
              <a:ext cx="48" cy="48"/>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Font typeface="Arial" panose="020B0604020202020204" pitchFamily="34" charset="0"/>
                <a:buChar char="•"/>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eaLnBrk="1" hangingPunct="1">
                <a:spcBef>
                  <a:spcPct val="0"/>
                </a:spcBef>
                <a:buFontTx/>
                <a:buNone/>
              </a:pPr>
              <a:endParaRPr lang="en-US" altLang="en-US" sz="4400" b="1" dirty="0">
                <a:latin typeface="Arial" panose="020B0604020202020204" pitchFamily="34" charset="0"/>
              </a:endParaRPr>
            </a:p>
          </p:txBody>
        </p:sp>
        <p:sp>
          <p:nvSpPr>
            <p:cNvPr id="24592" name="Oval 14"/>
            <p:cNvSpPr/>
            <p:nvPr/>
          </p:nvSpPr>
          <p:spPr>
            <a:xfrm>
              <a:off x="3600" y="1968"/>
              <a:ext cx="48" cy="48"/>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Font typeface="Arial" panose="020B0604020202020204" pitchFamily="34" charset="0"/>
                <a:buChar char="•"/>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eaLnBrk="1" hangingPunct="1">
                <a:spcBef>
                  <a:spcPct val="0"/>
                </a:spcBef>
                <a:buFontTx/>
                <a:buNone/>
              </a:pPr>
              <a:endParaRPr lang="en-US" altLang="en-US" sz="4400" b="1" dirty="0">
                <a:latin typeface="Arial" panose="020B0604020202020204" pitchFamily="34" charset="0"/>
              </a:endParaRPr>
            </a:p>
          </p:txBody>
        </p:sp>
        <p:sp>
          <p:nvSpPr>
            <p:cNvPr id="24593" name="Oval 15"/>
            <p:cNvSpPr/>
            <p:nvPr/>
          </p:nvSpPr>
          <p:spPr>
            <a:xfrm>
              <a:off x="3600" y="2448"/>
              <a:ext cx="48" cy="48"/>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Font typeface="Arial" panose="020B0604020202020204" pitchFamily="34" charset="0"/>
                <a:buChar char="•"/>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eaLnBrk="1" hangingPunct="1">
                <a:spcBef>
                  <a:spcPct val="0"/>
                </a:spcBef>
                <a:buFontTx/>
                <a:buNone/>
              </a:pPr>
              <a:endParaRPr lang="en-US" altLang="en-US" sz="4400" b="1" dirty="0">
                <a:latin typeface="Arial" panose="020B0604020202020204" pitchFamily="34" charset="0"/>
              </a:endParaRPr>
            </a:p>
          </p:txBody>
        </p:sp>
        <p:sp>
          <p:nvSpPr>
            <p:cNvPr id="24594" name="Line 16"/>
            <p:cNvSpPr/>
            <p:nvPr/>
          </p:nvSpPr>
          <p:spPr>
            <a:xfrm>
              <a:off x="3120" y="2016"/>
              <a:ext cx="240" cy="192"/>
            </a:xfrm>
            <a:prstGeom prst="line">
              <a:avLst/>
            </a:prstGeom>
            <a:ln w="9525" cap="flat" cmpd="sng">
              <a:solidFill>
                <a:schemeClr val="tx1"/>
              </a:solidFill>
              <a:prstDash val="solid"/>
              <a:headEnd type="none" w="med" len="med"/>
              <a:tailEnd type="none" w="med" len="med"/>
            </a:ln>
          </p:spPr>
        </p:sp>
        <p:sp>
          <p:nvSpPr>
            <p:cNvPr id="24595" name="Line 17"/>
            <p:cNvSpPr/>
            <p:nvPr/>
          </p:nvSpPr>
          <p:spPr>
            <a:xfrm flipH="1">
              <a:off x="3408" y="2016"/>
              <a:ext cx="192" cy="192"/>
            </a:xfrm>
            <a:prstGeom prst="line">
              <a:avLst/>
            </a:prstGeom>
            <a:ln w="9525" cap="flat" cmpd="sng">
              <a:solidFill>
                <a:schemeClr val="tx1"/>
              </a:solidFill>
              <a:prstDash val="solid"/>
              <a:headEnd type="none" w="med" len="med"/>
              <a:tailEnd type="none" w="med" len="med"/>
            </a:ln>
          </p:spPr>
        </p:sp>
        <p:sp>
          <p:nvSpPr>
            <p:cNvPr id="24596" name="Line 18"/>
            <p:cNvSpPr/>
            <p:nvPr/>
          </p:nvSpPr>
          <p:spPr>
            <a:xfrm flipV="1">
              <a:off x="3120" y="2256"/>
              <a:ext cx="240" cy="192"/>
            </a:xfrm>
            <a:prstGeom prst="line">
              <a:avLst/>
            </a:prstGeom>
            <a:ln w="9525" cap="flat" cmpd="sng">
              <a:solidFill>
                <a:schemeClr val="tx1"/>
              </a:solidFill>
              <a:prstDash val="solid"/>
              <a:headEnd type="none" w="med" len="med"/>
              <a:tailEnd type="none" w="med" len="med"/>
            </a:ln>
          </p:spPr>
        </p:sp>
        <p:sp>
          <p:nvSpPr>
            <p:cNvPr id="24597" name="Line 19"/>
            <p:cNvSpPr/>
            <p:nvPr/>
          </p:nvSpPr>
          <p:spPr>
            <a:xfrm>
              <a:off x="3408" y="2256"/>
              <a:ext cx="192" cy="192"/>
            </a:xfrm>
            <a:prstGeom prst="line">
              <a:avLst/>
            </a:prstGeom>
            <a:ln w="9525" cap="flat" cmpd="sng">
              <a:solidFill>
                <a:schemeClr val="tx1"/>
              </a:solidFill>
              <a:prstDash val="solid"/>
              <a:headEnd type="none" w="med" len="med"/>
              <a:tailEnd type="none" w="med" len="med"/>
            </a:ln>
          </p:spPr>
        </p:sp>
        <p:sp>
          <p:nvSpPr>
            <p:cNvPr id="24598" name="Line 20"/>
            <p:cNvSpPr/>
            <p:nvPr/>
          </p:nvSpPr>
          <p:spPr>
            <a:xfrm>
              <a:off x="3120" y="2016"/>
              <a:ext cx="480" cy="0"/>
            </a:xfrm>
            <a:prstGeom prst="line">
              <a:avLst/>
            </a:prstGeom>
            <a:ln w="9525" cap="flat" cmpd="sng">
              <a:solidFill>
                <a:schemeClr val="tx1"/>
              </a:solidFill>
              <a:prstDash val="solid"/>
              <a:headEnd type="none" w="med" len="med"/>
              <a:tailEnd type="none" w="med" len="med"/>
            </a:ln>
          </p:spPr>
        </p:sp>
        <p:sp>
          <p:nvSpPr>
            <p:cNvPr id="24599" name="Line 21"/>
            <p:cNvSpPr/>
            <p:nvPr/>
          </p:nvSpPr>
          <p:spPr>
            <a:xfrm>
              <a:off x="3120" y="2448"/>
              <a:ext cx="480" cy="0"/>
            </a:xfrm>
            <a:prstGeom prst="line">
              <a:avLst/>
            </a:prstGeom>
            <a:ln w="9525" cap="flat" cmpd="sng">
              <a:solidFill>
                <a:schemeClr val="tx1"/>
              </a:solidFill>
              <a:prstDash val="solid"/>
              <a:headEnd type="none" w="med" len="med"/>
              <a:tailEnd type="none" w="med" len="med"/>
            </a:ln>
          </p:spPr>
        </p:sp>
        <p:sp>
          <p:nvSpPr>
            <p:cNvPr id="24600" name="Line 22"/>
            <p:cNvSpPr/>
            <p:nvPr/>
          </p:nvSpPr>
          <p:spPr>
            <a:xfrm>
              <a:off x="3120" y="2016"/>
              <a:ext cx="0" cy="432"/>
            </a:xfrm>
            <a:prstGeom prst="line">
              <a:avLst/>
            </a:prstGeom>
            <a:ln w="9525" cap="flat" cmpd="sng">
              <a:solidFill>
                <a:schemeClr val="tx1"/>
              </a:solidFill>
              <a:prstDash val="solid"/>
              <a:headEnd type="none" w="med" len="med"/>
              <a:tailEnd type="none" w="med" len="med"/>
            </a:ln>
          </p:spPr>
        </p:sp>
        <p:sp>
          <p:nvSpPr>
            <p:cNvPr id="24601" name="Line 23"/>
            <p:cNvSpPr/>
            <p:nvPr/>
          </p:nvSpPr>
          <p:spPr>
            <a:xfrm>
              <a:off x="3600" y="2016"/>
              <a:ext cx="0" cy="432"/>
            </a:xfrm>
            <a:prstGeom prst="line">
              <a:avLst/>
            </a:prstGeom>
            <a:ln w="9525" cap="flat" cmpd="sng">
              <a:solidFill>
                <a:schemeClr val="tx1"/>
              </a:solidFill>
              <a:prstDash val="solid"/>
              <a:headEnd type="none" w="med" len="med"/>
              <a:tailEnd type="none" w="med" len="med"/>
            </a:ln>
          </p:spPr>
        </p:sp>
        <p:sp>
          <p:nvSpPr>
            <p:cNvPr id="24602" name="Line 24"/>
            <p:cNvSpPr/>
            <p:nvPr/>
          </p:nvSpPr>
          <p:spPr>
            <a:xfrm>
              <a:off x="432" y="2016"/>
              <a:ext cx="480" cy="0"/>
            </a:xfrm>
            <a:prstGeom prst="line">
              <a:avLst/>
            </a:prstGeom>
            <a:ln w="28575" cap="flat" cmpd="sng">
              <a:solidFill>
                <a:srgbClr val="FF3300"/>
              </a:solidFill>
              <a:prstDash val="solid"/>
              <a:headEnd type="none" w="med" len="med"/>
              <a:tailEnd type="none" w="med" len="med"/>
            </a:ln>
          </p:spPr>
        </p:sp>
        <p:sp>
          <p:nvSpPr>
            <p:cNvPr id="24603" name="Line 25"/>
            <p:cNvSpPr/>
            <p:nvPr/>
          </p:nvSpPr>
          <p:spPr>
            <a:xfrm flipH="1">
              <a:off x="720" y="2016"/>
              <a:ext cx="192" cy="192"/>
            </a:xfrm>
            <a:prstGeom prst="line">
              <a:avLst/>
            </a:prstGeom>
            <a:ln w="9525" cap="flat" cmpd="sng">
              <a:solidFill>
                <a:schemeClr val="tx1"/>
              </a:solidFill>
              <a:prstDash val="solid"/>
              <a:headEnd type="none" w="med" len="med"/>
              <a:tailEnd type="none" w="med" len="med"/>
            </a:ln>
          </p:spPr>
        </p:sp>
        <p:sp>
          <p:nvSpPr>
            <p:cNvPr id="24604" name="Line 26"/>
            <p:cNvSpPr/>
            <p:nvPr/>
          </p:nvSpPr>
          <p:spPr>
            <a:xfrm>
              <a:off x="720" y="2256"/>
              <a:ext cx="192" cy="192"/>
            </a:xfrm>
            <a:prstGeom prst="line">
              <a:avLst/>
            </a:prstGeom>
            <a:ln w="9525" cap="flat" cmpd="sng">
              <a:solidFill>
                <a:schemeClr val="tx1"/>
              </a:solidFill>
              <a:prstDash val="solid"/>
              <a:headEnd type="none" w="med" len="med"/>
              <a:tailEnd type="none" w="med" len="med"/>
            </a:ln>
          </p:spPr>
        </p:sp>
        <p:sp>
          <p:nvSpPr>
            <p:cNvPr id="24605" name="Line 27"/>
            <p:cNvSpPr/>
            <p:nvPr/>
          </p:nvSpPr>
          <p:spPr>
            <a:xfrm flipH="1">
              <a:off x="432" y="2256"/>
              <a:ext cx="240" cy="192"/>
            </a:xfrm>
            <a:prstGeom prst="line">
              <a:avLst/>
            </a:prstGeom>
            <a:ln w="9525" cap="flat" cmpd="sng">
              <a:solidFill>
                <a:schemeClr val="tx1"/>
              </a:solidFill>
              <a:prstDash val="solid"/>
              <a:headEnd type="none" w="med" len="med"/>
              <a:tailEnd type="none" w="med" len="med"/>
            </a:ln>
          </p:spPr>
        </p:sp>
        <p:sp>
          <p:nvSpPr>
            <p:cNvPr id="24606" name="Line 28"/>
            <p:cNvSpPr/>
            <p:nvPr/>
          </p:nvSpPr>
          <p:spPr>
            <a:xfrm>
              <a:off x="432" y="2016"/>
              <a:ext cx="240" cy="192"/>
            </a:xfrm>
            <a:prstGeom prst="line">
              <a:avLst/>
            </a:prstGeom>
            <a:ln w="9525" cap="flat" cmpd="sng">
              <a:solidFill>
                <a:schemeClr val="tx1"/>
              </a:solidFill>
              <a:prstDash val="solid"/>
              <a:headEnd type="none" w="med" len="med"/>
              <a:tailEnd type="none" w="med" len="med"/>
            </a:ln>
          </p:spPr>
        </p:sp>
        <p:sp>
          <p:nvSpPr>
            <p:cNvPr id="24607" name="Line 29"/>
            <p:cNvSpPr/>
            <p:nvPr/>
          </p:nvSpPr>
          <p:spPr>
            <a:xfrm>
              <a:off x="432" y="2448"/>
              <a:ext cx="480" cy="0"/>
            </a:xfrm>
            <a:prstGeom prst="line">
              <a:avLst/>
            </a:prstGeom>
            <a:ln w="9525" cap="flat" cmpd="sng">
              <a:solidFill>
                <a:schemeClr val="tx1"/>
              </a:solidFill>
              <a:prstDash val="solid"/>
              <a:headEnd type="none" w="med" len="med"/>
              <a:tailEnd type="none" w="med" len="med"/>
            </a:ln>
          </p:spPr>
        </p:sp>
        <p:sp>
          <p:nvSpPr>
            <p:cNvPr id="24608" name="Line 30"/>
            <p:cNvSpPr/>
            <p:nvPr/>
          </p:nvSpPr>
          <p:spPr>
            <a:xfrm flipH="1">
              <a:off x="720" y="2016"/>
              <a:ext cx="192" cy="192"/>
            </a:xfrm>
            <a:prstGeom prst="line">
              <a:avLst/>
            </a:prstGeom>
            <a:ln w="28575" cap="flat" cmpd="sng">
              <a:solidFill>
                <a:srgbClr val="FF3300"/>
              </a:solidFill>
              <a:prstDash val="solid"/>
              <a:headEnd type="none" w="med" len="med"/>
              <a:tailEnd type="none" w="med" len="med"/>
            </a:ln>
          </p:spPr>
        </p:sp>
        <p:sp>
          <p:nvSpPr>
            <p:cNvPr id="24609" name="Line 31"/>
            <p:cNvSpPr/>
            <p:nvPr/>
          </p:nvSpPr>
          <p:spPr>
            <a:xfrm flipH="1">
              <a:off x="432" y="2256"/>
              <a:ext cx="240" cy="192"/>
            </a:xfrm>
            <a:prstGeom prst="line">
              <a:avLst/>
            </a:prstGeom>
            <a:ln w="28575" cap="flat" cmpd="sng">
              <a:solidFill>
                <a:srgbClr val="FF3300"/>
              </a:solidFill>
              <a:prstDash val="solid"/>
              <a:headEnd type="none" w="med" len="med"/>
              <a:tailEnd type="none" w="med" len="med"/>
            </a:ln>
          </p:spPr>
        </p:sp>
        <p:sp>
          <p:nvSpPr>
            <p:cNvPr id="24610" name="Line 32"/>
            <p:cNvSpPr/>
            <p:nvPr/>
          </p:nvSpPr>
          <p:spPr>
            <a:xfrm>
              <a:off x="432" y="2448"/>
              <a:ext cx="480" cy="0"/>
            </a:xfrm>
            <a:prstGeom prst="line">
              <a:avLst/>
            </a:prstGeom>
            <a:ln w="28575" cap="flat" cmpd="sng">
              <a:solidFill>
                <a:srgbClr val="FF3300"/>
              </a:solidFill>
              <a:prstDash val="solid"/>
              <a:headEnd type="none" w="med" len="med"/>
              <a:tailEnd type="none" w="med" len="med"/>
            </a:ln>
          </p:spPr>
        </p:sp>
        <p:sp>
          <p:nvSpPr>
            <p:cNvPr id="24611" name="Line 33"/>
            <p:cNvSpPr/>
            <p:nvPr/>
          </p:nvSpPr>
          <p:spPr>
            <a:xfrm>
              <a:off x="720" y="2256"/>
              <a:ext cx="192" cy="192"/>
            </a:xfrm>
            <a:prstGeom prst="line">
              <a:avLst/>
            </a:prstGeom>
            <a:ln w="28575" cap="flat" cmpd="sng">
              <a:solidFill>
                <a:srgbClr val="FF3300"/>
              </a:solidFill>
              <a:prstDash val="solid"/>
              <a:headEnd type="none" w="med" len="med"/>
              <a:tailEnd type="none" w="med" len="med"/>
            </a:ln>
          </p:spPr>
        </p:sp>
        <p:sp>
          <p:nvSpPr>
            <p:cNvPr id="24612" name="Line 34"/>
            <p:cNvSpPr/>
            <p:nvPr/>
          </p:nvSpPr>
          <p:spPr>
            <a:xfrm>
              <a:off x="432" y="2016"/>
              <a:ext cx="240" cy="192"/>
            </a:xfrm>
            <a:prstGeom prst="line">
              <a:avLst/>
            </a:prstGeom>
            <a:ln w="28575" cap="flat" cmpd="sng">
              <a:solidFill>
                <a:srgbClr val="FF3300"/>
              </a:solidFill>
              <a:prstDash val="solid"/>
              <a:headEnd type="none" w="med" len="med"/>
              <a:tailEnd type="none" w="med" len="med"/>
            </a:ln>
          </p:spPr>
        </p:sp>
        <p:sp>
          <p:nvSpPr>
            <p:cNvPr id="24613" name="Text Box 35"/>
            <p:cNvSpPr txBox="1"/>
            <p:nvPr/>
          </p:nvSpPr>
          <p:spPr>
            <a:xfrm>
              <a:off x="1056" y="2064"/>
              <a:ext cx="1378" cy="288"/>
            </a:xfrm>
            <a:prstGeom prst="rect">
              <a:avLst/>
            </a:prstGeom>
            <a:noFill/>
            <a:ln w="9525">
              <a:noFill/>
            </a:ln>
          </p:spPr>
          <p:txBody>
            <a:bodyPr wrap="none">
              <a:spAutoFit/>
            </a:bodyPr>
            <a:lstStyle>
              <a:lvl1pPr marL="342900" indent="-342900" algn="l" rtl="0" eaLnBrk="0" fontAlgn="base" hangingPunct="0">
                <a:spcBef>
                  <a:spcPct val="20000"/>
                </a:spcBef>
                <a:spcAft>
                  <a:spcPct val="0"/>
                </a:spcAft>
                <a:buFont typeface="Arial" panose="020B0604020202020204" pitchFamily="34" charset="0"/>
                <a:buChar char="•"/>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a:spcBef>
                  <a:spcPct val="0"/>
                </a:spcBef>
                <a:buFontTx/>
                <a:buNone/>
              </a:pPr>
              <a:r>
                <a:rPr lang="en-US" altLang="en-US" sz="2400" dirty="0">
                  <a:latin typeface="Times New Roman" panose="02020603050405020304" pitchFamily="18" charset="0"/>
                </a:rPr>
                <a:t> Has Euler cycle</a:t>
              </a:r>
            </a:p>
          </p:txBody>
        </p:sp>
        <p:grpSp>
          <p:nvGrpSpPr>
            <p:cNvPr id="24614" name="Group 36"/>
            <p:cNvGrpSpPr/>
            <p:nvPr/>
          </p:nvGrpSpPr>
          <p:grpSpPr>
            <a:xfrm>
              <a:off x="192" y="3072"/>
              <a:ext cx="2524" cy="566"/>
              <a:chOff x="240" y="3408"/>
              <a:chExt cx="2524" cy="566"/>
            </a:xfrm>
          </p:grpSpPr>
          <p:sp>
            <p:nvSpPr>
              <p:cNvPr id="24616" name="Oval 37"/>
              <p:cNvSpPr/>
              <p:nvPr/>
            </p:nvSpPr>
            <p:spPr>
              <a:xfrm>
                <a:off x="528" y="3408"/>
                <a:ext cx="48" cy="48"/>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Font typeface="Arial" panose="020B0604020202020204" pitchFamily="34" charset="0"/>
                  <a:buChar char="•"/>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eaLnBrk="1" hangingPunct="1">
                  <a:spcBef>
                    <a:spcPct val="0"/>
                  </a:spcBef>
                  <a:buFontTx/>
                  <a:buNone/>
                </a:pPr>
                <a:endParaRPr lang="en-US" altLang="en-US" sz="4400" b="1" dirty="0">
                  <a:latin typeface="Arial" panose="020B0604020202020204" pitchFamily="34" charset="0"/>
                </a:endParaRPr>
              </a:p>
            </p:txBody>
          </p:sp>
          <p:sp>
            <p:nvSpPr>
              <p:cNvPr id="24617" name="Oval 38"/>
              <p:cNvSpPr/>
              <p:nvPr/>
            </p:nvSpPr>
            <p:spPr>
              <a:xfrm>
                <a:off x="528" y="3888"/>
                <a:ext cx="48" cy="48"/>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Font typeface="Arial" panose="020B0604020202020204" pitchFamily="34" charset="0"/>
                  <a:buChar char="•"/>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eaLnBrk="1" hangingPunct="1">
                  <a:spcBef>
                    <a:spcPct val="0"/>
                  </a:spcBef>
                  <a:buFontTx/>
                  <a:buNone/>
                </a:pPr>
                <a:endParaRPr lang="en-US" altLang="en-US" sz="4400" b="1" dirty="0">
                  <a:latin typeface="Arial" panose="020B0604020202020204" pitchFamily="34" charset="0"/>
                </a:endParaRPr>
              </a:p>
            </p:txBody>
          </p:sp>
          <p:sp>
            <p:nvSpPr>
              <p:cNvPr id="24618" name="Oval 39"/>
              <p:cNvSpPr/>
              <p:nvPr/>
            </p:nvSpPr>
            <p:spPr>
              <a:xfrm>
                <a:off x="1056" y="3408"/>
                <a:ext cx="48" cy="48"/>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Font typeface="Arial" panose="020B0604020202020204" pitchFamily="34" charset="0"/>
                  <a:buChar char="•"/>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eaLnBrk="1" hangingPunct="1">
                  <a:spcBef>
                    <a:spcPct val="0"/>
                  </a:spcBef>
                  <a:buFontTx/>
                  <a:buNone/>
                </a:pPr>
                <a:endParaRPr lang="en-US" altLang="en-US" sz="4400" b="1" dirty="0">
                  <a:latin typeface="Arial" panose="020B0604020202020204" pitchFamily="34" charset="0"/>
                </a:endParaRPr>
              </a:p>
            </p:txBody>
          </p:sp>
          <p:sp>
            <p:nvSpPr>
              <p:cNvPr id="24619" name="Oval 40"/>
              <p:cNvSpPr/>
              <p:nvPr/>
            </p:nvSpPr>
            <p:spPr>
              <a:xfrm>
                <a:off x="1056" y="3888"/>
                <a:ext cx="48" cy="48"/>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Font typeface="Arial" panose="020B0604020202020204" pitchFamily="34" charset="0"/>
                  <a:buChar char="•"/>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eaLnBrk="1" hangingPunct="1">
                  <a:spcBef>
                    <a:spcPct val="0"/>
                  </a:spcBef>
                  <a:buFontTx/>
                  <a:buNone/>
                </a:pPr>
                <a:endParaRPr lang="en-US" altLang="en-US" sz="4400" b="1" dirty="0">
                  <a:latin typeface="Arial" panose="020B0604020202020204" pitchFamily="34" charset="0"/>
                </a:endParaRPr>
              </a:p>
            </p:txBody>
          </p:sp>
          <p:sp>
            <p:nvSpPr>
              <p:cNvPr id="24620" name="Line 41"/>
              <p:cNvSpPr/>
              <p:nvPr/>
            </p:nvSpPr>
            <p:spPr>
              <a:xfrm>
                <a:off x="576" y="3456"/>
                <a:ext cx="480" cy="0"/>
              </a:xfrm>
              <a:prstGeom prst="line">
                <a:avLst/>
              </a:prstGeom>
              <a:ln w="9525" cap="flat" cmpd="sng">
                <a:solidFill>
                  <a:schemeClr val="tx1"/>
                </a:solidFill>
                <a:prstDash val="solid"/>
                <a:headEnd type="none" w="med" len="med"/>
                <a:tailEnd type="none" w="med" len="med"/>
              </a:ln>
            </p:spPr>
          </p:sp>
          <p:sp>
            <p:nvSpPr>
              <p:cNvPr id="24621" name="Line 42"/>
              <p:cNvSpPr/>
              <p:nvPr/>
            </p:nvSpPr>
            <p:spPr>
              <a:xfrm>
                <a:off x="576" y="3888"/>
                <a:ext cx="480" cy="0"/>
              </a:xfrm>
              <a:prstGeom prst="line">
                <a:avLst/>
              </a:prstGeom>
              <a:ln w="9525" cap="flat" cmpd="sng">
                <a:solidFill>
                  <a:schemeClr val="tx1"/>
                </a:solidFill>
                <a:prstDash val="solid"/>
                <a:headEnd type="none" w="med" len="med"/>
                <a:tailEnd type="none" w="med" len="med"/>
              </a:ln>
            </p:spPr>
          </p:sp>
          <p:sp>
            <p:nvSpPr>
              <p:cNvPr id="24622" name="Oval 43"/>
              <p:cNvSpPr/>
              <p:nvPr/>
            </p:nvSpPr>
            <p:spPr>
              <a:xfrm>
                <a:off x="240" y="3648"/>
                <a:ext cx="48" cy="48"/>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Font typeface="Arial" panose="020B0604020202020204" pitchFamily="34" charset="0"/>
                  <a:buChar char="•"/>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eaLnBrk="1" hangingPunct="1">
                  <a:spcBef>
                    <a:spcPct val="0"/>
                  </a:spcBef>
                  <a:buFontTx/>
                  <a:buNone/>
                </a:pPr>
                <a:endParaRPr lang="en-US" altLang="en-US" sz="4400" b="1" dirty="0">
                  <a:latin typeface="Arial" panose="020B0604020202020204" pitchFamily="34" charset="0"/>
                </a:endParaRPr>
              </a:p>
            </p:txBody>
          </p:sp>
          <p:sp>
            <p:nvSpPr>
              <p:cNvPr id="24623" name="Line 44"/>
              <p:cNvSpPr/>
              <p:nvPr/>
            </p:nvSpPr>
            <p:spPr>
              <a:xfrm flipH="1">
                <a:off x="288" y="3456"/>
                <a:ext cx="288" cy="240"/>
              </a:xfrm>
              <a:prstGeom prst="line">
                <a:avLst/>
              </a:prstGeom>
              <a:ln w="9525" cap="flat" cmpd="sng">
                <a:solidFill>
                  <a:schemeClr val="tx1"/>
                </a:solidFill>
                <a:prstDash val="solid"/>
                <a:headEnd type="none" w="med" len="med"/>
                <a:tailEnd type="none" w="med" len="med"/>
              </a:ln>
            </p:spPr>
          </p:sp>
          <p:sp>
            <p:nvSpPr>
              <p:cNvPr id="24624" name="Line 45"/>
              <p:cNvSpPr/>
              <p:nvPr/>
            </p:nvSpPr>
            <p:spPr>
              <a:xfrm>
                <a:off x="288" y="3696"/>
                <a:ext cx="288" cy="192"/>
              </a:xfrm>
              <a:prstGeom prst="line">
                <a:avLst/>
              </a:prstGeom>
              <a:ln w="9525" cap="flat" cmpd="sng">
                <a:solidFill>
                  <a:schemeClr val="tx1"/>
                </a:solidFill>
                <a:prstDash val="solid"/>
                <a:headEnd type="none" w="med" len="med"/>
                <a:tailEnd type="none" w="med" len="med"/>
              </a:ln>
            </p:spPr>
          </p:sp>
          <p:sp>
            <p:nvSpPr>
              <p:cNvPr id="24625" name="Line 46"/>
              <p:cNvSpPr/>
              <p:nvPr/>
            </p:nvSpPr>
            <p:spPr>
              <a:xfrm>
                <a:off x="1056" y="3456"/>
                <a:ext cx="0" cy="432"/>
              </a:xfrm>
              <a:prstGeom prst="line">
                <a:avLst/>
              </a:prstGeom>
              <a:ln w="9525" cap="flat" cmpd="sng">
                <a:solidFill>
                  <a:schemeClr val="tx1"/>
                </a:solidFill>
                <a:prstDash val="solid"/>
                <a:headEnd type="none" w="med" len="med"/>
                <a:tailEnd type="none" w="med" len="med"/>
              </a:ln>
            </p:spPr>
          </p:sp>
          <p:sp>
            <p:nvSpPr>
              <p:cNvPr id="24626" name="Line 47"/>
              <p:cNvSpPr/>
              <p:nvPr/>
            </p:nvSpPr>
            <p:spPr>
              <a:xfrm>
                <a:off x="576" y="3456"/>
                <a:ext cx="0" cy="432"/>
              </a:xfrm>
              <a:prstGeom prst="line">
                <a:avLst/>
              </a:prstGeom>
              <a:ln w="9525" cap="flat" cmpd="sng">
                <a:solidFill>
                  <a:schemeClr val="tx1"/>
                </a:solidFill>
                <a:prstDash val="solid"/>
                <a:headEnd type="none" w="med" len="med"/>
                <a:tailEnd type="none" w="med" len="med"/>
              </a:ln>
            </p:spPr>
          </p:sp>
          <p:sp>
            <p:nvSpPr>
              <p:cNvPr id="24627" name="Line 48"/>
              <p:cNvSpPr/>
              <p:nvPr/>
            </p:nvSpPr>
            <p:spPr>
              <a:xfrm flipH="1">
                <a:off x="576" y="3456"/>
                <a:ext cx="480" cy="432"/>
              </a:xfrm>
              <a:prstGeom prst="line">
                <a:avLst/>
              </a:prstGeom>
              <a:ln w="9525" cap="flat" cmpd="sng">
                <a:solidFill>
                  <a:schemeClr val="tx1"/>
                </a:solidFill>
                <a:prstDash val="solid"/>
                <a:headEnd type="none" w="med" len="med"/>
                <a:tailEnd type="none" w="med" len="med"/>
              </a:ln>
            </p:spPr>
          </p:sp>
          <p:sp>
            <p:nvSpPr>
              <p:cNvPr id="24628" name="Line 49"/>
              <p:cNvSpPr/>
              <p:nvPr/>
            </p:nvSpPr>
            <p:spPr>
              <a:xfrm>
                <a:off x="1056" y="3456"/>
                <a:ext cx="0" cy="432"/>
              </a:xfrm>
              <a:prstGeom prst="line">
                <a:avLst/>
              </a:prstGeom>
              <a:ln w="28575" cap="flat" cmpd="sng">
                <a:solidFill>
                  <a:srgbClr val="FF3300"/>
                </a:solidFill>
                <a:prstDash val="solid"/>
                <a:headEnd type="none" w="med" len="med"/>
                <a:tailEnd type="none" w="med" len="med"/>
              </a:ln>
            </p:spPr>
          </p:sp>
          <p:sp>
            <p:nvSpPr>
              <p:cNvPr id="24629" name="Line 50"/>
              <p:cNvSpPr/>
              <p:nvPr/>
            </p:nvSpPr>
            <p:spPr>
              <a:xfrm>
                <a:off x="576" y="3888"/>
                <a:ext cx="480" cy="0"/>
              </a:xfrm>
              <a:prstGeom prst="line">
                <a:avLst/>
              </a:prstGeom>
              <a:ln w="28575" cap="flat" cmpd="sng">
                <a:solidFill>
                  <a:srgbClr val="FF3300"/>
                </a:solidFill>
                <a:prstDash val="solid"/>
                <a:headEnd type="none" w="med" len="med"/>
                <a:tailEnd type="none" w="med" len="med"/>
              </a:ln>
            </p:spPr>
          </p:sp>
          <p:sp>
            <p:nvSpPr>
              <p:cNvPr id="24630" name="Line 51"/>
              <p:cNvSpPr/>
              <p:nvPr/>
            </p:nvSpPr>
            <p:spPr>
              <a:xfrm>
                <a:off x="576" y="3456"/>
                <a:ext cx="0" cy="432"/>
              </a:xfrm>
              <a:prstGeom prst="line">
                <a:avLst/>
              </a:prstGeom>
              <a:ln w="28575" cap="flat" cmpd="sng">
                <a:solidFill>
                  <a:srgbClr val="FF3300"/>
                </a:solidFill>
                <a:prstDash val="solid"/>
                <a:headEnd type="none" w="med" len="med"/>
                <a:tailEnd type="none" w="med" len="med"/>
              </a:ln>
            </p:spPr>
          </p:sp>
          <p:sp>
            <p:nvSpPr>
              <p:cNvPr id="24631" name="Line 52"/>
              <p:cNvSpPr/>
              <p:nvPr/>
            </p:nvSpPr>
            <p:spPr>
              <a:xfrm>
                <a:off x="576" y="3456"/>
                <a:ext cx="480" cy="0"/>
              </a:xfrm>
              <a:prstGeom prst="line">
                <a:avLst/>
              </a:prstGeom>
              <a:ln w="28575" cap="flat" cmpd="sng">
                <a:solidFill>
                  <a:srgbClr val="FF3300"/>
                </a:solidFill>
                <a:prstDash val="solid"/>
                <a:headEnd type="none" w="med" len="med"/>
                <a:tailEnd type="none" w="med" len="med"/>
              </a:ln>
            </p:spPr>
          </p:sp>
          <p:sp>
            <p:nvSpPr>
              <p:cNvPr id="24632" name="Line 53"/>
              <p:cNvSpPr/>
              <p:nvPr/>
            </p:nvSpPr>
            <p:spPr>
              <a:xfrm flipH="1">
                <a:off x="576" y="3456"/>
                <a:ext cx="480" cy="432"/>
              </a:xfrm>
              <a:prstGeom prst="line">
                <a:avLst/>
              </a:prstGeom>
              <a:ln w="28575" cap="flat" cmpd="sng">
                <a:solidFill>
                  <a:srgbClr val="FF3300"/>
                </a:solidFill>
                <a:prstDash val="solid"/>
                <a:headEnd type="none" w="med" len="med"/>
                <a:tailEnd type="none" w="med" len="med"/>
              </a:ln>
            </p:spPr>
          </p:sp>
          <p:sp>
            <p:nvSpPr>
              <p:cNvPr id="24633" name="Line 54"/>
              <p:cNvSpPr/>
              <p:nvPr/>
            </p:nvSpPr>
            <p:spPr>
              <a:xfrm>
                <a:off x="288" y="3696"/>
                <a:ext cx="288" cy="192"/>
              </a:xfrm>
              <a:prstGeom prst="line">
                <a:avLst/>
              </a:prstGeom>
              <a:ln w="28575" cap="flat" cmpd="sng">
                <a:solidFill>
                  <a:srgbClr val="FF3300"/>
                </a:solidFill>
                <a:prstDash val="solid"/>
                <a:headEnd type="none" w="med" len="med"/>
                <a:tailEnd type="none" w="med" len="med"/>
              </a:ln>
            </p:spPr>
          </p:sp>
          <p:sp>
            <p:nvSpPr>
              <p:cNvPr id="24634" name="Line 55"/>
              <p:cNvSpPr/>
              <p:nvPr/>
            </p:nvSpPr>
            <p:spPr>
              <a:xfrm flipH="1">
                <a:off x="288" y="3456"/>
                <a:ext cx="288" cy="240"/>
              </a:xfrm>
              <a:prstGeom prst="line">
                <a:avLst/>
              </a:prstGeom>
              <a:ln w="28575" cap="flat" cmpd="sng">
                <a:solidFill>
                  <a:srgbClr val="FF3300"/>
                </a:solidFill>
                <a:prstDash val="solid"/>
                <a:headEnd type="none" w="med" len="med"/>
                <a:tailEnd type="none" w="med" len="med"/>
              </a:ln>
            </p:spPr>
          </p:sp>
          <p:sp>
            <p:nvSpPr>
              <p:cNvPr id="24635" name="Text Box 56"/>
              <p:cNvSpPr txBox="1"/>
              <p:nvPr/>
            </p:nvSpPr>
            <p:spPr>
              <a:xfrm>
                <a:off x="1248" y="3456"/>
                <a:ext cx="1516" cy="518"/>
              </a:xfrm>
              <a:prstGeom prst="rect">
                <a:avLst/>
              </a:prstGeom>
              <a:noFill/>
              <a:ln w="9525">
                <a:noFill/>
              </a:ln>
            </p:spPr>
            <p:txBody>
              <a:bodyPr wrap="none">
                <a:spAutoFit/>
              </a:bodyPr>
              <a:lstStyle>
                <a:lvl1pPr marL="342900" indent="-342900" algn="l" rtl="0" eaLnBrk="0" fontAlgn="base" hangingPunct="0">
                  <a:spcBef>
                    <a:spcPct val="20000"/>
                  </a:spcBef>
                  <a:spcAft>
                    <a:spcPct val="0"/>
                  </a:spcAft>
                  <a:buFont typeface="Arial" panose="020B0604020202020204" pitchFamily="34" charset="0"/>
                  <a:buChar char="•"/>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a:spcBef>
                    <a:spcPct val="0"/>
                  </a:spcBef>
                  <a:buFontTx/>
                  <a:buNone/>
                </a:pPr>
                <a:r>
                  <a:rPr lang="en-US" altLang="en-US" sz="2400" dirty="0">
                    <a:latin typeface="Times New Roman" panose="02020603050405020304" pitchFamily="18" charset="0"/>
                  </a:rPr>
                  <a:t>Has Euler path,</a:t>
                </a:r>
              </a:p>
              <a:p>
                <a:pPr marL="0" lvl="0" indent="0">
                  <a:spcBef>
                    <a:spcPct val="0"/>
                  </a:spcBef>
                  <a:buFontTx/>
                  <a:buNone/>
                </a:pPr>
                <a:r>
                  <a:rPr lang="en-US" altLang="en-US" sz="2400" dirty="0">
                    <a:latin typeface="Times New Roman" panose="02020603050405020304" pitchFamily="18" charset="0"/>
                  </a:rPr>
                  <a:t>but no Euler cycle</a:t>
                </a:r>
              </a:p>
            </p:txBody>
          </p:sp>
        </p:grpSp>
        <p:sp>
          <p:nvSpPr>
            <p:cNvPr id="24615" name="Text Box 57"/>
            <p:cNvSpPr txBox="1"/>
            <p:nvPr/>
          </p:nvSpPr>
          <p:spPr>
            <a:xfrm>
              <a:off x="3850" y="1968"/>
              <a:ext cx="1266" cy="518"/>
            </a:xfrm>
            <a:prstGeom prst="rect">
              <a:avLst/>
            </a:prstGeom>
            <a:noFill/>
            <a:ln w="9525">
              <a:noFill/>
            </a:ln>
          </p:spPr>
          <p:txBody>
            <a:bodyPr wrap="none">
              <a:spAutoFit/>
            </a:bodyPr>
            <a:lstStyle>
              <a:lvl1pPr marL="342900" indent="-342900" algn="l" rtl="0" eaLnBrk="0" fontAlgn="base" hangingPunct="0">
                <a:spcBef>
                  <a:spcPct val="20000"/>
                </a:spcBef>
                <a:spcAft>
                  <a:spcPct val="0"/>
                </a:spcAft>
                <a:buFont typeface="Arial" panose="020B0604020202020204" pitchFamily="34" charset="0"/>
                <a:buChar char="•"/>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a:spcBef>
                  <a:spcPct val="0"/>
                </a:spcBef>
                <a:buFontTx/>
                <a:buNone/>
              </a:pPr>
              <a:r>
                <a:rPr lang="en-US" altLang="en-US" sz="2400" dirty="0">
                  <a:latin typeface="Times New Roman" panose="02020603050405020304" pitchFamily="18" charset="0"/>
                </a:rPr>
                <a:t>No Euler cycle</a:t>
              </a:r>
            </a:p>
            <a:p>
              <a:pPr marL="0" lvl="0" indent="0">
                <a:spcBef>
                  <a:spcPct val="0"/>
                </a:spcBef>
                <a:buFontTx/>
                <a:buNone/>
              </a:pPr>
              <a:r>
                <a:rPr lang="en-US" altLang="en-US" sz="2400" dirty="0">
                  <a:latin typeface="Times New Roman" panose="02020603050405020304" pitchFamily="18" charset="0"/>
                </a:rPr>
                <a:t>no Euler path</a:t>
              </a:r>
            </a:p>
          </p:txBody>
        </p:sp>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Footer Placeholder 4"/>
          <p:cNvSpPr txBox="1">
            <a:spLocks noGrp="1"/>
          </p:cNvSpPr>
          <p:nvPr>
            <p:ph type="ftr" sz="quarter" idx="11"/>
          </p:nvPr>
        </p:nvSpPr>
        <p:spPr>
          <a:noFill/>
          <a:ln>
            <a:noFill/>
          </a:ln>
        </p:spPr>
        <p:txBody>
          <a:bodyPr anchor="ctr" anchorCtr="0"/>
          <a:lstStyle/>
          <a:p>
            <a:pPr marL="0" indent="0" algn="ctr" eaLnBrk="1" hangingPunct="1">
              <a:spcBef>
                <a:spcPct val="0"/>
              </a:spcBef>
              <a:buFontTx/>
              <a:buNone/>
            </a:pPr>
            <a:r>
              <a:rPr lang="en-US" altLang="en-US" sz="1200" dirty="0">
                <a:solidFill>
                  <a:srgbClr val="898989"/>
                </a:solidFill>
                <a:latin typeface="Arial" panose="020B0604020202020204" pitchFamily="34" charset="0"/>
              </a:rPr>
              <a:t>Data Structures and Algorithms in Java </a:t>
            </a:r>
          </a:p>
        </p:txBody>
      </p:sp>
      <p:sp>
        <p:nvSpPr>
          <p:cNvPr id="26627" name="Slide Number Placeholder 5"/>
          <p:cNvSpPr txBox="1">
            <a:spLocks noGrp="1"/>
          </p:cNvSpPr>
          <p:nvPr>
            <p:ph type="sldNum" sz="quarter" idx="12"/>
          </p:nvPr>
        </p:nvSpPr>
        <p:spPr>
          <a:noFill/>
          <a:ln>
            <a:noFill/>
          </a:ln>
        </p:spPr>
        <p:txBody>
          <a:bodyPr anchor="ctr" anchorCtr="0"/>
          <a:lstStyle/>
          <a:p>
            <a:pPr marL="0" indent="0" algn="r" eaLnBrk="1" hangingPunct="1">
              <a:spcBef>
                <a:spcPct val="0"/>
              </a:spcBef>
              <a:buFontTx/>
              <a:buNone/>
            </a:pPr>
            <a:fld id="{9A0DB2DC-4C9A-4742-B13C-FB6460FD3503}" type="slidenum">
              <a:rPr lang="en-US" altLang="zh-CN" sz="1200" dirty="0">
                <a:solidFill>
                  <a:srgbClr val="898989"/>
                </a:solidFill>
                <a:latin typeface="Arial" panose="020B0604020202020204" pitchFamily="34" charset="0"/>
                <a:ea typeface="SimSun" panose="02010600030101010101" pitchFamily="2" charset="-122"/>
              </a:rPr>
              <a:t>14</a:t>
            </a:fld>
            <a:r>
              <a:rPr lang="en-US" altLang="en-US" sz="1200" dirty="0">
                <a:solidFill>
                  <a:srgbClr val="898989"/>
                </a:solidFill>
                <a:latin typeface="Arial" panose="020B0604020202020204" pitchFamily="34" charset="0"/>
              </a:rPr>
              <a:t>/30</a:t>
            </a:r>
          </a:p>
        </p:txBody>
      </p:sp>
      <p:sp>
        <p:nvSpPr>
          <p:cNvPr id="26628" name="Rectangle 2"/>
          <p:cNvSpPr>
            <a:spLocks noGrp="1"/>
          </p:cNvSpPr>
          <p:nvPr>
            <p:ph type="title"/>
          </p:nvPr>
        </p:nvSpPr>
        <p:spPr>
          <a:xfrm>
            <a:off x="685800" y="334963"/>
            <a:ext cx="7772400" cy="701675"/>
          </a:xfrm>
        </p:spPr>
        <p:txBody>
          <a:bodyPr vert="horz" wrap="square" lIns="91440" tIns="45720" rIns="91440" bIns="45720" anchor="ctr" anchorCtr="0">
            <a:spAutoFit/>
          </a:bodyPr>
          <a:lstStyle/>
          <a:p>
            <a:r>
              <a:rPr lang="en-US" altLang="en-US" sz="4000" b="1" dirty="0">
                <a:solidFill>
                  <a:srgbClr val="CC3300"/>
                </a:solidFill>
              </a:rPr>
              <a:t>The Bridges of Königsberg</a:t>
            </a:r>
          </a:p>
        </p:txBody>
      </p:sp>
      <p:sp>
        <p:nvSpPr>
          <p:cNvPr id="26629" name="Freeform 4"/>
          <p:cNvSpPr/>
          <p:nvPr/>
        </p:nvSpPr>
        <p:spPr>
          <a:xfrm>
            <a:off x="896938" y="1909763"/>
            <a:ext cx="1273175" cy="744537"/>
          </a:xfrm>
          <a:custGeom>
            <a:avLst/>
            <a:gdLst/>
            <a:ahLst/>
            <a:cxnLst>
              <a:cxn ang="0">
                <a:pos x="267136563" y="403224729"/>
              </a:cxn>
              <a:cxn ang="0">
                <a:pos x="420866888" y="360381308"/>
              </a:cxn>
              <a:cxn ang="0">
                <a:pos x="756046875" y="181451128"/>
              </a:cxn>
              <a:cxn ang="0">
                <a:pos x="1134070313" y="25201546"/>
              </a:cxn>
              <a:cxn ang="0">
                <a:pos x="1688504688" y="115927110"/>
              </a:cxn>
              <a:cxn ang="0">
                <a:pos x="1955641250" y="493950293"/>
              </a:cxn>
              <a:cxn ang="0">
                <a:pos x="1955641250" y="1003021514"/>
              </a:cxn>
              <a:cxn ang="0">
                <a:pos x="1688504688" y="1159271096"/>
              </a:cxn>
              <a:cxn ang="0">
                <a:pos x="1622980625" y="1181951694"/>
              </a:cxn>
              <a:cxn ang="0">
                <a:pos x="511592513" y="1116427675"/>
              </a:cxn>
              <a:cxn ang="0">
                <a:pos x="0" y="647678928"/>
              </a:cxn>
              <a:cxn ang="0">
                <a:pos x="65524063" y="471268109"/>
              </a:cxn>
              <a:cxn ang="0">
                <a:pos x="199093138" y="425905326"/>
              </a:cxn>
              <a:cxn ang="0">
                <a:pos x="267136563" y="403224729"/>
              </a:cxn>
            </a:cxnLst>
            <a:rect l="0" t="0" r="0" b="0"/>
            <a:pathLst>
              <a:path w="802" h="469">
                <a:moveTo>
                  <a:pt x="106" y="160"/>
                </a:moveTo>
                <a:cubicBezTo>
                  <a:pt x="126" y="153"/>
                  <a:pt x="148" y="151"/>
                  <a:pt x="167" y="143"/>
                </a:cubicBezTo>
                <a:cubicBezTo>
                  <a:pt x="214" y="123"/>
                  <a:pt x="251" y="88"/>
                  <a:pt x="300" y="72"/>
                </a:cubicBezTo>
                <a:cubicBezTo>
                  <a:pt x="362" y="31"/>
                  <a:pt x="380" y="33"/>
                  <a:pt x="450" y="10"/>
                </a:cubicBezTo>
                <a:cubicBezTo>
                  <a:pt x="534" y="15"/>
                  <a:pt x="604" y="0"/>
                  <a:pt x="670" y="46"/>
                </a:cubicBezTo>
                <a:cubicBezTo>
                  <a:pt x="689" y="100"/>
                  <a:pt x="728" y="163"/>
                  <a:pt x="776" y="196"/>
                </a:cubicBezTo>
                <a:cubicBezTo>
                  <a:pt x="802" y="271"/>
                  <a:pt x="800" y="256"/>
                  <a:pt x="776" y="398"/>
                </a:cubicBezTo>
                <a:cubicBezTo>
                  <a:pt x="770" y="433"/>
                  <a:pt x="692" y="453"/>
                  <a:pt x="670" y="460"/>
                </a:cubicBezTo>
                <a:cubicBezTo>
                  <a:pt x="661" y="463"/>
                  <a:pt x="644" y="469"/>
                  <a:pt x="644" y="469"/>
                </a:cubicBezTo>
                <a:cubicBezTo>
                  <a:pt x="439" y="464"/>
                  <a:pt x="363" y="467"/>
                  <a:pt x="203" y="443"/>
                </a:cubicBezTo>
                <a:cubicBezTo>
                  <a:pt x="112" y="412"/>
                  <a:pt x="32" y="352"/>
                  <a:pt x="0" y="257"/>
                </a:cubicBezTo>
                <a:cubicBezTo>
                  <a:pt x="3" y="241"/>
                  <a:pt x="6" y="199"/>
                  <a:pt x="26" y="187"/>
                </a:cubicBezTo>
                <a:cubicBezTo>
                  <a:pt x="42" y="177"/>
                  <a:pt x="61" y="175"/>
                  <a:pt x="79" y="169"/>
                </a:cubicBezTo>
                <a:cubicBezTo>
                  <a:pt x="88" y="166"/>
                  <a:pt x="106" y="160"/>
                  <a:pt x="106" y="160"/>
                </a:cubicBezTo>
                <a:close/>
              </a:path>
            </a:pathLst>
          </a:custGeom>
          <a:noFill/>
          <a:ln w="9525" cap="flat" cmpd="sng">
            <a:solidFill>
              <a:schemeClr val="tx1">
                <a:alpha val="100000"/>
              </a:schemeClr>
            </a:solidFill>
            <a:prstDash val="solid"/>
            <a:round/>
            <a:headEnd type="none" w="med" len="med"/>
            <a:tailEnd type="none" w="med" len="med"/>
          </a:ln>
        </p:spPr>
        <p:txBody>
          <a:bodyPr/>
          <a:lstStyle/>
          <a:p>
            <a:endParaRPr lang="en-US"/>
          </a:p>
        </p:txBody>
      </p:sp>
      <p:sp>
        <p:nvSpPr>
          <p:cNvPr id="26630" name="Freeform 5"/>
          <p:cNvSpPr/>
          <p:nvPr/>
        </p:nvSpPr>
        <p:spPr>
          <a:xfrm>
            <a:off x="2362200" y="1981200"/>
            <a:ext cx="2173288" cy="1371600"/>
          </a:xfrm>
          <a:custGeom>
            <a:avLst/>
            <a:gdLst/>
            <a:ahLst/>
            <a:cxnLst>
              <a:cxn ang="0">
                <a:pos x="2147483646" y="0"/>
              </a:cxn>
              <a:cxn ang="0">
                <a:pos x="2147483646" y="110886875"/>
              </a:cxn>
              <a:cxn ang="0">
                <a:pos x="2147483646" y="176410938"/>
              </a:cxn>
              <a:cxn ang="0">
                <a:pos x="1761590418" y="289818763"/>
              </a:cxn>
              <a:cxn ang="0">
                <a:pos x="783769568" y="378023438"/>
              </a:cxn>
              <a:cxn ang="0">
                <a:pos x="337701015" y="488910313"/>
              </a:cxn>
              <a:cxn ang="0">
                <a:pos x="115927214" y="710684063"/>
              </a:cxn>
              <a:cxn ang="0">
                <a:pos x="70564391" y="778729075"/>
              </a:cxn>
              <a:cxn ang="0">
                <a:pos x="70564391" y="1267639388"/>
              </a:cxn>
              <a:cxn ang="0">
                <a:pos x="761087363" y="1554937200"/>
              </a:cxn>
              <a:cxn ang="0">
                <a:pos x="1295360611" y="1645662825"/>
              </a:cxn>
              <a:cxn ang="0">
                <a:pos x="2071568914" y="1756549700"/>
              </a:cxn>
              <a:cxn ang="0">
                <a:pos x="2147483646" y="1912799388"/>
              </a:cxn>
              <a:cxn ang="0">
                <a:pos x="2147483646" y="2001004063"/>
              </a:cxn>
              <a:cxn ang="0">
                <a:pos x="2147483646" y="2043847513"/>
              </a:cxn>
              <a:cxn ang="0">
                <a:pos x="2147483646" y="2147483646"/>
              </a:cxn>
            </a:cxnLst>
            <a:rect l="0" t="0" r="0" b="0"/>
            <a:pathLst>
              <a:path w="1369" h="864">
                <a:moveTo>
                  <a:pt x="1114" y="0"/>
                </a:moveTo>
                <a:cubicBezTo>
                  <a:pt x="1098" y="47"/>
                  <a:pt x="1117" y="10"/>
                  <a:pt x="1069" y="44"/>
                </a:cubicBezTo>
                <a:cubicBezTo>
                  <a:pt x="1059" y="51"/>
                  <a:pt x="1054" y="64"/>
                  <a:pt x="1043" y="70"/>
                </a:cubicBezTo>
                <a:cubicBezTo>
                  <a:pt x="948" y="123"/>
                  <a:pt x="788" y="111"/>
                  <a:pt x="699" y="115"/>
                </a:cubicBezTo>
                <a:cubicBezTo>
                  <a:pt x="571" y="132"/>
                  <a:pt x="440" y="142"/>
                  <a:pt x="311" y="150"/>
                </a:cubicBezTo>
                <a:cubicBezTo>
                  <a:pt x="250" y="160"/>
                  <a:pt x="192" y="175"/>
                  <a:pt x="134" y="194"/>
                </a:cubicBezTo>
                <a:cubicBezTo>
                  <a:pt x="63" y="241"/>
                  <a:pt x="93" y="211"/>
                  <a:pt x="46" y="282"/>
                </a:cubicBezTo>
                <a:cubicBezTo>
                  <a:pt x="40" y="291"/>
                  <a:pt x="28" y="309"/>
                  <a:pt x="28" y="309"/>
                </a:cubicBezTo>
                <a:cubicBezTo>
                  <a:pt x="15" y="373"/>
                  <a:pt x="0" y="439"/>
                  <a:pt x="28" y="503"/>
                </a:cubicBezTo>
                <a:cubicBezTo>
                  <a:pt x="61" y="578"/>
                  <a:pt x="227" y="609"/>
                  <a:pt x="302" y="617"/>
                </a:cubicBezTo>
                <a:cubicBezTo>
                  <a:pt x="374" y="635"/>
                  <a:pt x="440" y="645"/>
                  <a:pt x="514" y="653"/>
                </a:cubicBezTo>
                <a:cubicBezTo>
                  <a:pt x="628" y="682"/>
                  <a:pt x="693" y="690"/>
                  <a:pt x="822" y="697"/>
                </a:cubicBezTo>
                <a:cubicBezTo>
                  <a:pt x="920" y="717"/>
                  <a:pt x="1016" y="740"/>
                  <a:pt x="1114" y="759"/>
                </a:cubicBezTo>
                <a:cubicBezTo>
                  <a:pt x="1153" y="767"/>
                  <a:pt x="1183" y="780"/>
                  <a:pt x="1219" y="794"/>
                </a:cubicBezTo>
                <a:cubicBezTo>
                  <a:pt x="1236" y="801"/>
                  <a:pt x="1272" y="811"/>
                  <a:pt x="1272" y="811"/>
                </a:cubicBezTo>
                <a:cubicBezTo>
                  <a:pt x="1302" y="831"/>
                  <a:pt x="1344" y="839"/>
                  <a:pt x="1369" y="864"/>
                </a:cubicBezTo>
              </a:path>
            </a:pathLst>
          </a:custGeom>
          <a:noFill/>
          <a:ln w="9525" cap="flat" cmpd="sng">
            <a:solidFill>
              <a:schemeClr val="tx1">
                <a:alpha val="100000"/>
              </a:schemeClr>
            </a:solidFill>
            <a:prstDash val="solid"/>
            <a:round/>
            <a:headEnd type="none" w="med" len="med"/>
            <a:tailEnd type="none" w="med" len="med"/>
          </a:ln>
        </p:spPr>
        <p:txBody>
          <a:bodyPr/>
          <a:lstStyle/>
          <a:p>
            <a:endParaRPr lang="en-US"/>
          </a:p>
        </p:txBody>
      </p:sp>
      <p:sp>
        <p:nvSpPr>
          <p:cNvPr id="26631" name="Freeform 6"/>
          <p:cNvSpPr/>
          <p:nvPr/>
        </p:nvSpPr>
        <p:spPr>
          <a:xfrm>
            <a:off x="266700" y="1744663"/>
            <a:ext cx="3836988" cy="536575"/>
          </a:xfrm>
          <a:custGeom>
            <a:avLst/>
            <a:gdLst/>
            <a:ahLst/>
            <a:cxnLst>
              <a:cxn ang="0">
                <a:pos x="0" y="776208125"/>
              </a:cxn>
              <a:cxn ang="0">
                <a:pos x="133569092" y="798890325"/>
              </a:cxn>
              <a:cxn ang="0">
                <a:pos x="267136597" y="844253138"/>
              </a:cxn>
              <a:cxn ang="0">
                <a:pos x="665321337" y="756046875"/>
              </a:cxn>
              <a:cxn ang="0">
                <a:pos x="798890429" y="622479388"/>
              </a:cxn>
              <a:cxn ang="0">
                <a:pos x="866933863" y="554434375"/>
              </a:cxn>
              <a:cxn ang="0">
                <a:pos x="1532255200" y="221773750"/>
              </a:cxn>
              <a:cxn ang="0">
                <a:pos x="2089210597" y="88206263"/>
              </a:cxn>
              <a:cxn ang="0">
                <a:pos x="2147483646" y="110886875"/>
              </a:cxn>
              <a:cxn ang="0">
                <a:pos x="2147483646" y="153730325"/>
              </a:cxn>
              <a:cxn ang="0">
                <a:pos x="2147483646" y="420866888"/>
              </a:cxn>
              <a:cxn ang="0">
                <a:pos x="2147483646" y="309980013"/>
              </a:cxn>
              <a:cxn ang="0">
                <a:pos x="2147483646" y="133569075"/>
              </a:cxn>
              <a:cxn ang="0">
                <a:pos x="2147483646" y="0"/>
              </a:cxn>
            </a:cxnLst>
            <a:rect l="0" t="0" r="0" b="0"/>
            <a:pathLst>
              <a:path w="2417" h="338">
                <a:moveTo>
                  <a:pt x="0" y="308"/>
                </a:moveTo>
                <a:cubicBezTo>
                  <a:pt x="18" y="311"/>
                  <a:pt x="36" y="313"/>
                  <a:pt x="53" y="317"/>
                </a:cubicBezTo>
                <a:cubicBezTo>
                  <a:pt x="71" y="322"/>
                  <a:pt x="106" y="335"/>
                  <a:pt x="106" y="335"/>
                </a:cubicBezTo>
                <a:cubicBezTo>
                  <a:pt x="157" y="331"/>
                  <a:pt x="221" y="338"/>
                  <a:pt x="264" y="300"/>
                </a:cubicBezTo>
                <a:cubicBezTo>
                  <a:pt x="283" y="283"/>
                  <a:pt x="299" y="265"/>
                  <a:pt x="317" y="247"/>
                </a:cubicBezTo>
                <a:cubicBezTo>
                  <a:pt x="326" y="238"/>
                  <a:pt x="332" y="224"/>
                  <a:pt x="344" y="220"/>
                </a:cubicBezTo>
                <a:cubicBezTo>
                  <a:pt x="437" y="188"/>
                  <a:pt x="519" y="128"/>
                  <a:pt x="608" y="88"/>
                </a:cubicBezTo>
                <a:cubicBezTo>
                  <a:pt x="678" y="57"/>
                  <a:pt x="755" y="50"/>
                  <a:pt x="829" y="35"/>
                </a:cubicBezTo>
                <a:cubicBezTo>
                  <a:pt x="923" y="38"/>
                  <a:pt x="1017" y="37"/>
                  <a:pt x="1111" y="44"/>
                </a:cubicBezTo>
                <a:cubicBezTo>
                  <a:pt x="1129" y="45"/>
                  <a:pt x="1164" y="61"/>
                  <a:pt x="1164" y="61"/>
                </a:cubicBezTo>
                <a:cubicBezTo>
                  <a:pt x="1227" y="156"/>
                  <a:pt x="1381" y="157"/>
                  <a:pt x="1482" y="167"/>
                </a:cubicBezTo>
                <a:cubicBezTo>
                  <a:pt x="1647" y="159"/>
                  <a:pt x="1812" y="144"/>
                  <a:pt x="1976" y="123"/>
                </a:cubicBezTo>
                <a:cubicBezTo>
                  <a:pt x="2082" y="96"/>
                  <a:pt x="2186" y="67"/>
                  <a:pt x="2294" y="53"/>
                </a:cubicBezTo>
                <a:cubicBezTo>
                  <a:pt x="2331" y="27"/>
                  <a:pt x="2384" y="29"/>
                  <a:pt x="2417" y="0"/>
                </a:cubicBezTo>
              </a:path>
            </a:pathLst>
          </a:custGeom>
          <a:noFill/>
          <a:ln w="9525" cap="flat" cmpd="sng">
            <a:solidFill>
              <a:schemeClr val="tx1">
                <a:alpha val="100000"/>
              </a:schemeClr>
            </a:solidFill>
            <a:prstDash val="solid"/>
            <a:round/>
            <a:headEnd type="none" w="med" len="med"/>
            <a:tailEnd type="none" w="med" len="med"/>
          </a:ln>
        </p:spPr>
        <p:txBody>
          <a:bodyPr/>
          <a:lstStyle/>
          <a:p>
            <a:endParaRPr lang="en-US"/>
          </a:p>
        </p:txBody>
      </p:sp>
      <p:sp>
        <p:nvSpPr>
          <p:cNvPr id="26632" name="Freeform 7"/>
          <p:cNvSpPr/>
          <p:nvPr/>
        </p:nvSpPr>
        <p:spPr>
          <a:xfrm>
            <a:off x="238125" y="2500313"/>
            <a:ext cx="4230688" cy="1135062"/>
          </a:xfrm>
          <a:custGeom>
            <a:avLst/>
            <a:gdLst/>
            <a:ahLst/>
            <a:cxnLst>
              <a:cxn ang="0">
                <a:pos x="0" y="0"/>
              </a:cxn>
              <a:cxn ang="0">
                <a:pos x="577116643" y="133567429"/>
              </a:cxn>
              <a:cxn ang="0">
                <a:pos x="778729167" y="221773652"/>
              </a:cxn>
              <a:cxn ang="0">
                <a:pos x="1068546376" y="378023271"/>
              </a:cxn>
              <a:cxn ang="0">
                <a:pos x="1577617999" y="577114733"/>
              </a:cxn>
              <a:cxn ang="0">
                <a:pos x="2147483646" y="710683749"/>
              </a:cxn>
              <a:cxn ang="0">
                <a:pos x="2147483646" y="821570576"/>
              </a:cxn>
              <a:cxn ang="0">
                <a:pos x="2147483646" y="866933368"/>
              </a:cxn>
              <a:cxn ang="0">
                <a:pos x="2147483646" y="955138004"/>
              </a:cxn>
              <a:cxn ang="0">
                <a:pos x="2147483646" y="1023182987"/>
              </a:cxn>
              <a:cxn ang="0">
                <a:pos x="2147483646" y="1066024830"/>
              </a:cxn>
              <a:cxn ang="0">
                <a:pos x="2147483646" y="1222274449"/>
              </a:cxn>
              <a:cxn ang="0">
                <a:pos x="2147483646" y="1333161275"/>
              </a:cxn>
              <a:cxn ang="0">
                <a:pos x="2147483646" y="1534773686"/>
              </a:cxn>
              <a:cxn ang="0">
                <a:pos x="2147483646" y="1733866736"/>
              </a:cxn>
              <a:cxn ang="0">
                <a:pos x="2147483646" y="1801910131"/>
              </a:cxn>
            </a:cxnLst>
            <a:rect l="0" t="0" r="0" b="0"/>
            <a:pathLst>
              <a:path w="2665" h="715">
                <a:moveTo>
                  <a:pt x="0" y="0"/>
                </a:moveTo>
                <a:cubicBezTo>
                  <a:pt x="56" y="8"/>
                  <a:pt x="182" y="22"/>
                  <a:pt x="229" y="53"/>
                </a:cubicBezTo>
                <a:cubicBezTo>
                  <a:pt x="271" y="81"/>
                  <a:pt x="246" y="68"/>
                  <a:pt x="309" y="88"/>
                </a:cubicBezTo>
                <a:cubicBezTo>
                  <a:pt x="351" y="102"/>
                  <a:pt x="382" y="136"/>
                  <a:pt x="424" y="150"/>
                </a:cubicBezTo>
                <a:cubicBezTo>
                  <a:pt x="482" y="193"/>
                  <a:pt x="556" y="210"/>
                  <a:pt x="626" y="229"/>
                </a:cubicBezTo>
                <a:cubicBezTo>
                  <a:pt x="803" y="277"/>
                  <a:pt x="991" y="276"/>
                  <a:pt x="1173" y="282"/>
                </a:cubicBezTo>
                <a:cubicBezTo>
                  <a:pt x="1213" y="296"/>
                  <a:pt x="1242" y="311"/>
                  <a:pt x="1279" y="326"/>
                </a:cubicBezTo>
                <a:cubicBezTo>
                  <a:pt x="1301" y="335"/>
                  <a:pt x="1320" y="332"/>
                  <a:pt x="1341" y="344"/>
                </a:cubicBezTo>
                <a:cubicBezTo>
                  <a:pt x="1359" y="354"/>
                  <a:pt x="1379" y="364"/>
                  <a:pt x="1394" y="379"/>
                </a:cubicBezTo>
                <a:cubicBezTo>
                  <a:pt x="1403" y="388"/>
                  <a:pt x="1410" y="399"/>
                  <a:pt x="1421" y="406"/>
                </a:cubicBezTo>
                <a:cubicBezTo>
                  <a:pt x="1425" y="408"/>
                  <a:pt x="1469" y="422"/>
                  <a:pt x="1473" y="423"/>
                </a:cubicBezTo>
                <a:cubicBezTo>
                  <a:pt x="1562" y="483"/>
                  <a:pt x="1660" y="479"/>
                  <a:pt x="1765" y="485"/>
                </a:cubicBezTo>
                <a:cubicBezTo>
                  <a:pt x="1830" y="508"/>
                  <a:pt x="1899" y="520"/>
                  <a:pt x="1968" y="529"/>
                </a:cubicBezTo>
                <a:cubicBezTo>
                  <a:pt x="2062" y="562"/>
                  <a:pt x="2161" y="592"/>
                  <a:pt x="2259" y="609"/>
                </a:cubicBezTo>
                <a:cubicBezTo>
                  <a:pt x="2358" y="643"/>
                  <a:pt x="2457" y="669"/>
                  <a:pt x="2559" y="688"/>
                </a:cubicBezTo>
                <a:cubicBezTo>
                  <a:pt x="2596" y="695"/>
                  <a:pt x="2628" y="715"/>
                  <a:pt x="2665" y="715"/>
                </a:cubicBezTo>
              </a:path>
            </a:pathLst>
          </a:custGeom>
          <a:noFill/>
          <a:ln w="9525" cap="flat" cmpd="sng">
            <a:solidFill>
              <a:schemeClr val="tx1">
                <a:alpha val="100000"/>
              </a:schemeClr>
            </a:solidFill>
            <a:prstDash val="solid"/>
            <a:round/>
            <a:headEnd type="none" w="med" len="med"/>
            <a:tailEnd type="none" w="med" len="med"/>
          </a:ln>
        </p:spPr>
        <p:txBody>
          <a:bodyPr/>
          <a:lstStyle/>
          <a:p>
            <a:endParaRPr lang="en-US"/>
          </a:p>
        </p:txBody>
      </p:sp>
      <p:sp>
        <p:nvSpPr>
          <p:cNvPr id="26633" name="Rectangle 8"/>
          <p:cNvSpPr/>
          <p:nvPr/>
        </p:nvSpPr>
        <p:spPr>
          <a:xfrm>
            <a:off x="1066800" y="1752600"/>
            <a:ext cx="152400" cy="533400"/>
          </a:xfrm>
          <a:prstGeom prst="rect">
            <a:avLst/>
          </a:prstGeom>
          <a:solidFill>
            <a:srgbClr val="FFCC00"/>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Font typeface="Arial" panose="020B0604020202020204" pitchFamily="34" charset="0"/>
              <a:buChar char="•"/>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eaLnBrk="1" hangingPunct="1">
              <a:spcBef>
                <a:spcPct val="0"/>
              </a:spcBef>
              <a:buFontTx/>
              <a:buNone/>
            </a:pPr>
            <a:endParaRPr lang="en-US" altLang="en-US" sz="4400" b="1" dirty="0">
              <a:latin typeface="Arial" panose="020B0604020202020204" pitchFamily="34" charset="0"/>
            </a:endParaRPr>
          </a:p>
        </p:txBody>
      </p:sp>
      <p:sp>
        <p:nvSpPr>
          <p:cNvPr id="26634" name="Rectangle 9"/>
          <p:cNvSpPr/>
          <p:nvPr/>
        </p:nvSpPr>
        <p:spPr>
          <a:xfrm>
            <a:off x="1676400" y="1600200"/>
            <a:ext cx="152400" cy="533400"/>
          </a:xfrm>
          <a:prstGeom prst="rect">
            <a:avLst/>
          </a:prstGeom>
          <a:solidFill>
            <a:srgbClr val="FFCC00"/>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Font typeface="Arial" panose="020B0604020202020204" pitchFamily="34" charset="0"/>
              <a:buChar char="•"/>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eaLnBrk="1" hangingPunct="1">
              <a:spcBef>
                <a:spcPct val="0"/>
              </a:spcBef>
              <a:buFontTx/>
              <a:buNone/>
            </a:pPr>
            <a:endParaRPr lang="en-US" altLang="en-US" sz="4400" b="1" dirty="0">
              <a:latin typeface="Arial" panose="020B0604020202020204" pitchFamily="34" charset="0"/>
            </a:endParaRPr>
          </a:p>
        </p:txBody>
      </p:sp>
      <p:sp>
        <p:nvSpPr>
          <p:cNvPr id="26635" name="Rectangle 10"/>
          <p:cNvSpPr/>
          <p:nvPr/>
        </p:nvSpPr>
        <p:spPr>
          <a:xfrm>
            <a:off x="1143000" y="2514600"/>
            <a:ext cx="152400" cy="533400"/>
          </a:xfrm>
          <a:prstGeom prst="rect">
            <a:avLst/>
          </a:prstGeom>
          <a:solidFill>
            <a:srgbClr val="FFCC00"/>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Font typeface="Arial" panose="020B0604020202020204" pitchFamily="34" charset="0"/>
              <a:buChar char="•"/>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eaLnBrk="1" hangingPunct="1">
              <a:spcBef>
                <a:spcPct val="0"/>
              </a:spcBef>
              <a:buFontTx/>
              <a:buNone/>
            </a:pPr>
            <a:endParaRPr lang="en-US" altLang="en-US" sz="4400" b="1" dirty="0">
              <a:latin typeface="Arial" panose="020B0604020202020204" pitchFamily="34" charset="0"/>
            </a:endParaRPr>
          </a:p>
        </p:txBody>
      </p:sp>
      <p:sp>
        <p:nvSpPr>
          <p:cNvPr id="26636" name="Rectangle 11"/>
          <p:cNvSpPr/>
          <p:nvPr/>
        </p:nvSpPr>
        <p:spPr>
          <a:xfrm>
            <a:off x="1676400" y="2514600"/>
            <a:ext cx="152400" cy="533400"/>
          </a:xfrm>
          <a:prstGeom prst="rect">
            <a:avLst/>
          </a:prstGeom>
          <a:solidFill>
            <a:srgbClr val="FFCC00"/>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Font typeface="Arial" panose="020B0604020202020204" pitchFamily="34" charset="0"/>
              <a:buChar char="•"/>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eaLnBrk="1" hangingPunct="1">
              <a:spcBef>
                <a:spcPct val="0"/>
              </a:spcBef>
              <a:buFontTx/>
              <a:buNone/>
            </a:pPr>
            <a:endParaRPr lang="en-US" altLang="en-US" sz="4400" b="1" dirty="0">
              <a:latin typeface="Arial" panose="020B0604020202020204" pitchFamily="34" charset="0"/>
            </a:endParaRPr>
          </a:p>
        </p:txBody>
      </p:sp>
      <p:sp>
        <p:nvSpPr>
          <p:cNvPr id="26637" name="Rectangle 12"/>
          <p:cNvSpPr/>
          <p:nvPr/>
        </p:nvSpPr>
        <p:spPr>
          <a:xfrm>
            <a:off x="3048000" y="1828800"/>
            <a:ext cx="152400" cy="533400"/>
          </a:xfrm>
          <a:prstGeom prst="rect">
            <a:avLst/>
          </a:prstGeom>
          <a:solidFill>
            <a:srgbClr val="FFCC00"/>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Font typeface="Arial" panose="020B0604020202020204" pitchFamily="34" charset="0"/>
              <a:buChar char="•"/>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eaLnBrk="1" hangingPunct="1">
              <a:spcBef>
                <a:spcPct val="0"/>
              </a:spcBef>
              <a:buFontTx/>
              <a:buNone/>
            </a:pPr>
            <a:endParaRPr lang="en-US" altLang="en-US" sz="4400" b="1" dirty="0">
              <a:latin typeface="Arial" panose="020B0604020202020204" pitchFamily="34" charset="0"/>
            </a:endParaRPr>
          </a:p>
        </p:txBody>
      </p:sp>
      <p:sp>
        <p:nvSpPr>
          <p:cNvPr id="26638" name="Rectangle 13"/>
          <p:cNvSpPr/>
          <p:nvPr/>
        </p:nvSpPr>
        <p:spPr>
          <a:xfrm>
            <a:off x="3048000" y="2895600"/>
            <a:ext cx="152400" cy="533400"/>
          </a:xfrm>
          <a:prstGeom prst="rect">
            <a:avLst/>
          </a:prstGeom>
          <a:solidFill>
            <a:srgbClr val="FFCC00"/>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Font typeface="Arial" panose="020B0604020202020204" pitchFamily="34" charset="0"/>
              <a:buChar char="•"/>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eaLnBrk="1" hangingPunct="1">
              <a:spcBef>
                <a:spcPct val="0"/>
              </a:spcBef>
              <a:buFontTx/>
              <a:buNone/>
            </a:pPr>
            <a:endParaRPr lang="en-US" altLang="en-US" sz="4400" b="1" dirty="0">
              <a:latin typeface="Arial" panose="020B0604020202020204" pitchFamily="34" charset="0"/>
            </a:endParaRPr>
          </a:p>
        </p:txBody>
      </p:sp>
      <p:sp>
        <p:nvSpPr>
          <p:cNvPr id="26639" name="Rectangle 14"/>
          <p:cNvSpPr/>
          <p:nvPr/>
        </p:nvSpPr>
        <p:spPr>
          <a:xfrm>
            <a:off x="2057400" y="2362200"/>
            <a:ext cx="533400" cy="152400"/>
          </a:xfrm>
          <a:prstGeom prst="rect">
            <a:avLst/>
          </a:prstGeom>
          <a:solidFill>
            <a:srgbClr val="FFCC00"/>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Font typeface="Arial" panose="020B0604020202020204" pitchFamily="34" charset="0"/>
              <a:buChar char="•"/>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eaLnBrk="1" hangingPunct="1">
              <a:spcBef>
                <a:spcPct val="0"/>
              </a:spcBef>
              <a:buFontTx/>
              <a:buNone/>
            </a:pPr>
            <a:endParaRPr lang="en-US" altLang="en-US" sz="4400" b="1" dirty="0">
              <a:latin typeface="Arial" panose="020B0604020202020204" pitchFamily="34" charset="0"/>
            </a:endParaRPr>
          </a:p>
        </p:txBody>
      </p:sp>
      <p:sp>
        <p:nvSpPr>
          <p:cNvPr id="507919" name="Text Box 15"/>
          <p:cNvSpPr txBox="1">
            <a:spLocks noChangeArrowheads="1"/>
          </p:cNvSpPr>
          <p:nvPr/>
        </p:nvSpPr>
        <p:spPr bwMode="auto">
          <a:xfrm>
            <a:off x="1371600" y="2133600"/>
            <a:ext cx="404813" cy="457200"/>
          </a:xfrm>
          <a:prstGeom prst="rect">
            <a:avLst/>
          </a:prstGeom>
          <a:noFill/>
          <a:ln w="9525">
            <a:noFill/>
            <a:miter lim="800000"/>
          </a:ln>
          <a:effectLst/>
        </p:spPr>
        <p:txBody>
          <a:bodyPr wrap="none">
            <a:spAutoFit/>
          </a:bodyPr>
          <a:lstStyle/>
          <a:p>
            <a:pPr marR="0" defTabSz="914400">
              <a:buClrTx/>
              <a:buSzTx/>
              <a:buFontTx/>
              <a:buNone/>
              <a:defRPr/>
            </a:pPr>
            <a:r>
              <a:rPr kumimoji="0" lang="en-US" sz="2400" kern="1200" cap="none" spc="0" normalizeH="0" baseline="0" noProof="0">
                <a:solidFill>
                  <a:schemeClr val="folHlink"/>
                </a:solidFill>
                <a:effectLst>
                  <a:outerShdw blurRad="38100" dist="38100" dir="2700000" algn="tl">
                    <a:srgbClr val="C0C0C0"/>
                  </a:outerShdw>
                </a:effectLst>
                <a:latin typeface="Times New Roman" panose="02020603050405020304" pitchFamily="18" charset="0"/>
                <a:ea typeface="+mn-ea"/>
                <a:cs typeface="+mn-cs"/>
              </a:rPr>
              <a:t>A</a:t>
            </a:r>
          </a:p>
        </p:txBody>
      </p:sp>
      <p:sp>
        <p:nvSpPr>
          <p:cNvPr id="507920" name="Text Box 16"/>
          <p:cNvSpPr txBox="1">
            <a:spLocks noChangeArrowheads="1"/>
          </p:cNvSpPr>
          <p:nvPr/>
        </p:nvSpPr>
        <p:spPr bwMode="auto">
          <a:xfrm>
            <a:off x="2057400" y="1295400"/>
            <a:ext cx="404813" cy="457200"/>
          </a:xfrm>
          <a:prstGeom prst="rect">
            <a:avLst/>
          </a:prstGeom>
          <a:noFill/>
          <a:ln w="9525">
            <a:noFill/>
            <a:miter lim="800000"/>
          </a:ln>
          <a:effectLst/>
        </p:spPr>
        <p:txBody>
          <a:bodyPr wrap="none">
            <a:spAutoFit/>
          </a:bodyPr>
          <a:lstStyle/>
          <a:p>
            <a:pPr marR="0" defTabSz="914400">
              <a:buClrTx/>
              <a:buSzTx/>
              <a:buFontTx/>
              <a:buNone/>
              <a:defRPr/>
            </a:pPr>
            <a:r>
              <a:rPr kumimoji="0" lang="en-US" sz="2400" kern="1200" cap="none" spc="0" normalizeH="0" baseline="0" noProof="0">
                <a:solidFill>
                  <a:schemeClr val="folHlink"/>
                </a:solidFill>
                <a:effectLst>
                  <a:outerShdw blurRad="38100" dist="38100" dir="2700000" algn="tl">
                    <a:srgbClr val="C0C0C0"/>
                  </a:outerShdw>
                </a:effectLst>
                <a:latin typeface="Times New Roman" panose="02020603050405020304" pitchFamily="18" charset="0"/>
                <a:ea typeface="+mn-ea"/>
                <a:cs typeface="+mn-cs"/>
              </a:rPr>
              <a:t>C</a:t>
            </a:r>
          </a:p>
        </p:txBody>
      </p:sp>
      <p:sp>
        <p:nvSpPr>
          <p:cNvPr id="507921" name="Text Box 17"/>
          <p:cNvSpPr txBox="1">
            <a:spLocks noChangeArrowheads="1"/>
          </p:cNvSpPr>
          <p:nvPr/>
        </p:nvSpPr>
        <p:spPr bwMode="auto">
          <a:xfrm>
            <a:off x="1828800" y="3200400"/>
            <a:ext cx="387350" cy="457200"/>
          </a:xfrm>
          <a:prstGeom prst="rect">
            <a:avLst/>
          </a:prstGeom>
          <a:noFill/>
          <a:ln w="9525">
            <a:noFill/>
            <a:miter lim="800000"/>
          </a:ln>
          <a:effectLst/>
        </p:spPr>
        <p:txBody>
          <a:bodyPr wrap="none">
            <a:spAutoFit/>
          </a:bodyPr>
          <a:lstStyle/>
          <a:p>
            <a:pPr marR="0" defTabSz="914400">
              <a:buClrTx/>
              <a:buSzTx/>
              <a:buFontTx/>
              <a:buNone/>
              <a:defRPr/>
            </a:pPr>
            <a:r>
              <a:rPr kumimoji="0" lang="en-US" sz="2400" kern="1200" cap="none" spc="0" normalizeH="0" baseline="0" noProof="0">
                <a:solidFill>
                  <a:schemeClr val="folHlink"/>
                </a:solidFill>
                <a:effectLst>
                  <a:outerShdw blurRad="38100" dist="38100" dir="2700000" algn="tl">
                    <a:srgbClr val="C0C0C0"/>
                  </a:outerShdw>
                </a:effectLst>
                <a:latin typeface="Times New Roman" panose="02020603050405020304" pitchFamily="18" charset="0"/>
                <a:ea typeface="+mn-ea"/>
                <a:cs typeface="+mn-cs"/>
              </a:rPr>
              <a:t>B</a:t>
            </a:r>
          </a:p>
        </p:txBody>
      </p:sp>
      <p:sp>
        <p:nvSpPr>
          <p:cNvPr id="507922" name="Text Box 18"/>
          <p:cNvSpPr txBox="1">
            <a:spLocks noChangeArrowheads="1"/>
          </p:cNvSpPr>
          <p:nvPr/>
        </p:nvSpPr>
        <p:spPr bwMode="auto">
          <a:xfrm>
            <a:off x="3200400" y="2362200"/>
            <a:ext cx="404813" cy="457200"/>
          </a:xfrm>
          <a:prstGeom prst="rect">
            <a:avLst/>
          </a:prstGeom>
          <a:noFill/>
          <a:ln w="9525">
            <a:noFill/>
            <a:miter lim="800000"/>
          </a:ln>
          <a:effectLst/>
        </p:spPr>
        <p:txBody>
          <a:bodyPr wrap="none">
            <a:spAutoFit/>
          </a:bodyPr>
          <a:lstStyle/>
          <a:p>
            <a:pPr marR="0" defTabSz="914400">
              <a:buClrTx/>
              <a:buSzTx/>
              <a:buFontTx/>
              <a:buNone/>
              <a:defRPr/>
            </a:pPr>
            <a:r>
              <a:rPr kumimoji="0" lang="en-US" sz="2400" kern="1200" cap="none" spc="0" normalizeH="0" baseline="0" noProof="0">
                <a:solidFill>
                  <a:schemeClr val="folHlink"/>
                </a:solidFill>
                <a:effectLst>
                  <a:outerShdw blurRad="38100" dist="38100" dir="2700000" algn="tl">
                    <a:srgbClr val="C0C0C0"/>
                  </a:outerShdw>
                </a:effectLst>
                <a:latin typeface="Times New Roman" panose="02020603050405020304" pitchFamily="18" charset="0"/>
                <a:ea typeface="+mn-ea"/>
                <a:cs typeface="+mn-cs"/>
              </a:rPr>
              <a:t>D</a:t>
            </a:r>
          </a:p>
        </p:txBody>
      </p:sp>
      <p:sp>
        <p:nvSpPr>
          <p:cNvPr id="26644" name="Text Box 19"/>
          <p:cNvSpPr txBox="1"/>
          <p:nvPr/>
        </p:nvSpPr>
        <p:spPr>
          <a:xfrm>
            <a:off x="4953000" y="1524000"/>
            <a:ext cx="3695700" cy="19177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Font typeface="Arial" panose="020B0604020202020204" pitchFamily="34" charset="0"/>
              <a:buChar char="•"/>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algn="just">
              <a:spcBef>
                <a:spcPct val="0"/>
              </a:spcBef>
              <a:buFontTx/>
              <a:buNone/>
            </a:pPr>
            <a:r>
              <a:rPr lang="en-US" altLang="en-US" sz="2400" dirty="0">
                <a:latin typeface="Times New Roman" panose="02020603050405020304" pitchFamily="18" charset="0"/>
              </a:rPr>
              <a:t>Is it possible to start at some</a:t>
            </a:r>
          </a:p>
          <a:p>
            <a:pPr marL="0" lvl="0" indent="0" algn="just">
              <a:spcBef>
                <a:spcPct val="0"/>
              </a:spcBef>
              <a:buFontTx/>
              <a:buNone/>
            </a:pPr>
            <a:r>
              <a:rPr lang="en-US" altLang="en-US" sz="2400" dirty="0">
                <a:latin typeface="Times New Roman" panose="02020603050405020304" pitchFamily="18" charset="0"/>
              </a:rPr>
              <a:t>location, travel across all the</a:t>
            </a:r>
          </a:p>
          <a:p>
            <a:pPr marL="0" lvl="0" indent="0" algn="just">
              <a:spcBef>
                <a:spcPct val="0"/>
              </a:spcBef>
              <a:buFontTx/>
              <a:buNone/>
            </a:pPr>
            <a:r>
              <a:rPr lang="en-US" altLang="en-US" sz="2400" dirty="0">
                <a:latin typeface="Times New Roman" panose="02020603050405020304" pitchFamily="18" charset="0"/>
              </a:rPr>
              <a:t>bridges without crossing any</a:t>
            </a:r>
          </a:p>
          <a:p>
            <a:pPr marL="0" lvl="0" indent="0" algn="just">
              <a:spcBef>
                <a:spcPct val="0"/>
              </a:spcBef>
              <a:buFontTx/>
              <a:buNone/>
            </a:pPr>
            <a:r>
              <a:rPr lang="en-US" altLang="en-US" sz="2400" dirty="0">
                <a:latin typeface="Times New Roman" panose="02020603050405020304" pitchFamily="18" charset="0"/>
              </a:rPr>
              <a:t>bridge twice, and return to</a:t>
            </a:r>
          </a:p>
          <a:p>
            <a:pPr marL="0" lvl="0" indent="0" algn="just">
              <a:spcBef>
                <a:spcPct val="0"/>
              </a:spcBef>
              <a:buFontTx/>
              <a:buNone/>
            </a:pPr>
            <a:r>
              <a:rPr lang="en-US" altLang="en-US" sz="2400" dirty="0">
                <a:latin typeface="Times New Roman" panose="02020603050405020304" pitchFamily="18" charset="0"/>
              </a:rPr>
              <a:t>the same starting point?</a:t>
            </a:r>
          </a:p>
        </p:txBody>
      </p:sp>
      <p:sp>
        <p:nvSpPr>
          <p:cNvPr id="26645" name="Text Box 20"/>
          <p:cNvSpPr txBox="1"/>
          <p:nvPr/>
        </p:nvSpPr>
        <p:spPr>
          <a:xfrm>
            <a:off x="406400" y="5410200"/>
            <a:ext cx="4622800"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Font typeface="Arial" panose="020B0604020202020204" pitchFamily="34" charset="0"/>
              <a:buChar char="•"/>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a:spcBef>
                <a:spcPct val="0"/>
              </a:spcBef>
              <a:buFontTx/>
              <a:buNone/>
            </a:pPr>
            <a:r>
              <a:rPr lang="en-US" altLang="en-US" sz="2400" dirty="0">
                <a:latin typeface="Times New Roman" panose="02020603050405020304" pitchFamily="18" charset="0"/>
              </a:rPr>
              <a:t>Rephrasing in terms of Euler cycles:</a:t>
            </a:r>
          </a:p>
        </p:txBody>
      </p:sp>
      <p:grpSp>
        <p:nvGrpSpPr>
          <p:cNvPr id="26646" name="Group 21"/>
          <p:cNvGrpSpPr/>
          <p:nvPr/>
        </p:nvGrpSpPr>
        <p:grpSpPr>
          <a:xfrm>
            <a:off x="5470525" y="3676650"/>
            <a:ext cx="2454275" cy="2647950"/>
            <a:chOff x="2928" y="2496"/>
            <a:chExt cx="1546" cy="1668"/>
          </a:xfrm>
        </p:grpSpPr>
        <p:sp>
          <p:nvSpPr>
            <p:cNvPr id="507926" name="Text Box 22"/>
            <p:cNvSpPr txBox="1">
              <a:spLocks noChangeArrowheads="1"/>
            </p:cNvSpPr>
            <p:nvPr/>
          </p:nvSpPr>
          <p:spPr bwMode="auto">
            <a:xfrm>
              <a:off x="2928" y="2496"/>
              <a:ext cx="1546" cy="1668"/>
            </a:xfrm>
            <a:prstGeom prst="rect">
              <a:avLst/>
            </a:prstGeom>
            <a:noFill/>
            <a:ln w="3175">
              <a:noFill/>
              <a:miter lim="800000"/>
            </a:ln>
            <a:effectLst/>
          </p:spPr>
          <p:txBody>
            <a:bodyPr wrap="none">
              <a:spAutoFit/>
            </a:bodyPr>
            <a:lstStyle/>
            <a:p>
              <a:pPr marR="0" defTabSz="914400">
                <a:buClrTx/>
                <a:buSzTx/>
                <a:buFontTx/>
                <a:buNone/>
                <a:defRPr/>
              </a:pPr>
              <a:r>
                <a:rPr kumimoji="0" lang="en-US" sz="2400" b="0" kern="1200" cap="none" spc="0" normalizeH="0" baseline="0" noProof="0">
                  <a:latin typeface="Times New Roman" panose="02020603050405020304" pitchFamily="18" charset="0"/>
                  <a:ea typeface="+mn-ea"/>
                  <a:cs typeface="+mn-cs"/>
                </a:rPr>
                <a:t>          </a:t>
              </a:r>
              <a:r>
                <a:rPr kumimoji="0" lang="en-US" sz="2400" kern="1200" cap="none" spc="0" normalizeH="0" baseline="0" noProof="0">
                  <a:solidFill>
                    <a:schemeClr val="folHlink"/>
                  </a:solidFill>
                  <a:effectLst>
                    <a:outerShdw blurRad="38100" dist="38100" dir="2700000" algn="tl">
                      <a:srgbClr val="C0C0C0"/>
                    </a:outerShdw>
                  </a:effectLst>
                  <a:latin typeface="Times New Roman" panose="02020603050405020304" pitchFamily="18" charset="0"/>
                  <a:ea typeface="+mn-ea"/>
                  <a:cs typeface="+mn-cs"/>
                </a:rPr>
                <a:t>C</a:t>
              </a:r>
            </a:p>
            <a:p>
              <a:pPr marR="0" defTabSz="914400">
                <a:buClrTx/>
                <a:buSzTx/>
                <a:buFontTx/>
                <a:buNone/>
                <a:defRPr/>
              </a:pPr>
              <a:endParaRPr kumimoji="0" lang="en-US" sz="2400" kern="1200" cap="none" spc="0" normalizeH="0" baseline="0" noProof="0">
                <a:solidFill>
                  <a:schemeClr val="folHlink"/>
                </a:solidFill>
                <a:effectLst>
                  <a:outerShdw blurRad="38100" dist="38100" dir="2700000" algn="tl">
                    <a:srgbClr val="C0C0C0"/>
                  </a:outerShdw>
                </a:effectLst>
                <a:latin typeface="Times New Roman" panose="02020603050405020304" pitchFamily="18" charset="0"/>
                <a:ea typeface="+mn-ea"/>
                <a:cs typeface="+mn-cs"/>
              </a:endParaRPr>
            </a:p>
            <a:p>
              <a:pPr marR="0" defTabSz="914400">
                <a:buClrTx/>
                <a:buSzTx/>
                <a:buFontTx/>
                <a:buNone/>
                <a:defRPr/>
              </a:pPr>
              <a:endParaRPr kumimoji="0" lang="en-US" sz="2400" kern="1200" cap="none" spc="0" normalizeH="0" baseline="0" noProof="0">
                <a:solidFill>
                  <a:schemeClr val="folHlink"/>
                </a:solidFill>
                <a:effectLst>
                  <a:outerShdw blurRad="38100" dist="38100" dir="2700000" algn="tl">
                    <a:srgbClr val="C0C0C0"/>
                  </a:outerShdw>
                </a:effectLst>
                <a:latin typeface="Times New Roman" panose="02020603050405020304" pitchFamily="18" charset="0"/>
                <a:ea typeface="+mn-ea"/>
                <a:cs typeface="+mn-cs"/>
              </a:endParaRPr>
            </a:p>
            <a:p>
              <a:pPr marR="0" defTabSz="914400">
                <a:buClrTx/>
                <a:buSzTx/>
                <a:buFontTx/>
                <a:buNone/>
                <a:defRPr/>
              </a:pPr>
              <a:r>
                <a:rPr kumimoji="0" lang="en-US" sz="2400" kern="1200" cap="none" spc="0" normalizeH="0" baseline="0" noProof="0">
                  <a:solidFill>
                    <a:schemeClr val="folHlink"/>
                  </a:solidFill>
                  <a:effectLst>
                    <a:outerShdw blurRad="38100" dist="38100" dir="2700000" algn="tl">
                      <a:srgbClr val="C0C0C0"/>
                    </a:outerShdw>
                  </a:effectLst>
                  <a:latin typeface="Times New Roman" panose="02020603050405020304" pitchFamily="18" charset="0"/>
                  <a:ea typeface="+mn-ea"/>
                  <a:cs typeface="+mn-cs"/>
                </a:rPr>
                <a:t>A                        D</a:t>
              </a:r>
            </a:p>
            <a:p>
              <a:pPr marR="0" defTabSz="914400">
                <a:buClrTx/>
                <a:buSzTx/>
                <a:buFontTx/>
                <a:buNone/>
                <a:defRPr/>
              </a:pPr>
              <a:endParaRPr kumimoji="0" lang="en-US" sz="2400" kern="1200" cap="none" spc="0" normalizeH="0" baseline="0" noProof="0">
                <a:solidFill>
                  <a:schemeClr val="folHlink"/>
                </a:solidFill>
                <a:effectLst>
                  <a:outerShdw blurRad="38100" dist="38100" dir="2700000" algn="tl">
                    <a:srgbClr val="C0C0C0"/>
                  </a:outerShdw>
                </a:effectLst>
                <a:latin typeface="Times New Roman" panose="02020603050405020304" pitchFamily="18" charset="0"/>
                <a:ea typeface="+mn-ea"/>
                <a:cs typeface="+mn-cs"/>
              </a:endParaRPr>
            </a:p>
            <a:p>
              <a:pPr marR="0" defTabSz="914400">
                <a:buClrTx/>
                <a:buSzTx/>
                <a:buFontTx/>
                <a:buNone/>
                <a:defRPr/>
              </a:pPr>
              <a:endParaRPr kumimoji="0" lang="en-US" sz="2400" kern="1200" cap="none" spc="0" normalizeH="0" baseline="0" noProof="0">
                <a:solidFill>
                  <a:schemeClr val="folHlink"/>
                </a:solidFill>
                <a:effectLst>
                  <a:outerShdw blurRad="38100" dist="38100" dir="2700000" algn="tl">
                    <a:srgbClr val="C0C0C0"/>
                  </a:outerShdw>
                </a:effectLst>
                <a:latin typeface="Times New Roman" panose="02020603050405020304" pitchFamily="18" charset="0"/>
                <a:ea typeface="+mn-ea"/>
                <a:cs typeface="+mn-cs"/>
              </a:endParaRPr>
            </a:p>
            <a:p>
              <a:pPr marR="0" defTabSz="914400">
                <a:buClrTx/>
                <a:buSzTx/>
                <a:buFontTx/>
                <a:buNone/>
                <a:defRPr/>
              </a:pPr>
              <a:r>
                <a:rPr kumimoji="0" lang="en-US" sz="2400" kern="1200" cap="none" spc="0" normalizeH="0" baseline="0" noProof="0">
                  <a:solidFill>
                    <a:schemeClr val="folHlink"/>
                  </a:solidFill>
                  <a:effectLst>
                    <a:outerShdw blurRad="38100" dist="38100" dir="2700000" algn="tl">
                      <a:srgbClr val="C0C0C0"/>
                    </a:outerShdw>
                  </a:effectLst>
                  <a:latin typeface="Times New Roman" panose="02020603050405020304" pitchFamily="18" charset="0"/>
                  <a:ea typeface="+mn-ea"/>
                  <a:cs typeface="+mn-cs"/>
                </a:rPr>
                <a:t>          B</a:t>
              </a:r>
            </a:p>
          </p:txBody>
        </p:sp>
        <p:sp>
          <p:nvSpPr>
            <p:cNvPr id="26650" name="Line 23"/>
            <p:cNvSpPr/>
            <p:nvPr/>
          </p:nvSpPr>
          <p:spPr>
            <a:xfrm>
              <a:off x="3600" y="2640"/>
              <a:ext cx="672" cy="672"/>
            </a:xfrm>
            <a:prstGeom prst="line">
              <a:avLst/>
            </a:prstGeom>
            <a:ln w="28575" cap="flat" cmpd="sng">
              <a:solidFill>
                <a:schemeClr val="hlink"/>
              </a:solidFill>
              <a:prstDash val="solid"/>
              <a:headEnd type="none" w="med" len="med"/>
              <a:tailEnd type="none" w="med" len="med"/>
            </a:ln>
          </p:spPr>
        </p:sp>
        <p:sp>
          <p:nvSpPr>
            <p:cNvPr id="26651" name="Line 24"/>
            <p:cNvSpPr/>
            <p:nvPr/>
          </p:nvSpPr>
          <p:spPr>
            <a:xfrm>
              <a:off x="3120" y="3312"/>
              <a:ext cx="1152" cy="0"/>
            </a:xfrm>
            <a:prstGeom prst="line">
              <a:avLst/>
            </a:prstGeom>
            <a:ln w="28575" cap="flat" cmpd="sng">
              <a:solidFill>
                <a:schemeClr val="hlink"/>
              </a:solidFill>
              <a:prstDash val="solid"/>
              <a:headEnd type="none" w="med" len="med"/>
              <a:tailEnd type="none" w="med" len="med"/>
            </a:ln>
          </p:spPr>
        </p:sp>
        <p:sp>
          <p:nvSpPr>
            <p:cNvPr id="26652" name="Line 25"/>
            <p:cNvSpPr/>
            <p:nvPr/>
          </p:nvSpPr>
          <p:spPr>
            <a:xfrm flipH="1">
              <a:off x="3600" y="3312"/>
              <a:ext cx="672" cy="672"/>
            </a:xfrm>
            <a:prstGeom prst="line">
              <a:avLst/>
            </a:prstGeom>
            <a:ln w="28575" cap="flat" cmpd="sng">
              <a:solidFill>
                <a:schemeClr val="hlink"/>
              </a:solidFill>
              <a:prstDash val="solid"/>
              <a:headEnd type="none" w="med" len="med"/>
              <a:tailEnd type="none" w="med" len="med"/>
            </a:ln>
          </p:spPr>
        </p:sp>
        <p:sp>
          <p:nvSpPr>
            <p:cNvPr id="26653" name="Freeform 26"/>
            <p:cNvSpPr/>
            <p:nvPr/>
          </p:nvSpPr>
          <p:spPr>
            <a:xfrm>
              <a:off x="3072" y="2688"/>
              <a:ext cx="384" cy="528"/>
            </a:xfrm>
            <a:custGeom>
              <a:avLst/>
              <a:gdLst/>
              <a:ahLst/>
              <a:cxnLst>
                <a:cxn ang="0">
                  <a:pos x="0" y="528"/>
                </a:cxn>
                <a:cxn ang="0">
                  <a:pos x="96" y="192"/>
                </a:cxn>
                <a:cxn ang="0">
                  <a:pos x="384" y="0"/>
                </a:cxn>
              </a:cxnLst>
              <a:rect l="0" t="0" r="0" b="0"/>
              <a:pathLst>
                <a:path w="384" h="528">
                  <a:moveTo>
                    <a:pt x="0" y="528"/>
                  </a:moveTo>
                  <a:cubicBezTo>
                    <a:pt x="16" y="404"/>
                    <a:pt x="32" y="280"/>
                    <a:pt x="96" y="192"/>
                  </a:cubicBezTo>
                  <a:cubicBezTo>
                    <a:pt x="160" y="104"/>
                    <a:pt x="272" y="52"/>
                    <a:pt x="384" y="0"/>
                  </a:cubicBezTo>
                </a:path>
              </a:pathLst>
            </a:custGeom>
            <a:noFill/>
            <a:ln w="28575" cap="flat" cmpd="sng">
              <a:solidFill>
                <a:schemeClr val="hlink">
                  <a:alpha val="100000"/>
                </a:schemeClr>
              </a:solidFill>
              <a:prstDash val="solid"/>
              <a:round/>
              <a:headEnd type="none" w="med" len="med"/>
              <a:tailEnd type="none" w="med" len="med"/>
            </a:ln>
          </p:spPr>
          <p:txBody>
            <a:bodyPr/>
            <a:lstStyle/>
            <a:p>
              <a:endParaRPr lang="en-US"/>
            </a:p>
          </p:txBody>
        </p:sp>
        <p:sp>
          <p:nvSpPr>
            <p:cNvPr id="26654" name="Freeform 27"/>
            <p:cNvSpPr/>
            <p:nvPr/>
          </p:nvSpPr>
          <p:spPr>
            <a:xfrm>
              <a:off x="3072" y="2736"/>
              <a:ext cx="400" cy="528"/>
            </a:xfrm>
            <a:custGeom>
              <a:avLst/>
              <a:gdLst/>
              <a:ahLst/>
              <a:cxnLst>
                <a:cxn ang="0">
                  <a:pos x="384" y="0"/>
                </a:cxn>
                <a:cxn ang="0">
                  <a:pos x="336" y="240"/>
                </a:cxn>
                <a:cxn ang="0">
                  <a:pos x="0" y="528"/>
                </a:cxn>
              </a:cxnLst>
              <a:rect l="0" t="0" r="0" b="0"/>
              <a:pathLst>
                <a:path w="400" h="528">
                  <a:moveTo>
                    <a:pt x="384" y="0"/>
                  </a:moveTo>
                  <a:cubicBezTo>
                    <a:pt x="392" y="76"/>
                    <a:pt x="400" y="152"/>
                    <a:pt x="336" y="240"/>
                  </a:cubicBezTo>
                  <a:cubicBezTo>
                    <a:pt x="272" y="328"/>
                    <a:pt x="136" y="428"/>
                    <a:pt x="0" y="528"/>
                  </a:cubicBezTo>
                </a:path>
              </a:pathLst>
            </a:custGeom>
            <a:noFill/>
            <a:ln w="28575" cap="flat" cmpd="sng">
              <a:solidFill>
                <a:schemeClr val="hlink">
                  <a:alpha val="100000"/>
                </a:schemeClr>
              </a:solidFill>
              <a:prstDash val="solid"/>
              <a:round/>
              <a:headEnd type="none" w="med" len="med"/>
              <a:tailEnd type="none" w="med" len="med"/>
            </a:ln>
          </p:spPr>
          <p:txBody>
            <a:bodyPr/>
            <a:lstStyle/>
            <a:p>
              <a:endParaRPr lang="en-US"/>
            </a:p>
          </p:txBody>
        </p:sp>
        <p:sp>
          <p:nvSpPr>
            <p:cNvPr id="26655" name="Freeform 28"/>
            <p:cNvSpPr/>
            <p:nvPr/>
          </p:nvSpPr>
          <p:spPr>
            <a:xfrm>
              <a:off x="3072" y="3408"/>
              <a:ext cx="384" cy="528"/>
            </a:xfrm>
            <a:custGeom>
              <a:avLst/>
              <a:gdLst/>
              <a:ahLst/>
              <a:cxnLst>
                <a:cxn ang="0">
                  <a:pos x="0" y="0"/>
                </a:cxn>
                <a:cxn ang="0">
                  <a:pos x="96" y="336"/>
                </a:cxn>
                <a:cxn ang="0">
                  <a:pos x="384" y="528"/>
                </a:cxn>
              </a:cxnLst>
              <a:rect l="0" t="0" r="0" b="0"/>
              <a:pathLst>
                <a:path w="384" h="528">
                  <a:moveTo>
                    <a:pt x="0" y="0"/>
                  </a:moveTo>
                  <a:cubicBezTo>
                    <a:pt x="16" y="124"/>
                    <a:pt x="32" y="248"/>
                    <a:pt x="96" y="336"/>
                  </a:cubicBezTo>
                  <a:cubicBezTo>
                    <a:pt x="160" y="424"/>
                    <a:pt x="272" y="476"/>
                    <a:pt x="384" y="528"/>
                  </a:cubicBezTo>
                </a:path>
              </a:pathLst>
            </a:custGeom>
            <a:noFill/>
            <a:ln w="28575" cap="flat" cmpd="sng">
              <a:solidFill>
                <a:schemeClr val="hlink">
                  <a:alpha val="100000"/>
                </a:schemeClr>
              </a:solidFill>
              <a:prstDash val="solid"/>
              <a:round/>
              <a:headEnd type="none" w="med" len="med"/>
              <a:tailEnd type="none" w="med" len="med"/>
            </a:ln>
          </p:spPr>
          <p:txBody>
            <a:bodyPr/>
            <a:lstStyle/>
            <a:p>
              <a:endParaRPr lang="en-US"/>
            </a:p>
          </p:txBody>
        </p:sp>
        <p:sp>
          <p:nvSpPr>
            <p:cNvPr id="26656" name="Freeform 29"/>
            <p:cNvSpPr/>
            <p:nvPr/>
          </p:nvSpPr>
          <p:spPr>
            <a:xfrm>
              <a:off x="3120" y="3408"/>
              <a:ext cx="384" cy="528"/>
            </a:xfrm>
            <a:custGeom>
              <a:avLst/>
              <a:gdLst/>
              <a:ahLst/>
              <a:cxnLst>
                <a:cxn ang="0">
                  <a:pos x="0" y="0"/>
                </a:cxn>
                <a:cxn ang="0">
                  <a:pos x="240" y="144"/>
                </a:cxn>
                <a:cxn ang="0">
                  <a:pos x="384" y="528"/>
                </a:cxn>
              </a:cxnLst>
              <a:rect l="0" t="0" r="0" b="0"/>
              <a:pathLst>
                <a:path w="384" h="528">
                  <a:moveTo>
                    <a:pt x="0" y="0"/>
                  </a:moveTo>
                  <a:cubicBezTo>
                    <a:pt x="88" y="28"/>
                    <a:pt x="176" y="56"/>
                    <a:pt x="240" y="144"/>
                  </a:cubicBezTo>
                  <a:cubicBezTo>
                    <a:pt x="304" y="232"/>
                    <a:pt x="344" y="380"/>
                    <a:pt x="384" y="528"/>
                  </a:cubicBezTo>
                </a:path>
              </a:pathLst>
            </a:custGeom>
            <a:noFill/>
            <a:ln w="28575" cap="flat" cmpd="sng">
              <a:solidFill>
                <a:schemeClr val="hlink">
                  <a:alpha val="100000"/>
                </a:schemeClr>
              </a:solidFill>
              <a:prstDash val="solid"/>
              <a:round/>
              <a:headEnd type="none" w="med" len="med"/>
              <a:tailEnd type="none" w="med" len="med"/>
            </a:ln>
          </p:spPr>
          <p:txBody>
            <a:bodyPr/>
            <a:lstStyle/>
            <a:p>
              <a:endParaRPr lang="en-US"/>
            </a:p>
          </p:txBody>
        </p:sp>
      </p:grpSp>
      <p:sp>
        <p:nvSpPr>
          <p:cNvPr id="26647" name="Text Box 30"/>
          <p:cNvSpPr txBox="1"/>
          <p:nvPr/>
        </p:nvSpPr>
        <p:spPr>
          <a:xfrm>
            <a:off x="381000" y="3932238"/>
            <a:ext cx="4648200" cy="1006475"/>
          </a:xfrm>
          <a:prstGeom prst="rect">
            <a:avLst/>
          </a:prstGeom>
          <a:noFill/>
          <a:ln w="9525">
            <a:noFill/>
          </a:ln>
        </p:spPr>
        <p:txBody>
          <a:bodyPr>
            <a:spAutoFit/>
          </a:bodyPr>
          <a:lstStyle>
            <a:lvl1pPr marL="342900" indent="-342900" algn="l" rtl="0" eaLnBrk="0" fontAlgn="base" hangingPunct="0">
              <a:spcBef>
                <a:spcPct val="20000"/>
              </a:spcBef>
              <a:spcAft>
                <a:spcPct val="0"/>
              </a:spcAft>
              <a:buFont typeface="Arial" panose="020B0604020202020204" pitchFamily="34" charset="0"/>
              <a:buChar char="•"/>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algn="just">
              <a:spcBef>
                <a:spcPct val="0"/>
              </a:spcBef>
              <a:buFontTx/>
              <a:buNone/>
            </a:pPr>
            <a:r>
              <a:rPr lang="en-US" altLang="en-US" sz="2000" dirty="0">
                <a:latin typeface="Arial" panose="020B0604020202020204" pitchFamily="34" charset="0"/>
              </a:rPr>
              <a:t>Kneiphof island on Pregel river and  7 bridges built in 18-th century in Königsberg town (Kaliningrad). </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Footer Placeholder 4"/>
          <p:cNvSpPr txBox="1">
            <a:spLocks noGrp="1"/>
          </p:cNvSpPr>
          <p:nvPr>
            <p:ph type="ftr" sz="quarter" idx="11"/>
          </p:nvPr>
        </p:nvSpPr>
        <p:spPr>
          <a:noFill/>
          <a:ln>
            <a:noFill/>
          </a:ln>
        </p:spPr>
        <p:txBody>
          <a:bodyPr anchor="ctr" anchorCtr="0"/>
          <a:lstStyle/>
          <a:p>
            <a:pPr marL="0" indent="0" algn="ctr" eaLnBrk="1" hangingPunct="1">
              <a:spcBef>
                <a:spcPct val="0"/>
              </a:spcBef>
              <a:buFontTx/>
              <a:buNone/>
            </a:pPr>
            <a:r>
              <a:rPr lang="en-US" altLang="en-US" sz="1200" dirty="0">
                <a:solidFill>
                  <a:srgbClr val="898989"/>
                </a:solidFill>
                <a:latin typeface="Arial" panose="020B0604020202020204" pitchFamily="34" charset="0"/>
              </a:rPr>
              <a:t>Data Structures and Algorithms in Java </a:t>
            </a:r>
          </a:p>
        </p:txBody>
      </p:sp>
      <p:sp>
        <p:nvSpPr>
          <p:cNvPr id="28675" name="Slide Number Placeholder 5"/>
          <p:cNvSpPr txBox="1">
            <a:spLocks noGrp="1"/>
          </p:cNvSpPr>
          <p:nvPr>
            <p:ph type="sldNum" sz="quarter" idx="12"/>
          </p:nvPr>
        </p:nvSpPr>
        <p:spPr>
          <a:noFill/>
          <a:ln>
            <a:noFill/>
          </a:ln>
        </p:spPr>
        <p:txBody>
          <a:bodyPr anchor="ctr" anchorCtr="0"/>
          <a:lstStyle/>
          <a:p>
            <a:pPr marL="0" indent="0" algn="r" eaLnBrk="1" hangingPunct="1">
              <a:spcBef>
                <a:spcPct val="0"/>
              </a:spcBef>
              <a:buFontTx/>
              <a:buNone/>
            </a:pPr>
            <a:fld id="{9A0DB2DC-4C9A-4742-B13C-FB6460FD3503}" type="slidenum">
              <a:rPr lang="en-US" altLang="zh-CN" sz="1200" dirty="0">
                <a:solidFill>
                  <a:srgbClr val="898989"/>
                </a:solidFill>
                <a:latin typeface="Arial" panose="020B0604020202020204" pitchFamily="34" charset="0"/>
                <a:ea typeface="SimSun" panose="02010600030101010101" pitchFamily="2" charset="-122"/>
              </a:rPr>
              <a:t>15</a:t>
            </a:fld>
            <a:r>
              <a:rPr lang="en-US" altLang="en-US" sz="1200" dirty="0">
                <a:solidFill>
                  <a:srgbClr val="898989"/>
                </a:solidFill>
                <a:latin typeface="Arial" panose="020B0604020202020204" pitchFamily="34" charset="0"/>
              </a:rPr>
              <a:t>/30</a:t>
            </a:r>
          </a:p>
        </p:txBody>
      </p:sp>
      <p:sp>
        <p:nvSpPr>
          <p:cNvPr id="28676" name="Rectangle 2"/>
          <p:cNvSpPr>
            <a:spLocks noGrp="1"/>
          </p:cNvSpPr>
          <p:nvPr>
            <p:ph type="title"/>
          </p:nvPr>
        </p:nvSpPr>
        <p:spPr>
          <a:xfrm>
            <a:off x="228600" y="381000"/>
            <a:ext cx="8610600" cy="1143000"/>
          </a:xfrm>
        </p:spPr>
        <p:txBody>
          <a:bodyPr vert="horz" wrap="square" lIns="91440" tIns="45720" rIns="91440" bIns="45720" anchor="ctr" anchorCtr="0"/>
          <a:lstStyle/>
          <a:p>
            <a:r>
              <a:rPr lang="en-US" altLang="en-US" sz="4000" b="1" dirty="0">
                <a:solidFill>
                  <a:srgbClr val="CC3300"/>
                </a:solidFill>
              </a:rPr>
              <a:t>Necessary and sufficient conditions </a:t>
            </a:r>
            <a:br>
              <a:rPr lang="en-US" altLang="en-US" sz="4000" b="1" dirty="0">
                <a:solidFill>
                  <a:srgbClr val="CC3300"/>
                </a:solidFill>
              </a:rPr>
            </a:br>
            <a:r>
              <a:rPr lang="en-US" altLang="en-US" sz="4000" b="1" dirty="0">
                <a:solidFill>
                  <a:srgbClr val="CC3300"/>
                </a:solidFill>
              </a:rPr>
              <a:t>for Euler cycles</a:t>
            </a:r>
          </a:p>
        </p:txBody>
      </p:sp>
      <p:sp>
        <p:nvSpPr>
          <p:cNvPr id="509955" name="Text Box 3"/>
          <p:cNvSpPr txBox="1">
            <a:spLocks noChangeArrowheads="1"/>
          </p:cNvSpPr>
          <p:nvPr/>
        </p:nvSpPr>
        <p:spPr bwMode="auto">
          <a:xfrm>
            <a:off x="228600" y="1625600"/>
            <a:ext cx="8678863" cy="946150"/>
          </a:xfrm>
          <a:prstGeom prst="rect">
            <a:avLst/>
          </a:prstGeom>
          <a:noFill/>
          <a:ln w="9525">
            <a:noFill/>
            <a:miter lim="800000"/>
          </a:ln>
          <a:effectLst/>
        </p:spPr>
        <p:txBody>
          <a:bodyPr>
            <a:spAutoFit/>
          </a:bodyPr>
          <a:lstStyle/>
          <a:p>
            <a:pPr marR="0" defTabSz="914400">
              <a:buClrTx/>
              <a:buSzTx/>
              <a:buFontTx/>
              <a:buNone/>
              <a:defRPr/>
            </a:pPr>
            <a:r>
              <a:rPr kumimoji="0" lang="en-US" sz="2800" u="sng" kern="1200" cap="none" spc="0" normalizeH="0" baseline="0" noProof="0">
                <a:solidFill>
                  <a:schemeClr val="folHlink"/>
                </a:solidFill>
                <a:effectLst>
                  <a:outerShdw blurRad="38100" dist="38100" dir="2700000" algn="tl">
                    <a:srgbClr val="C0C0C0"/>
                  </a:outerShdw>
                </a:effectLst>
                <a:latin typeface="Times New Roman" panose="02020603050405020304" pitchFamily="18" charset="0"/>
                <a:ea typeface="+mn-ea"/>
                <a:cs typeface="+mn-cs"/>
              </a:rPr>
              <a:t>Theorem 1:</a:t>
            </a:r>
            <a:r>
              <a:rPr kumimoji="0" lang="en-US" sz="2800" b="0" kern="1200" cap="none" spc="0" normalizeH="0" baseline="0" noProof="0">
                <a:latin typeface="Times New Roman" panose="02020603050405020304" pitchFamily="18" charset="0"/>
                <a:ea typeface="+mn-ea"/>
                <a:cs typeface="+mn-cs"/>
              </a:rPr>
              <a:t> A connected multigraph has an Euler cycle if and only if each of its vertices has even degree.</a:t>
            </a:r>
          </a:p>
        </p:txBody>
      </p:sp>
      <p:grpSp>
        <p:nvGrpSpPr>
          <p:cNvPr id="28678" name="Group 4"/>
          <p:cNvGrpSpPr/>
          <p:nvPr/>
        </p:nvGrpSpPr>
        <p:grpSpPr>
          <a:xfrm>
            <a:off x="4991100" y="4029075"/>
            <a:ext cx="2454275" cy="2647950"/>
            <a:chOff x="2928" y="2496"/>
            <a:chExt cx="1546" cy="1668"/>
          </a:xfrm>
        </p:grpSpPr>
        <p:sp>
          <p:nvSpPr>
            <p:cNvPr id="509957" name="Text Box 5"/>
            <p:cNvSpPr txBox="1">
              <a:spLocks noChangeArrowheads="1"/>
            </p:cNvSpPr>
            <p:nvPr/>
          </p:nvSpPr>
          <p:spPr bwMode="auto">
            <a:xfrm>
              <a:off x="2928" y="2496"/>
              <a:ext cx="1546" cy="1668"/>
            </a:xfrm>
            <a:prstGeom prst="rect">
              <a:avLst/>
            </a:prstGeom>
            <a:noFill/>
            <a:ln w="3175">
              <a:noFill/>
              <a:miter lim="800000"/>
            </a:ln>
            <a:effectLst/>
          </p:spPr>
          <p:txBody>
            <a:bodyPr wrap="none">
              <a:spAutoFit/>
            </a:bodyPr>
            <a:lstStyle/>
            <a:p>
              <a:pPr marR="0" defTabSz="914400">
                <a:buClrTx/>
                <a:buSzTx/>
                <a:buFontTx/>
                <a:buNone/>
                <a:defRPr/>
              </a:pPr>
              <a:r>
                <a:rPr kumimoji="0" lang="en-US" sz="2400" b="0" kern="1200" cap="none" spc="0" normalizeH="0" baseline="0" noProof="0">
                  <a:latin typeface="Times New Roman" panose="02020603050405020304" pitchFamily="18" charset="0"/>
                  <a:ea typeface="+mn-ea"/>
                  <a:cs typeface="+mn-cs"/>
                </a:rPr>
                <a:t>          </a:t>
              </a:r>
              <a:r>
                <a:rPr kumimoji="0" lang="en-US" sz="2400" kern="1200" cap="none" spc="0" normalizeH="0" baseline="0" noProof="0">
                  <a:solidFill>
                    <a:schemeClr val="folHlink"/>
                  </a:solidFill>
                  <a:effectLst>
                    <a:outerShdw blurRad="38100" dist="38100" dir="2700000" algn="tl">
                      <a:srgbClr val="C0C0C0"/>
                    </a:outerShdw>
                  </a:effectLst>
                  <a:latin typeface="Times New Roman" panose="02020603050405020304" pitchFamily="18" charset="0"/>
                  <a:ea typeface="+mn-ea"/>
                  <a:cs typeface="+mn-cs"/>
                </a:rPr>
                <a:t>C</a:t>
              </a:r>
            </a:p>
            <a:p>
              <a:pPr marR="0" defTabSz="914400">
                <a:buClrTx/>
                <a:buSzTx/>
                <a:buFontTx/>
                <a:buNone/>
                <a:defRPr/>
              </a:pPr>
              <a:endParaRPr kumimoji="0" lang="en-US" sz="2400" kern="1200" cap="none" spc="0" normalizeH="0" baseline="0" noProof="0">
                <a:solidFill>
                  <a:schemeClr val="folHlink"/>
                </a:solidFill>
                <a:effectLst>
                  <a:outerShdw blurRad="38100" dist="38100" dir="2700000" algn="tl">
                    <a:srgbClr val="C0C0C0"/>
                  </a:outerShdw>
                </a:effectLst>
                <a:latin typeface="Times New Roman" panose="02020603050405020304" pitchFamily="18" charset="0"/>
                <a:ea typeface="+mn-ea"/>
                <a:cs typeface="+mn-cs"/>
              </a:endParaRPr>
            </a:p>
            <a:p>
              <a:pPr marR="0" defTabSz="914400">
                <a:buClrTx/>
                <a:buSzTx/>
                <a:buFontTx/>
                <a:buNone/>
                <a:defRPr/>
              </a:pPr>
              <a:endParaRPr kumimoji="0" lang="en-US" sz="2400" kern="1200" cap="none" spc="0" normalizeH="0" baseline="0" noProof="0">
                <a:solidFill>
                  <a:schemeClr val="folHlink"/>
                </a:solidFill>
                <a:effectLst>
                  <a:outerShdw blurRad="38100" dist="38100" dir="2700000" algn="tl">
                    <a:srgbClr val="C0C0C0"/>
                  </a:outerShdw>
                </a:effectLst>
                <a:latin typeface="Times New Roman" panose="02020603050405020304" pitchFamily="18" charset="0"/>
                <a:ea typeface="+mn-ea"/>
                <a:cs typeface="+mn-cs"/>
              </a:endParaRPr>
            </a:p>
            <a:p>
              <a:pPr marR="0" defTabSz="914400">
                <a:buClrTx/>
                <a:buSzTx/>
                <a:buFontTx/>
                <a:buNone/>
                <a:defRPr/>
              </a:pPr>
              <a:r>
                <a:rPr kumimoji="0" lang="en-US" sz="2400" kern="1200" cap="none" spc="0" normalizeH="0" baseline="0" noProof="0">
                  <a:solidFill>
                    <a:schemeClr val="folHlink"/>
                  </a:solidFill>
                  <a:effectLst>
                    <a:outerShdw blurRad="38100" dist="38100" dir="2700000" algn="tl">
                      <a:srgbClr val="C0C0C0"/>
                    </a:outerShdw>
                  </a:effectLst>
                  <a:latin typeface="Times New Roman" panose="02020603050405020304" pitchFamily="18" charset="0"/>
                  <a:ea typeface="+mn-ea"/>
                  <a:cs typeface="+mn-cs"/>
                </a:rPr>
                <a:t>A                        D</a:t>
              </a:r>
            </a:p>
            <a:p>
              <a:pPr marR="0" defTabSz="914400">
                <a:buClrTx/>
                <a:buSzTx/>
                <a:buFontTx/>
                <a:buNone/>
                <a:defRPr/>
              </a:pPr>
              <a:endParaRPr kumimoji="0" lang="en-US" sz="2400" kern="1200" cap="none" spc="0" normalizeH="0" baseline="0" noProof="0">
                <a:solidFill>
                  <a:schemeClr val="folHlink"/>
                </a:solidFill>
                <a:effectLst>
                  <a:outerShdw blurRad="38100" dist="38100" dir="2700000" algn="tl">
                    <a:srgbClr val="C0C0C0"/>
                  </a:outerShdw>
                </a:effectLst>
                <a:latin typeface="Times New Roman" panose="02020603050405020304" pitchFamily="18" charset="0"/>
                <a:ea typeface="+mn-ea"/>
                <a:cs typeface="+mn-cs"/>
              </a:endParaRPr>
            </a:p>
            <a:p>
              <a:pPr marR="0" defTabSz="914400">
                <a:buClrTx/>
                <a:buSzTx/>
                <a:buFontTx/>
                <a:buNone/>
                <a:defRPr/>
              </a:pPr>
              <a:endParaRPr kumimoji="0" lang="en-US" sz="2400" kern="1200" cap="none" spc="0" normalizeH="0" baseline="0" noProof="0">
                <a:solidFill>
                  <a:schemeClr val="folHlink"/>
                </a:solidFill>
                <a:effectLst>
                  <a:outerShdw blurRad="38100" dist="38100" dir="2700000" algn="tl">
                    <a:srgbClr val="C0C0C0"/>
                  </a:outerShdw>
                </a:effectLst>
                <a:latin typeface="Times New Roman" panose="02020603050405020304" pitchFamily="18" charset="0"/>
                <a:ea typeface="+mn-ea"/>
                <a:cs typeface="+mn-cs"/>
              </a:endParaRPr>
            </a:p>
            <a:p>
              <a:pPr marR="0" defTabSz="914400">
                <a:buClrTx/>
                <a:buSzTx/>
                <a:buFontTx/>
                <a:buNone/>
                <a:defRPr/>
              </a:pPr>
              <a:r>
                <a:rPr kumimoji="0" lang="en-US" sz="2400" kern="1200" cap="none" spc="0" normalizeH="0" baseline="0" noProof="0">
                  <a:solidFill>
                    <a:schemeClr val="folHlink"/>
                  </a:solidFill>
                  <a:effectLst>
                    <a:outerShdw blurRad="38100" dist="38100" dir="2700000" algn="tl">
                      <a:srgbClr val="C0C0C0"/>
                    </a:outerShdw>
                  </a:effectLst>
                  <a:latin typeface="Times New Roman" panose="02020603050405020304" pitchFamily="18" charset="0"/>
                  <a:ea typeface="+mn-ea"/>
                  <a:cs typeface="+mn-cs"/>
                </a:rPr>
                <a:t>          B</a:t>
              </a:r>
            </a:p>
          </p:txBody>
        </p:sp>
        <p:sp>
          <p:nvSpPr>
            <p:cNvPr id="28735" name="Line 6"/>
            <p:cNvSpPr/>
            <p:nvPr/>
          </p:nvSpPr>
          <p:spPr>
            <a:xfrm>
              <a:off x="3600" y="2640"/>
              <a:ext cx="672" cy="672"/>
            </a:xfrm>
            <a:prstGeom prst="line">
              <a:avLst/>
            </a:prstGeom>
            <a:ln w="28575" cap="flat" cmpd="sng">
              <a:solidFill>
                <a:schemeClr val="hlink"/>
              </a:solidFill>
              <a:prstDash val="solid"/>
              <a:headEnd type="none" w="med" len="med"/>
              <a:tailEnd type="none" w="med" len="med"/>
            </a:ln>
          </p:spPr>
        </p:sp>
        <p:sp>
          <p:nvSpPr>
            <p:cNvPr id="28736" name="Line 7"/>
            <p:cNvSpPr/>
            <p:nvPr/>
          </p:nvSpPr>
          <p:spPr>
            <a:xfrm>
              <a:off x="3120" y="3312"/>
              <a:ext cx="1152" cy="0"/>
            </a:xfrm>
            <a:prstGeom prst="line">
              <a:avLst/>
            </a:prstGeom>
            <a:ln w="28575" cap="flat" cmpd="sng">
              <a:solidFill>
                <a:schemeClr val="hlink"/>
              </a:solidFill>
              <a:prstDash val="solid"/>
              <a:headEnd type="none" w="med" len="med"/>
              <a:tailEnd type="none" w="med" len="med"/>
            </a:ln>
          </p:spPr>
        </p:sp>
        <p:sp>
          <p:nvSpPr>
            <p:cNvPr id="28737" name="Line 8"/>
            <p:cNvSpPr/>
            <p:nvPr/>
          </p:nvSpPr>
          <p:spPr>
            <a:xfrm flipH="1">
              <a:off x="3600" y="3312"/>
              <a:ext cx="672" cy="672"/>
            </a:xfrm>
            <a:prstGeom prst="line">
              <a:avLst/>
            </a:prstGeom>
            <a:ln w="28575" cap="flat" cmpd="sng">
              <a:solidFill>
                <a:schemeClr val="hlink"/>
              </a:solidFill>
              <a:prstDash val="solid"/>
              <a:headEnd type="none" w="med" len="med"/>
              <a:tailEnd type="none" w="med" len="med"/>
            </a:ln>
          </p:spPr>
        </p:sp>
        <p:sp>
          <p:nvSpPr>
            <p:cNvPr id="28738" name="Freeform 9"/>
            <p:cNvSpPr/>
            <p:nvPr/>
          </p:nvSpPr>
          <p:spPr>
            <a:xfrm>
              <a:off x="3072" y="2688"/>
              <a:ext cx="384" cy="528"/>
            </a:xfrm>
            <a:custGeom>
              <a:avLst/>
              <a:gdLst/>
              <a:ahLst/>
              <a:cxnLst>
                <a:cxn ang="0">
                  <a:pos x="0" y="528"/>
                </a:cxn>
                <a:cxn ang="0">
                  <a:pos x="96" y="192"/>
                </a:cxn>
                <a:cxn ang="0">
                  <a:pos x="384" y="0"/>
                </a:cxn>
              </a:cxnLst>
              <a:rect l="0" t="0" r="0" b="0"/>
              <a:pathLst>
                <a:path w="384" h="528">
                  <a:moveTo>
                    <a:pt x="0" y="528"/>
                  </a:moveTo>
                  <a:cubicBezTo>
                    <a:pt x="16" y="404"/>
                    <a:pt x="32" y="280"/>
                    <a:pt x="96" y="192"/>
                  </a:cubicBezTo>
                  <a:cubicBezTo>
                    <a:pt x="160" y="104"/>
                    <a:pt x="272" y="52"/>
                    <a:pt x="384" y="0"/>
                  </a:cubicBezTo>
                </a:path>
              </a:pathLst>
            </a:custGeom>
            <a:noFill/>
            <a:ln w="28575" cap="flat" cmpd="sng">
              <a:solidFill>
                <a:schemeClr val="hlink">
                  <a:alpha val="100000"/>
                </a:schemeClr>
              </a:solidFill>
              <a:prstDash val="solid"/>
              <a:round/>
              <a:headEnd type="none" w="med" len="med"/>
              <a:tailEnd type="none" w="med" len="med"/>
            </a:ln>
          </p:spPr>
          <p:txBody>
            <a:bodyPr/>
            <a:lstStyle/>
            <a:p>
              <a:endParaRPr lang="en-US"/>
            </a:p>
          </p:txBody>
        </p:sp>
        <p:sp>
          <p:nvSpPr>
            <p:cNvPr id="28739" name="Freeform 10"/>
            <p:cNvSpPr/>
            <p:nvPr/>
          </p:nvSpPr>
          <p:spPr>
            <a:xfrm>
              <a:off x="3072" y="2736"/>
              <a:ext cx="400" cy="528"/>
            </a:xfrm>
            <a:custGeom>
              <a:avLst/>
              <a:gdLst/>
              <a:ahLst/>
              <a:cxnLst>
                <a:cxn ang="0">
                  <a:pos x="384" y="0"/>
                </a:cxn>
                <a:cxn ang="0">
                  <a:pos x="336" y="240"/>
                </a:cxn>
                <a:cxn ang="0">
                  <a:pos x="0" y="528"/>
                </a:cxn>
              </a:cxnLst>
              <a:rect l="0" t="0" r="0" b="0"/>
              <a:pathLst>
                <a:path w="400" h="528">
                  <a:moveTo>
                    <a:pt x="384" y="0"/>
                  </a:moveTo>
                  <a:cubicBezTo>
                    <a:pt x="392" y="76"/>
                    <a:pt x="400" y="152"/>
                    <a:pt x="336" y="240"/>
                  </a:cubicBezTo>
                  <a:cubicBezTo>
                    <a:pt x="272" y="328"/>
                    <a:pt x="136" y="428"/>
                    <a:pt x="0" y="528"/>
                  </a:cubicBezTo>
                </a:path>
              </a:pathLst>
            </a:custGeom>
            <a:noFill/>
            <a:ln w="28575" cap="flat" cmpd="sng">
              <a:solidFill>
                <a:schemeClr val="hlink">
                  <a:alpha val="100000"/>
                </a:schemeClr>
              </a:solidFill>
              <a:prstDash val="solid"/>
              <a:round/>
              <a:headEnd type="none" w="med" len="med"/>
              <a:tailEnd type="none" w="med" len="med"/>
            </a:ln>
          </p:spPr>
          <p:txBody>
            <a:bodyPr/>
            <a:lstStyle/>
            <a:p>
              <a:endParaRPr lang="en-US"/>
            </a:p>
          </p:txBody>
        </p:sp>
        <p:sp>
          <p:nvSpPr>
            <p:cNvPr id="28740" name="Freeform 11"/>
            <p:cNvSpPr/>
            <p:nvPr/>
          </p:nvSpPr>
          <p:spPr>
            <a:xfrm>
              <a:off x="3072" y="3408"/>
              <a:ext cx="384" cy="528"/>
            </a:xfrm>
            <a:custGeom>
              <a:avLst/>
              <a:gdLst/>
              <a:ahLst/>
              <a:cxnLst>
                <a:cxn ang="0">
                  <a:pos x="0" y="0"/>
                </a:cxn>
                <a:cxn ang="0">
                  <a:pos x="96" y="336"/>
                </a:cxn>
                <a:cxn ang="0">
                  <a:pos x="384" y="528"/>
                </a:cxn>
              </a:cxnLst>
              <a:rect l="0" t="0" r="0" b="0"/>
              <a:pathLst>
                <a:path w="384" h="528">
                  <a:moveTo>
                    <a:pt x="0" y="0"/>
                  </a:moveTo>
                  <a:cubicBezTo>
                    <a:pt x="16" y="124"/>
                    <a:pt x="32" y="248"/>
                    <a:pt x="96" y="336"/>
                  </a:cubicBezTo>
                  <a:cubicBezTo>
                    <a:pt x="160" y="424"/>
                    <a:pt x="272" y="476"/>
                    <a:pt x="384" y="528"/>
                  </a:cubicBezTo>
                </a:path>
              </a:pathLst>
            </a:custGeom>
            <a:noFill/>
            <a:ln w="28575" cap="flat" cmpd="sng">
              <a:solidFill>
                <a:schemeClr val="hlink">
                  <a:alpha val="100000"/>
                </a:schemeClr>
              </a:solidFill>
              <a:prstDash val="solid"/>
              <a:round/>
              <a:headEnd type="none" w="med" len="med"/>
              <a:tailEnd type="none" w="med" len="med"/>
            </a:ln>
          </p:spPr>
          <p:txBody>
            <a:bodyPr/>
            <a:lstStyle/>
            <a:p>
              <a:endParaRPr lang="en-US"/>
            </a:p>
          </p:txBody>
        </p:sp>
        <p:sp>
          <p:nvSpPr>
            <p:cNvPr id="28741" name="Freeform 12"/>
            <p:cNvSpPr/>
            <p:nvPr/>
          </p:nvSpPr>
          <p:spPr>
            <a:xfrm>
              <a:off x="3120" y="3408"/>
              <a:ext cx="384" cy="528"/>
            </a:xfrm>
            <a:custGeom>
              <a:avLst/>
              <a:gdLst/>
              <a:ahLst/>
              <a:cxnLst>
                <a:cxn ang="0">
                  <a:pos x="0" y="0"/>
                </a:cxn>
                <a:cxn ang="0">
                  <a:pos x="240" y="144"/>
                </a:cxn>
                <a:cxn ang="0">
                  <a:pos x="384" y="528"/>
                </a:cxn>
              </a:cxnLst>
              <a:rect l="0" t="0" r="0" b="0"/>
              <a:pathLst>
                <a:path w="384" h="528">
                  <a:moveTo>
                    <a:pt x="0" y="0"/>
                  </a:moveTo>
                  <a:cubicBezTo>
                    <a:pt x="88" y="28"/>
                    <a:pt x="176" y="56"/>
                    <a:pt x="240" y="144"/>
                  </a:cubicBezTo>
                  <a:cubicBezTo>
                    <a:pt x="304" y="232"/>
                    <a:pt x="344" y="380"/>
                    <a:pt x="384" y="528"/>
                  </a:cubicBezTo>
                </a:path>
              </a:pathLst>
            </a:custGeom>
            <a:noFill/>
            <a:ln w="28575" cap="flat" cmpd="sng">
              <a:solidFill>
                <a:schemeClr val="hlink">
                  <a:alpha val="100000"/>
                </a:schemeClr>
              </a:solidFill>
              <a:prstDash val="solid"/>
              <a:round/>
              <a:headEnd type="none" w="med" len="med"/>
              <a:tailEnd type="none" w="med" len="med"/>
            </a:ln>
          </p:spPr>
          <p:txBody>
            <a:bodyPr/>
            <a:lstStyle/>
            <a:p>
              <a:endParaRPr lang="en-US"/>
            </a:p>
          </p:txBody>
        </p:sp>
      </p:grpSp>
      <p:grpSp>
        <p:nvGrpSpPr>
          <p:cNvPr id="28679" name="Group 13"/>
          <p:cNvGrpSpPr/>
          <p:nvPr/>
        </p:nvGrpSpPr>
        <p:grpSpPr>
          <a:xfrm>
            <a:off x="381000" y="2825750"/>
            <a:ext cx="7816850" cy="2651125"/>
            <a:chOff x="192" y="1968"/>
            <a:chExt cx="4924" cy="1670"/>
          </a:xfrm>
        </p:grpSpPr>
        <p:sp>
          <p:nvSpPr>
            <p:cNvPr id="28681" name="Oval 14"/>
            <p:cNvSpPr/>
            <p:nvPr/>
          </p:nvSpPr>
          <p:spPr>
            <a:xfrm>
              <a:off x="384" y="1968"/>
              <a:ext cx="48" cy="48"/>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Font typeface="Arial" panose="020B0604020202020204" pitchFamily="34" charset="0"/>
                <a:buChar char="•"/>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eaLnBrk="1" hangingPunct="1">
                <a:spcBef>
                  <a:spcPct val="0"/>
                </a:spcBef>
                <a:buFontTx/>
                <a:buNone/>
              </a:pPr>
              <a:endParaRPr lang="en-US" altLang="en-US" sz="4400" b="1" dirty="0">
                <a:latin typeface="Arial" panose="020B0604020202020204" pitchFamily="34" charset="0"/>
              </a:endParaRPr>
            </a:p>
          </p:txBody>
        </p:sp>
        <p:sp>
          <p:nvSpPr>
            <p:cNvPr id="28682" name="Oval 15"/>
            <p:cNvSpPr/>
            <p:nvPr/>
          </p:nvSpPr>
          <p:spPr>
            <a:xfrm>
              <a:off x="384" y="2448"/>
              <a:ext cx="48" cy="48"/>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Font typeface="Arial" panose="020B0604020202020204" pitchFamily="34" charset="0"/>
                <a:buChar char="•"/>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eaLnBrk="1" hangingPunct="1">
                <a:spcBef>
                  <a:spcPct val="0"/>
                </a:spcBef>
                <a:buFontTx/>
                <a:buNone/>
              </a:pPr>
              <a:endParaRPr lang="en-US" altLang="en-US" sz="4400" b="1" dirty="0">
                <a:latin typeface="Arial" panose="020B0604020202020204" pitchFamily="34" charset="0"/>
              </a:endParaRPr>
            </a:p>
          </p:txBody>
        </p:sp>
        <p:sp>
          <p:nvSpPr>
            <p:cNvPr id="28683" name="Oval 16"/>
            <p:cNvSpPr/>
            <p:nvPr/>
          </p:nvSpPr>
          <p:spPr>
            <a:xfrm>
              <a:off x="672" y="2208"/>
              <a:ext cx="48" cy="48"/>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Font typeface="Arial" panose="020B0604020202020204" pitchFamily="34" charset="0"/>
                <a:buChar char="•"/>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eaLnBrk="1" hangingPunct="1">
                <a:spcBef>
                  <a:spcPct val="0"/>
                </a:spcBef>
                <a:buFontTx/>
                <a:buNone/>
              </a:pPr>
              <a:endParaRPr lang="en-US" altLang="en-US" sz="4400" b="1" dirty="0">
                <a:latin typeface="Arial" panose="020B0604020202020204" pitchFamily="34" charset="0"/>
              </a:endParaRPr>
            </a:p>
          </p:txBody>
        </p:sp>
        <p:sp>
          <p:nvSpPr>
            <p:cNvPr id="28684" name="Oval 17"/>
            <p:cNvSpPr/>
            <p:nvPr/>
          </p:nvSpPr>
          <p:spPr>
            <a:xfrm>
              <a:off x="912" y="1968"/>
              <a:ext cx="48" cy="48"/>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Font typeface="Arial" panose="020B0604020202020204" pitchFamily="34" charset="0"/>
                <a:buChar char="•"/>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eaLnBrk="1" hangingPunct="1">
                <a:spcBef>
                  <a:spcPct val="0"/>
                </a:spcBef>
                <a:buFontTx/>
                <a:buNone/>
              </a:pPr>
              <a:endParaRPr lang="en-US" altLang="en-US" sz="4400" b="1" dirty="0">
                <a:latin typeface="Arial" panose="020B0604020202020204" pitchFamily="34" charset="0"/>
              </a:endParaRPr>
            </a:p>
          </p:txBody>
        </p:sp>
        <p:sp>
          <p:nvSpPr>
            <p:cNvPr id="28685" name="Oval 18"/>
            <p:cNvSpPr/>
            <p:nvPr/>
          </p:nvSpPr>
          <p:spPr>
            <a:xfrm>
              <a:off x="912" y="2448"/>
              <a:ext cx="48" cy="48"/>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Font typeface="Arial" panose="020B0604020202020204" pitchFamily="34" charset="0"/>
                <a:buChar char="•"/>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eaLnBrk="1" hangingPunct="1">
                <a:spcBef>
                  <a:spcPct val="0"/>
                </a:spcBef>
                <a:buFontTx/>
                <a:buNone/>
              </a:pPr>
              <a:endParaRPr lang="en-US" altLang="en-US" sz="4400" b="1" dirty="0">
                <a:latin typeface="Arial" panose="020B0604020202020204" pitchFamily="34" charset="0"/>
              </a:endParaRPr>
            </a:p>
          </p:txBody>
        </p:sp>
        <p:sp>
          <p:nvSpPr>
            <p:cNvPr id="28686" name="Line 19"/>
            <p:cNvSpPr/>
            <p:nvPr/>
          </p:nvSpPr>
          <p:spPr>
            <a:xfrm>
              <a:off x="432" y="2016"/>
              <a:ext cx="480" cy="0"/>
            </a:xfrm>
            <a:prstGeom prst="line">
              <a:avLst/>
            </a:prstGeom>
            <a:ln w="9525" cap="flat" cmpd="sng">
              <a:solidFill>
                <a:schemeClr val="tx1"/>
              </a:solidFill>
              <a:prstDash val="solid"/>
              <a:headEnd type="none" w="med" len="med"/>
              <a:tailEnd type="none" w="med" len="med"/>
            </a:ln>
          </p:spPr>
        </p:sp>
        <p:sp>
          <p:nvSpPr>
            <p:cNvPr id="28687" name="Oval 20"/>
            <p:cNvSpPr/>
            <p:nvPr/>
          </p:nvSpPr>
          <p:spPr>
            <a:xfrm>
              <a:off x="3072" y="1968"/>
              <a:ext cx="48" cy="48"/>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Font typeface="Arial" panose="020B0604020202020204" pitchFamily="34" charset="0"/>
                <a:buChar char="•"/>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eaLnBrk="1" hangingPunct="1">
                <a:spcBef>
                  <a:spcPct val="0"/>
                </a:spcBef>
                <a:buFontTx/>
                <a:buNone/>
              </a:pPr>
              <a:endParaRPr lang="en-US" altLang="en-US" sz="4400" b="1" dirty="0">
                <a:latin typeface="Arial" panose="020B0604020202020204" pitchFamily="34" charset="0"/>
              </a:endParaRPr>
            </a:p>
          </p:txBody>
        </p:sp>
        <p:sp>
          <p:nvSpPr>
            <p:cNvPr id="28688" name="Oval 21"/>
            <p:cNvSpPr/>
            <p:nvPr/>
          </p:nvSpPr>
          <p:spPr>
            <a:xfrm>
              <a:off x="3072" y="2448"/>
              <a:ext cx="48" cy="48"/>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Font typeface="Arial" panose="020B0604020202020204" pitchFamily="34" charset="0"/>
                <a:buChar char="•"/>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eaLnBrk="1" hangingPunct="1">
                <a:spcBef>
                  <a:spcPct val="0"/>
                </a:spcBef>
                <a:buFontTx/>
                <a:buNone/>
              </a:pPr>
              <a:endParaRPr lang="en-US" altLang="en-US" sz="4400" b="1" dirty="0">
                <a:latin typeface="Arial" panose="020B0604020202020204" pitchFamily="34" charset="0"/>
              </a:endParaRPr>
            </a:p>
          </p:txBody>
        </p:sp>
        <p:sp>
          <p:nvSpPr>
            <p:cNvPr id="28689" name="Oval 22"/>
            <p:cNvSpPr/>
            <p:nvPr/>
          </p:nvSpPr>
          <p:spPr>
            <a:xfrm>
              <a:off x="3360" y="2208"/>
              <a:ext cx="48" cy="48"/>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Font typeface="Arial" panose="020B0604020202020204" pitchFamily="34" charset="0"/>
                <a:buChar char="•"/>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eaLnBrk="1" hangingPunct="1">
                <a:spcBef>
                  <a:spcPct val="0"/>
                </a:spcBef>
                <a:buFontTx/>
                <a:buNone/>
              </a:pPr>
              <a:endParaRPr lang="en-US" altLang="en-US" sz="4400" b="1" dirty="0">
                <a:latin typeface="Arial" panose="020B0604020202020204" pitchFamily="34" charset="0"/>
              </a:endParaRPr>
            </a:p>
          </p:txBody>
        </p:sp>
        <p:sp>
          <p:nvSpPr>
            <p:cNvPr id="28690" name="Oval 23"/>
            <p:cNvSpPr/>
            <p:nvPr/>
          </p:nvSpPr>
          <p:spPr>
            <a:xfrm>
              <a:off x="3600" y="1968"/>
              <a:ext cx="48" cy="48"/>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Font typeface="Arial" panose="020B0604020202020204" pitchFamily="34" charset="0"/>
                <a:buChar char="•"/>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eaLnBrk="1" hangingPunct="1">
                <a:spcBef>
                  <a:spcPct val="0"/>
                </a:spcBef>
                <a:buFontTx/>
                <a:buNone/>
              </a:pPr>
              <a:endParaRPr lang="en-US" altLang="en-US" sz="4400" b="1" dirty="0">
                <a:latin typeface="Arial" panose="020B0604020202020204" pitchFamily="34" charset="0"/>
              </a:endParaRPr>
            </a:p>
          </p:txBody>
        </p:sp>
        <p:sp>
          <p:nvSpPr>
            <p:cNvPr id="28691" name="Oval 24"/>
            <p:cNvSpPr/>
            <p:nvPr/>
          </p:nvSpPr>
          <p:spPr>
            <a:xfrm>
              <a:off x="3600" y="2448"/>
              <a:ext cx="48" cy="48"/>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Font typeface="Arial" panose="020B0604020202020204" pitchFamily="34" charset="0"/>
                <a:buChar char="•"/>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eaLnBrk="1" hangingPunct="1">
                <a:spcBef>
                  <a:spcPct val="0"/>
                </a:spcBef>
                <a:buFontTx/>
                <a:buNone/>
              </a:pPr>
              <a:endParaRPr lang="en-US" altLang="en-US" sz="4400" b="1" dirty="0">
                <a:latin typeface="Arial" panose="020B0604020202020204" pitchFamily="34" charset="0"/>
              </a:endParaRPr>
            </a:p>
          </p:txBody>
        </p:sp>
        <p:sp>
          <p:nvSpPr>
            <p:cNvPr id="28692" name="Line 25"/>
            <p:cNvSpPr/>
            <p:nvPr/>
          </p:nvSpPr>
          <p:spPr>
            <a:xfrm>
              <a:off x="3120" y="2016"/>
              <a:ext cx="240" cy="192"/>
            </a:xfrm>
            <a:prstGeom prst="line">
              <a:avLst/>
            </a:prstGeom>
            <a:ln w="9525" cap="flat" cmpd="sng">
              <a:solidFill>
                <a:schemeClr val="tx1"/>
              </a:solidFill>
              <a:prstDash val="solid"/>
              <a:headEnd type="none" w="med" len="med"/>
              <a:tailEnd type="none" w="med" len="med"/>
            </a:ln>
          </p:spPr>
        </p:sp>
        <p:sp>
          <p:nvSpPr>
            <p:cNvPr id="28693" name="Line 26"/>
            <p:cNvSpPr/>
            <p:nvPr/>
          </p:nvSpPr>
          <p:spPr>
            <a:xfrm flipH="1">
              <a:off x="3408" y="2016"/>
              <a:ext cx="192" cy="192"/>
            </a:xfrm>
            <a:prstGeom prst="line">
              <a:avLst/>
            </a:prstGeom>
            <a:ln w="9525" cap="flat" cmpd="sng">
              <a:solidFill>
                <a:schemeClr val="tx1"/>
              </a:solidFill>
              <a:prstDash val="solid"/>
              <a:headEnd type="none" w="med" len="med"/>
              <a:tailEnd type="none" w="med" len="med"/>
            </a:ln>
          </p:spPr>
        </p:sp>
        <p:sp>
          <p:nvSpPr>
            <p:cNvPr id="28694" name="Line 27"/>
            <p:cNvSpPr/>
            <p:nvPr/>
          </p:nvSpPr>
          <p:spPr>
            <a:xfrm flipV="1">
              <a:off x="3120" y="2256"/>
              <a:ext cx="240" cy="192"/>
            </a:xfrm>
            <a:prstGeom prst="line">
              <a:avLst/>
            </a:prstGeom>
            <a:ln w="9525" cap="flat" cmpd="sng">
              <a:solidFill>
                <a:schemeClr val="tx1"/>
              </a:solidFill>
              <a:prstDash val="solid"/>
              <a:headEnd type="none" w="med" len="med"/>
              <a:tailEnd type="none" w="med" len="med"/>
            </a:ln>
          </p:spPr>
        </p:sp>
        <p:sp>
          <p:nvSpPr>
            <p:cNvPr id="28695" name="Line 28"/>
            <p:cNvSpPr/>
            <p:nvPr/>
          </p:nvSpPr>
          <p:spPr>
            <a:xfrm>
              <a:off x="3408" y="2256"/>
              <a:ext cx="192" cy="192"/>
            </a:xfrm>
            <a:prstGeom prst="line">
              <a:avLst/>
            </a:prstGeom>
            <a:ln w="9525" cap="flat" cmpd="sng">
              <a:solidFill>
                <a:schemeClr val="tx1"/>
              </a:solidFill>
              <a:prstDash val="solid"/>
              <a:headEnd type="none" w="med" len="med"/>
              <a:tailEnd type="none" w="med" len="med"/>
            </a:ln>
          </p:spPr>
        </p:sp>
        <p:sp>
          <p:nvSpPr>
            <p:cNvPr id="28696" name="Line 29"/>
            <p:cNvSpPr/>
            <p:nvPr/>
          </p:nvSpPr>
          <p:spPr>
            <a:xfrm>
              <a:off x="3120" y="2016"/>
              <a:ext cx="480" cy="0"/>
            </a:xfrm>
            <a:prstGeom prst="line">
              <a:avLst/>
            </a:prstGeom>
            <a:ln w="9525" cap="flat" cmpd="sng">
              <a:solidFill>
                <a:schemeClr val="tx1"/>
              </a:solidFill>
              <a:prstDash val="solid"/>
              <a:headEnd type="none" w="med" len="med"/>
              <a:tailEnd type="none" w="med" len="med"/>
            </a:ln>
          </p:spPr>
        </p:sp>
        <p:sp>
          <p:nvSpPr>
            <p:cNvPr id="28697" name="Line 30"/>
            <p:cNvSpPr/>
            <p:nvPr/>
          </p:nvSpPr>
          <p:spPr>
            <a:xfrm>
              <a:off x="3120" y="2448"/>
              <a:ext cx="480" cy="0"/>
            </a:xfrm>
            <a:prstGeom prst="line">
              <a:avLst/>
            </a:prstGeom>
            <a:ln w="9525" cap="flat" cmpd="sng">
              <a:solidFill>
                <a:schemeClr val="tx1"/>
              </a:solidFill>
              <a:prstDash val="solid"/>
              <a:headEnd type="none" w="med" len="med"/>
              <a:tailEnd type="none" w="med" len="med"/>
            </a:ln>
          </p:spPr>
        </p:sp>
        <p:sp>
          <p:nvSpPr>
            <p:cNvPr id="28698" name="Line 31"/>
            <p:cNvSpPr/>
            <p:nvPr/>
          </p:nvSpPr>
          <p:spPr>
            <a:xfrm>
              <a:off x="3120" y="2016"/>
              <a:ext cx="0" cy="432"/>
            </a:xfrm>
            <a:prstGeom prst="line">
              <a:avLst/>
            </a:prstGeom>
            <a:ln w="9525" cap="flat" cmpd="sng">
              <a:solidFill>
                <a:schemeClr val="tx1"/>
              </a:solidFill>
              <a:prstDash val="solid"/>
              <a:headEnd type="none" w="med" len="med"/>
              <a:tailEnd type="none" w="med" len="med"/>
            </a:ln>
          </p:spPr>
        </p:sp>
        <p:sp>
          <p:nvSpPr>
            <p:cNvPr id="28699" name="Line 32"/>
            <p:cNvSpPr/>
            <p:nvPr/>
          </p:nvSpPr>
          <p:spPr>
            <a:xfrm>
              <a:off x="3600" y="2016"/>
              <a:ext cx="0" cy="432"/>
            </a:xfrm>
            <a:prstGeom prst="line">
              <a:avLst/>
            </a:prstGeom>
            <a:ln w="9525" cap="flat" cmpd="sng">
              <a:solidFill>
                <a:schemeClr val="tx1"/>
              </a:solidFill>
              <a:prstDash val="solid"/>
              <a:headEnd type="none" w="med" len="med"/>
              <a:tailEnd type="none" w="med" len="med"/>
            </a:ln>
          </p:spPr>
        </p:sp>
        <p:sp>
          <p:nvSpPr>
            <p:cNvPr id="28700" name="Line 33"/>
            <p:cNvSpPr/>
            <p:nvPr/>
          </p:nvSpPr>
          <p:spPr>
            <a:xfrm>
              <a:off x="432" y="2016"/>
              <a:ext cx="480" cy="0"/>
            </a:xfrm>
            <a:prstGeom prst="line">
              <a:avLst/>
            </a:prstGeom>
            <a:ln w="28575" cap="flat" cmpd="sng">
              <a:solidFill>
                <a:srgbClr val="FF3300"/>
              </a:solidFill>
              <a:prstDash val="solid"/>
              <a:headEnd type="none" w="med" len="med"/>
              <a:tailEnd type="none" w="med" len="med"/>
            </a:ln>
          </p:spPr>
        </p:sp>
        <p:sp>
          <p:nvSpPr>
            <p:cNvPr id="28701" name="Line 34"/>
            <p:cNvSpPr/>
            <p:nvPr/>
          </p:nvSpPr>
          <p:spPr>
            <a:xfrm flipH="1">
              <a:off x="720" y="2016"/>
              <a:ext cx="192" cy="192"/>
            </a:xfrm>
            <a:prstGeom prst="line">
              <a:avLst/>
            </a:prstGeom>
            <a:ln w="9525" cap="flat" cmpd="sng">
              <a:solidFill>
                <a:schemeClr val="tx1"/>
              </a:solidFill>
              <a:prstDash val="solid"/>
              <a:headEnd type="none" w="med" len="med"/>
              <a:tailEnd type="none" w="med" len="med"/>
            </a:ln>
          </p:spPr>
        </p:sp>
        <p:sp>
          <p:nvSpPr>
            <p:cNvPr id="28702" name="Line 35"/>
            <p:cNvSpPr/>
            <p:nvPr/>
          </p:nvSpPr>
          <p:spPr>
            <a:xfrm>
              <a:off x="720" y="2256"/>
              <a:ext cx="192" cy="192"/>
            </a:xfrm>
            <a:prstGeom prst="line">
              <a:avLst/>
            </a:prstGeom>
            <a:ln w="9525" cap="flat" cmpd="sng">
              <a:solidFill>
                <a:schemeClr val="tx1"/>
              </a:solidFill>
              <a:prstDash val="solid"/>
              <a:headEnd type="none" w="med" len="med"/>
              <a:tailEnd type="none" w="med" len="med"/>
            </a:ln>
          </p:spPr>
        </p:sp>
        <p:sp>
          <p:nvSpPr>
            <p:cNvPr id="28703" name="Line 36"/>
            <p:cNvSpPr/>
            <p:nvPr/>
          </p:nvSpPr>
          <p:spPr>
            <a:xfrm flipH="1">
              <a:off x="432" y="2256"/>
              <a:ext cx="240" cy="192"/>
            </a:xfrm>
            <a:prstGeom prst="line">
              <a:avLst/>
            </a:prstGeom>
            <a:ln w="9525" cap="flat" cmpd="sng">
              <a:solidFill>
                <a:schemeClr val="tx1"/>
              </a:solidFill>
              <a:prstDash val="solid"/>
              <a:headEnd type="none" w="med" len="med"/>
              <a:tailEnd type="none" w="med" len="med"/>
            </a:ln>
          </p:spPr>
        </p:sp>
        <p:sp>
          <p:nvSpPr>
            <p:cNvPr id="28704" name="Line 37"/>
            <p:cNvSpPr/>
            <p:nvPr/>
          </p:nvSpPr>
          <p:spPr>
            <a:xfrm>
              <a:off x="432" y="2016"/>
              <a:ext cx="240" cy="192"/>
            </a:xfrm>
            <a:prstGeom prst="line">
              <a:avLst/>
            </a:prstGeom>
            <a:ln w="9525" cap="flat" cmpd="sng">
              <a:solidFill>
                <a:schemeClr val="tx1"/>
              </a:solidFill>
              <a:prstDash val="solid"/>
              <a:headEnd type="none" w="med" len="med"/>
              <a:tailEnd type="none" w="med" len="med"/>
            </a:ln>
          </p:spPr>
        </p:sp>
        <p:sp>
          <p:nvSpPr>
            <p:cNvPr id="28705" name="Line 38"/>
            <p:cNvSpPr/>
            <p:nvPr/>
          </p:nvSpPr>
          <p:spPr>
            <a:xfrm>
              <a:off x="432" y="2448"/>
              <a:ext cx="480" cy="0"/>
            </a:xfrm>
            <a:prstGeom prst="line">
              <a:avLst/>
            </a:prstGeom>
            <a:ln w="9525" cap="flat" cmpd="sng">
              <a:solidFill>
                <a:schemeClr val="tx1"/>
              </a:solidFill>
              <a:prstDash val="solid"/>
              <a:headEnd type="none" w="med" len="med"/>
              <a:tailEnd type="none" w="med" len="med"/>
            </a:ln>
          </p:spPr>
        </p:sp>
        <p:sp>
          <p:nvSpPr>
            <p:cNvPr id="28706" name="Line 39"/>
            <p:cNvSpPr/>
            <p:nvPr/>
          </p:nvSpPr>
          <p:spPr>
            <a:xfrm flipH="1">
              <a:off x="720" y="2016"/>
              <a:ext cx="192" cy="192"/>
            </a:xfrm>
            <a:prstGeom prst="line">
              <a:avLst/>
            </a:prstGeom>
            <a:ln w="28575" cap="flat" cmpd="sng">
              <a:solidFill>
                <a:srgbClr val="FF3300"/>
              </a:solidFill>
              <a:prstDash val="solid"/>
              <a:headEnd type="none" w="med" len="med"/>
              <a:tailEnd type="none" w="med" len="med"/>
            </a:ln>
          </p:spPr>
        </p:sp>
        <p:sp>
          <p:nvSpPr>
            <p:cNvPr id="28707" name="Line 40"/>
            <p:cNvSpPr/>
            <p:nvPr/>
          </p:nvSpPr>
          <p:spPr>
            <a:xfrm flipH="1">
              <a:off x="432" y="2256"/>
              <a:ext cx="240" cy="192"/>
            </a:xfrm>
            <a:prstGeom prst="line">
              <a:avLst/>
            </a:prstGeom>
            <a:ln w="28575" cap="flat" cmpd="sng">
              <a:solidFill>
                <a:srgbClr val="FF3300"/>
              </a:solidFill>
              <a:prstDash val="solid"/>
              <a:headEnd type="none" w="med" len="med"/>
              <a:tailEnd type="none" w="med" len="med"/>
            </a:ln>
          </p:spPr>
        </p:sp>
        <p:sp>
          <p:nvSpPr>
            <p:cNvPr id="28708" name="Line 41"/>
            <p:cNvSpPr/>
            <p:nvPr/>
          </p:nvSpPr>
          <p:spPr>
            <a:xfrm>
              <a:off x="432" y="2448"/>
              <a:ext cx="480" cy="0"/>
            </a:xfrm>
            <a:prstGeom prst="line">
              <a:avLst/>
            </a:prstGeom>
            <a:ln w="28575" cap="flat" cmpd="sng">
              <a:solidFill>
                <a:srgbClr val="FF3300"/>
              </a:solidFill>
              <a:prstDash val="solid"/>
              <a:headEnd type="none" w="med" len="med"/>
              <a:tailEnd type="none" w="med" len="med"/>
            </a:ln>
          </p:spPr>
        </p:sp>
        <p:sp>
          <p:nvSpPr>
            <p:cNvPr id="28709" name="Line 42"/>
            <p:cNvSpPr/>
            <p:nvPr/>
          </p:nvSpPr>
          <p:spPr>
            <a:xfrm>
              <a:off x="720" y="2256"/>
              <a:ext cx="192" cy="192"/>
            </a:xfrm>
            <a:prstGeom prst="line">
              <a:avLst/>
            </a:prstGeom>
            <a:ln w="28575" cap="flat" cmpd="sng">
              <a:solidFill>
                <a:srgbClr val="FF3300"/>
              </a:solidFill>
              <a:prstDash val="solid"/>
              <a:headEnd type="none" w="med" len="med"/>
              <a:tailEnd type="none" w="med" len="med"/>
            </a:ln>
          </p:spPr>
        </p:sp>
        <p:sp>
          <p:nvSpPr>
            <p:cNvPr id="28710" name="Line 43"/>
            <p:cNvSpPr/>
            <p:nvPr/>
          </p:nvSpPr>
          <p:spPr>
            <a:xfrm>
              <a:off x="432" y="2016"/>
              <a:ext cx="240" cy="192"/>
            </a:xfrm>
            <a:prstGeom prst="line">
              <a:avLst/>
            </a:prstGeom>
            <a:ln w="28575" cap="flat" cmpd="sng">
              <a:solidFill>
                <a:srgbClr val="FF3300"/>
              </a:solidFill>
              <a:prstDash val="solid"/>
              <a:headEnd type="none" w="med" len="med"/>
              <a:tailEnd type="none" w="med" len="med"/>
            </a:ln>
          </p:spPr>
        </p:sp>
        <p:sp>
          <p:nvSpPr>
            <p:cNvPr id="28711" name="Text Box 44"/>
            <p:cNvSpPr txBox="1"/>
            <p:nvPr/>
          </p:nvSpPr>
          <p:spPr>
            <a:xfrm>
              <a:off x="1056" y="2064"/>
              <a:ext cx="1378" cy="288"/>
            </a:xfrm>
            <a:prstGeom prst="rect">
              <a:avLst/>
            </a:prstGeom>
            <a:noFill/>
            <a:ln w="9525">
              <a:noFill/>
            </a:ln>
          </p:spPr>
          <p:txBody>
            <a:bodyPr wrap="none">
              <a:spAutoFit/>
            </a:bodyPr>
            <a:lstStyle>
              <a:lvl1pPr marL="342900" indent="-342900" algn="l" rtl="0" eaLnBrk="0" fontAlgn="base" hangingPunct="0">
                <a:spcBef>
                  <a:spcPct val="20000"/>
                </a:spcBef>
                <a:spcAft>
                  <a:spcPct val="0"/>
                </a:spcAft>
                <a:buFont typeface="Arial" panose="020B0604020202020204" pitchFamily="34" charset="0"/>
                <a:buChar char="•"/>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a:spcBef>
                  <a:spcPct val="0"/>
                </a:spcBef>
                <a:buFontTx/>
                <a:buNone/>
              </a:pPr>
              <a:r>
                <a:rPr lang="en-US" altLang="en-US" sz="2400" dirty="0">
                  <a:latin typeface="Times New Roman" panose="02020603050405020304" pitchFamily="18" charset="0"/>
                </a:rPr>
                <a:t> Has Euler cycle</a:t>
              </a:r>
            </a:p>
          </p:txBody>
        </p:sp>
        <p:grpSp>
          <p:nvGrpSpPr>
            <p:cNvPr id="28712" name="Group 45"/>
            <p:cNvGrpSpPr/>
            <p:nvPr/>
          </p:nvGrpSpPr>
          <p:grpSpPr>
            <a:xfrm>
              <a:off x="192" y="3072"/>
              <a:ext cx="2524" cy="566"/>
              <a:chOff x="240" y="3408"/>
              <a:chExt cx="2524" cy="566"/>
            </a:xfrm>
          </p:grpSpPr>
          <p:sp>
            <p:nvSpPr>
              <p:cNvPr id="28714" name="Oval 46"/>
              <p:cNvSpPr/>
              <p:nvPr/>
            </p:nvSpPr>
            <p:spPr>
              <a:xfrm>
                <a:off x="528" y="3408"/>
                <a:ext cx="48" cy="48"/>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Font typeface="Arial" panose="020B0604020202020204" pitchFamily="34" charset="0"/>
                  <a:buChar char="•"/>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eaLnBrk="1" hangingPunct="1">
                  <a:spcBef>
                    <a:spcPct val="0"/>
                  </a:spcBef>
                  <a:buFontTx/>
                  <a:buNone/>
                </a:pPr>
                <a:endParaRPr lang="en-US" altLang="en-US" sz="4400" b="1" dirty="0">
                  <a:latin typeface="Arial" panose="020B0604020202020204" pitchFamily="34" charset="0"/>
                </a:endParaRPr>
              </a:p>
            </p:txBody>
          </p:sp>
          <p:sp>
            <p:nvSpPr>
              <p:cNvPr id="28715" name="Oval 47"/>
              <p:cNvSpPr/>
              <p:nvPr/>
            </p:nvSpPr>
            <p:spPr>
              <a:xfrm>
                <a:off x="528" y="3888"/>
                <a:ext cx="48" cy="48"/>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Font typeface="Arial" panose="020B0604020202020204" pitchFamily="34" charset="0"/>
                  <a:buChar char="•"/>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eaLnBrk="1" hangingPunct="1">
                  <a:spcBef>
                    <a:spcPct val="0"/>
                  </a:spcBef>
                  <a:buFontTx/>
                  <a:buNone/>
                </a:pPr>
                <a:endParaRPr lang="en-US" altLang="en-US" sz="4400" b="1" dirty="0">
                  <a:latin typeface="Arial" panose="020B0604020202020204" pitchFamily="34" charset="0"/>
                </a:endParaRPr>
              </a:p>
            </p:txBody>
          </p:sp>
          <p:sp>
            <p:nvSpPr>
              <p:cNvPr id="28716" name="Oval 48"/>
              <p:cNvSpPr/>
              <p:nvPr/>
            </p:nvSpPr>
            <p:spPr>
              <a:xfrm>
                <a:off x="1056" y="3408"/>
                <a:ext cx="48" cy="48"/>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Font typeface="Arial" panose="020B0604020202020204" pitchFamily="34" charset="0"/>
                  <a:buChar char="•"/>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eaLnBrk="1" hangingPunct="1">
                  <a:spcBef>
                    <a:spcPct val="0"/>
                  </a:spcBef>
                  <a:buFontTx/>
                  <a:buNone/>
                </a:pPr>
                <a:endParaRPr lang="en-US" altLang="en-US" sz="4400" b="1" dirty="0">
                  <a:latin typeface="Arial" panose="020B0604020202020204" pitchFamily="34" charset="0"/>
                </a:endParaRPr>
              </a:p>
            </p:txBody>
          </p:sp>
          <p:sp>
            <p:nvSpPr>
              <p:cNvPr id="28717" name="Oval 49"/>
              <p:cNvSpPr/>
              <p:nvPr/>
            </p:nvSpPr>
            <p:spPr>
              <a:xfrm>
                <a:off x="1056" y="3888"/>
                <a:ext cx="48" cy="48"/>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Font typeface="Arial" panose="020B0604020202020204" pitchFamily="34" charset="0"/>
                  <a:buChar char="•"/>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eaLnBrk="1" hangingPunct="1">
                  <a:spcBef>
                    <a:spcPct val="0"/>
                  </a:spcBef>
                  <a:buFontTx/>
                  <a:buNone/>
                </a:pPr>
                <a:endParaRPr lang="en-US" altLang="en-US" sz="4400" b="1" dirty="0">
                  <a:latin typeface="Arial" panose="020B0604020202020204" pitchFamily="34" charset="0"/>
                </a:endParaRPr>
              </a:p>
            </p:txBody>
          </p:sp>
          <p:sp>
            <p:nvSpPr>
              <p:cNvPr id="28718" name="Line 50"/>
              <p:cNvSpPr/>
              <p:nvPr/>
            </p:nvSpPr>
            <p:spPr>
              <a:xfrm>
                <a:off x="576" y="3456"/>
                <a:ext cx="480" cy="0"/>
              </a:xfrm>
              <a:prstGeom prst="line">
                <a:avLst/>
              </a:prstGeom>
              <a:ln w="9525" cap="flat" cmpd="sng">
                <a:solidFill>
                  <a:schemeClr val="tx1"/>
                </a:solidFill>
                <a:prstDash val="solid"/>
                <a:headEnd type="none" w="med" len="med"/>
                <a:tailEnd type="none" w="med" len="med"/>
              </a:ln>
            </p:spPr>
          </p:sp>
          <p:sp>
            <p:nvSpPr>
              <p:cNvPr id="28719" name="Line 51"/>
              <p:cNvSpPr/>
              <p:nvPr/>
            </p:nvSpPr>
            <p:spPr>
              <a:xfrm>
                <a:off x="576" y="3888"/>
                <a:ext cx="480" cy="0"/>
              </a:xfrm>
              <a:prstGeom prst="line">
                <a:avLst/>
              </a:prstGeom>
              <a:ln w="9525" cap="flat" cmpd="sng">
                <a:solidFill>
                  <a:schemeClr val="tx1"/>
                </a:solidFill>
                <a:prstDash val="solid"/>
                <a:headEnd type="none" w="med" len="med"/>
                <a:tailEnd type="none" w="med" len="med"/>
              </a:ln>
            </p:spPr>
          </p:sp>
          <p:sp>
            <p:nvSpPr>
              <p:cNvPr id="28720" name="Oval 52"/>
              <p:cNvSpPr/>
              <p:nvPr/>
            </p:nvSpPr>
            <p:spPr>
              <a:xfrm>
                <a:off x="240" y="3648"/>
                <a:ext cx="48" cy="48"/>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Font typeface="Arial" panose="020B0604020202020204" pitchFamily="34" charset="0"/>
                  <a:buChar char="•"/>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eaLnBrk="1" hangingPunct="1">
                  <a:spcBef>
                    <a:spcPct val="0"/>
                  </a:spcBef>
                  <a:buFontTx/>
                  <a:buNone/>
                </a:pPr>
                <a:endParaRPr lang="en-US" altLang="en-US" sz="4400" b="1" dirty="0">
                  <a:latin typeface="Arial" panose="020B0604020202020204" pitchFamily="34" charset="0"/>
                </a:endParaRPr>
              </a:p>
            </p:txBody>
          </p:sp>
          <p:sp>
            <p:nvSpPr>
              <p:cNvPr id="28721" name="Line 53"/>
              <p:cNvSpPr/>
              <p:nvPr/>
            </p:nvSpPr>
            <p:spPr>
              <a:xfrm flipH="1">
                <a:off x="288" y="3456"/>
                <a:ext cx="288" cy="240"/>
              </a:xfrm>
              <a:prstGeom prst="line">
                <a:avLst/>
              </a:prstGeom>
              <a:ln w="9525" cap="flat" cmpd="sng">
                <a:solidFill>
                  <a:schemeClr val="tx1"/>
                </a:solidFill>
                <a:prstDash val="solid"/>
                <a:headEnd type="none" w="med" len="med"/>
                <a:tailEnd type="none" w="med" len="med"/>
              </a:ln>
            </p:spPr>
          </p:sp>
          <p:sp>
            <p:nvSpPr>
              <p:cNvPr id="28722" name="Line 54"/>
              <p:cNvSpPr/>
              <p:nvPr/>
            </p:nvSpPr>
            <p:spPr>
              <a:xfrm>
                <a:off x="288" y="3696"/>
                <a:ext cx="288" cy="192"/>
              </a:xfrm>
              <a:prstGeom prst="line">
                <a:avLst/>
              </a:prstGeom>
              <a:ln w="9525" cap="flat" cmpd="sng">
                <a:solidFill>
                  <a:schemeClr val="tx1"/>
                </a:solidFill>
                <a:prstDash val="solid"/>
                <a:headEnd type="none" w="med" len="med"/>
                <a:tailEnd type="none" w="med" len="med"/>
              </a:ln>
            </p:spPr>
          </p:sp>
          <p:sp>
            <p:nvSpPr>
              <p:cNvPr id="28723" name="Line 55"/>
              <p:cNvSpPr/>
              <p:nvPr/>
            </p:nvSpPr>
            <p:spPr>
              <a:xfrm>
                <a:off x="1056" y="3456"/>
                <a:ext cx="0" cy="432"/>
              </a:xfrm>
              <a:prstGeom prst="line">
                <a:avLst/>
              </a:prstGeom>
              <a:ln w="9525" cap="flat" cmpd="sng">
                <a:solidFill>
                  <a:schemeClr val="tx1"/>
                </a:solidFill>
                <a:prstDash val="solid"/>
                <a:headEnd type="none" w="med" len="med"/>
                <a:tailEnd type="none" w="med" len="med"/>
              </a:ln>
            </p:spPr>
          </p:sp>
          <p:sp>
            <p:nvSpPr>
              <p:cNvPr id="28724" name="Line 56"/>
              <p:cNvSpPr/>
              <p:nvPr/>
            </p:nvSpPr>
            <p:spPr>
              <a:xfrm>
                <a:off x="576" y="3456"/>
                <a:ext cx="0" cy="432"/>
              </a:xfrm>
              <a:prstGeom prst="line">
                <a:avLst/>
              </a:prstGeom>
              <a:ln w="9525" cap="flat" cmpd="sng">
                <a:solidFill>
                  <a:schemeClr val="tx1"/>
                </a:solidFill>
                <a:prstDash val="solid"/>
                <a:headEnd type="none" w="med" len="med"/>
                <a:tailEnd type="none" w="med" len="med"/>
              </a:ln>
            </p:spPr>
          </p:sp>
          <p:sp>
            <p:nvSpPr>
              <p:cNvPr id="28725" name="Line 57"/>
              <p:cNvSpPr/>
              <p:nvPr/>
            </p:nvSpPr>
            <p:spPr>
              <a:xfrm flipH="1">
                <a:off x="576" y="3456"/>
                <a:ext cx="480" cy="432"/>
              </a:xfrm>
              <a:prstGeom prst="line">
                <a:avLst/>
              </a:prstGeom>
              <a:ln w="9525" cap="flat" cmpd="sng">
                <a:solidFill>
                  <a:schemeClr val="tx1"/>
                </a:solidFill>
                <a:prstDash val="solid"/>
                <a:headEnd type="none" w="med" len="med"/>
                <a:tailEnd type="none" w="med" len="med"/>
              </a:ln>
            </p:spPr>
          </p:sp>
          <p:sp>
            <p:nvSpPr>
              <p:cNvPr id="28726" name="Line 58"/>
              <p:cNvSpPr/>
              <p:nvPr/>
            </p:nvSpPr>
            <p:spPr>
              <a:xfrm>
                <a:off x="1056" y="3456"/>
                <a:ext cx="0" cy="432"/>
              </a:xfrm>
              <a:prstGeom prst="line">
                <a:avLst/>
              </a:prstGeom>
              <a:ln w="28575" cap="flat" cmpd="sng">
                <a:solidFill>
                  <a:srgbClr val="FF3300"/>
                </a:solidFill>
                <a:prstDash val="solid"/>
                <a:headEnd type="none" w="med" len="med"/>
                <a:tailEnd type="none" w="med" len="med"/>
              </a:ln>
            </p:spPr>
          </p:sp>
          <p:sp>
            <p:nvSpPr>
              <p:cNvPr id="28727" name="Line 59"/>
              <p:cNvSpPr/>
              <p:nvPr/>
            </p:nvSpPr>
            <p:spPr>
              <a:xfrm>
                <a:off x="576" y="3888"/>
                <a:ext cx="480" cy="0"/>
              </a:xfrm>
              <a:prstGeom prst="line">
                <a:avLst/>
              </a:prstGeom>
              <a:ln w="28575" cap="flat" cmpd="sng">
                <a:solidFill>
                  <a:srgbClr val="FF3300"/>
                </a:solidFill>
                <a:prstDash val="solid"/>
                <a:headEnd type="none" w="med" len="med"/>
                <a:tailEnd type="none" w="med" len="med"/>
              </a:ln>
            </p:spPr>
          </p:sp>
          <p:sp>
            <p:nvSpPr>
              <p:cNvPr id="28728" name="Line 60"/>
              <p:cNvSpPr/>
              <p:nvPr/>
            </p:nvSpPr>
            <p:spPr>
              <a:xfrm>
                <a:off x="576" y="3456"/>
                <a:ext cx="0" cy="432"/>
              </a:xfrm>
              <a:prstGeom prst="line">
                <a:avLst/>
              </a:prstGeom>
              <a:ln w="28575" cap="flat" cmpd="sng">
                <a:solidFill>
                  <a:srgbClr val="FF3300"/>
                </a:solidFill>
                <a:prstDash val="solid"/>
                <a:headEnd type="none" w="med" len="med"/>
                <a:tailEnd type="none" w="med" len="med"/>
              </a:ln>
            </p:spPr>
          </p:sp>
          <p:sp>
            <p:nvSpPr>
              <p:cNvPr id="28729" name="Line 61"/>
              <p:cNvSpPr/>
              <p:nvPr/>
            </p:nvSpPr>
            <p:spPr>
              <a:xfrm>
                <a:off x="576" y="3456"/>
                <a:ext cx="480" cy="0"/>
              </a:xfrm>
              <a:prstGeom prst="line">
                <a:avLst/>
              </a:prstGeom>
              <a:ln w="28575" cap="flat" cmpd="sng">
                <a:solidFill>
                  <a:srgbClr val="FF3300"/>
                </a:solidFill>
                <a:prstDash val="solid"/>
                <a:headEnd type="none" w="med" len="med"/>
                <a:tailEnd type="none" w="med" len="med"/>
              </a:ln>
            </p:spPr>
          </p:sp>
          <p:sp>
            <p:nvSpPr>
              <p:cNvPr id="28730" name="Line 62"/>
              <p:cNvSpPr/>
              <p:nvPr/>
            </p:nvSpPr>
            <p:spPr>
              <a:xfrm flipH="1">
                <a:off x="576" y="3456"/>
                <a:ext cx="480" cy="432"/>
              </a:xfrm>
              <a:prstGeom prst="line">
                <a:avLst/>
              </a:prstGeom>
              <a:ln w="28575" cap="flat" cmpd="sng">
                <a:solidFill>
                  <a:srgbClr val="FF3300"/>
                </a:solidFill>
                <a:prstDash val="solid"/>
                <a:headEnd type="none" w="med" len="med"/>
                <a:tailEnd type="none" w="med" len="med"/>
              </a:ln>
            </p:spPr>
          </p:sp>
          <p:sp>
            <p:nvSpPr>
              <p:cNvPr id="28731" name="Line 63"/>
              <p:cNvSpPr/>
              <p:nvPr/>
            </p:nvSpPr>
            <p:spPr>
              <a:xfrm>
                <a:off x="288" y="3696"/>
                <a:ext cx="288" cy="192"/>
              </a:xfrm>
              <a:prstGeom prst="line">
                <a:avLst/>
              </a:prstGeom>
              <a:ln w="28575" cap="flat" cmpd="sng">
                <a:solidFill>
                  <a:srgbClr val="FF3300"/>
                </a:solidFill>
                <a:prstDash val="solid"/>
                <a:headEnd type="none" w="med" len="med"/>
                <a:tailEnd type="none" w="med" len="med"/>
              </a:ln>
            </p:spPr>
          </p:sp>
          <p:sp>
            <p:nvSpPr>
              <p:cNvPr id="28732" name="Line 64"/>
              <p:cNvSpPr/>
              <p:nvPr/>
            </p:nvSpPr>
            <p:spPr>
              <a:xfrm flipH="1">
                <a:off x="288" y="3456"/>
                <a:ext cx="288" cy="240"/>
              </a:xfrm>
              <a:prstGeom prst="line">
                <a:avLst/>
              </a:prstGeom>
              <a:ln w="28575" cap="flat" cmpd="sng">
                <a:solidFill>
                  <a:srgbClr val="FF3300"/>
                </a:solidFill>
                <a:prstDash val="solid"/>
                <a:headEnd type="none" w="med" len="med"/>
                <a:tailEnd type="none" w="med" len="med"/>
              </a:ln>
            </p:spPr>
          </p:sp>
          <p:sp>
            <p:nvSpPr>
              <p:cNvPr id="28733" name="Text Box 65"/>
              <p:cNvSpPr txBox="1"/>
              <p:nvPr/>
            </p:nvSpPr>
            <p:spPr>
              <a:xfrm>
                <a:off x="1248" y="3456"/>
                <a:ext cx="1516" cy="518"/>
              </a:xfrm>
              <a:prstGeom prst="rect">
                <a:avLst/>
              </a:prstGeom>
              <a:noFill/>
              <a:ln w="9525">
                <a:noFill/>
              </a:ln>
            </p:spPr>
            <p:txBody>
              <a:bodyPr wrap="none">
                <a:spAutoFit/>
              </a:bodyPr>
              <a:lstStyle>
                <a:lvl1pPr marL="342900" indent="-342900" algn="l" rtl="0" eaLnBrk="0" fontAlgn="base" hangingPunct="0">
                  <a:spcBef>
                    <a:spcPct val="20000"/>
                  </a:spcBef>
                  <a:spcAft>
                    <a:spcPct val="0"/>
                  </a:spcAft>
                  <a:buFont typeface="Arial" panose="020B0604020202020204" pitchFamily="34" charset="0"/>
                  <a:buChar char="•"/>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a:spcBef>
                    <a:spcPct val="0"/>
                  </a:spcBef>
                  <a:buFontTx/>
                  <a:buNone/>
                </a:pPr>
                <a:r>
                  <a:rPr lang="en-US" altLang="en-US" sz="2400" dirty="0">
                    <a:latin typeface="Times New Roman" panose="02020603050405020304" pitchFamily="18" charset="0"/>
                  </a:rPr>
                  <a:t>Has Euler path,</a:t>
                </a:r>
              </a:p>
              <a:p>
                <a:pPr marL="0" lvl="0" indent="0">
                  <a:spcBef>
                    <a:spcPct val="0"/>
                  </a:spcBef>
                  <a:buFontTx/>
                  <a:buNone/>
                </a:pPr>
                <a:r>
                  <a:rPr lang="en-US" altLang="en-US" sz="2400" dirty="0">
                    <a:latin typeface="Times New Roman" panose="02020603050405020304" pitchFamily="18" charset="0"/>
                  </a:rPr>
                  <a:t>but no Euler cycle</a:t>
                </a:r>
              </a:p>
            </p:txBody>
          </p:sp>
        </p:grpSp>
        <p:sp>
          <p:nvSpPr>
            <p:cNvPr id="28713" name="Text Box 66"/>
            <p:cNvSpPr txBox="1"/>
            <p:nvPr/>
          </p:nvSpPr>
          <p:spPr>
            <a:xfrm>
              <a:off x="3850" y="1968"/>
              <a:ext cx="1266" cy="518"/>
            </a:xfrm>
            <a:prstGeom prst="rect">
              <a:avLst/>
            </a:prstGeom>
            <a:noFill/>
            <a:ln w="9525">
              <a:noFill/>
            </a:ln>
          </p:spPr>
          <p:txBody>
            <a:bodyPr wrap="none">
              <a:spAutoFit/>
            </a:bodyPr>
            <a:lstStyle>
              <a:lvl1pPr marL="342900" indent="-342900" algn="l" rtl="0" eaLnBrk="0" fontAlgn="base" hangingPunct="0">
                <a:spcBef>
                  <a:spcPct val="20000"/>
                </a:spcBef>
                <a:spcAft>
                  <a:spcPct val="0"/>
                </a:spcAft>
                <a:buFont typeface="Arial" panose="020B0604020202020204" pitchFamily="34" charset="0"/>
                <a:buChar char="•"/>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a:spcBef>
                  <a:spcPct val="0"/>
                </a:spcBef>
                <a:buFontTx/>
                <a:buNone/>
              </a:pPr>
              <a:r>
                <a:rPr lang="en-US" altLang="en-US" sz="2400" dirty="0">
                  <a:latin typeface="Times New Roman" panose="02020603050405020304" pitchFamily="18" charset="0"/>
                </a:rPr>
                <a:t>No Euler cycle</a:t>
              </a:r>
            </a:p>
            <a:p>
              <a:pPr marL="0" lvl="0" indent="0">
                <a:spcBef>
                  <a:spcPct val="0"/>
                </a:spcBef>
                <a:buFontTx/>
                <a:buNone/>
              </a:pPr>
              <a:r>
                <a:rPr lang="en-US" altLang="en-US" sz="2400" dirty="0">
                  <a:latin typeface="Times New Roman" panose="02020603050405020304" pitchFamily="18" charset="0"/>
                </a:rPr>
                <a:t>no Euler path</a:t>
              </a:r>
            </a:p>
          </p:txBody>
        </p:sp>
      </p:grpSp>
      <p:sp>
        <p:nvSpPr>
          <p:cNvPr id="28680" name="Text Box 67"/>
          <p:cNvSpPr txBox="1"/>
          <p:nvPr/>
        </p:nvSpPr>
        <p:spPr>
          <a:xfrm>
            <a:off x="7124700" y="4197350"/>
            <a:ext cx="1965325" cy="822325"/>
          </a:xfrm>
          <a:prstGeom prst="rect">
            <a:avLst/>
          </a:prstGeom>
          <a:noFill/>
          <a:ln w="9525">
            <a:noFill/>
          </a:ln>
        </p:spPr>
        <p:txBody>
          <a:bodyPr wrap="none">
            <a:spAutoFit/>
          </a:bodyPr>
          <a:lstStyle>
            <a:lvl1pPr marL="342900" indent="-342900" algn="l" rtl="0" eaLnBrk="0" fontAlgn="base" hangingPunct="0">
              <a:spcBef>
                <a:spcPct val="20000"/>
              </a:spcBef>
              <a:spcAft>
                <a:spcPct val="0"/>
              </a:spcAft>
              <a:buFont typeface="Arial" panose="020B0604020202020204" pitchFamily="34" charset="0"/>
              <a:buChar char="•"/>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a:spcBef>
                <a:spcPct val="0"/>
              </a:spcBef>
              <a:buFontTx/>
              <a:buNone/>
            </a:pPr>
            <a:r>
              <a:rPr lang="en-US" altLang="en-US" sz="2400" dirty="0">
                <a:latin typeface="Times New Roman" panose="02020603050405020304" pitchFamily="18" charset="0"/>
              </a:rPr>
              <a:t>Euler cycle???</a:t>
            </a:r>
          </a:p>
          <a:p>
            <a:pPr marL="0" lvl="0" indent="0">
              <a:spcBef>
                <a:spcPct val="0"/>
              </a:spcBef>
              <a:buFontTx/>
              <a:buNone/>
            </a:pPr>
            <a:r>
              <a:rPr lang="en-US" altLang="en-US" sz="2400" dirty="0">
                <a:latin typeface="Times New Roman" panose="02020603050405020304" pitchFamily="18" charset="0"/>
              </a:rPr>
              <a:t>path???</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50995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9955"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Footer Placeholder 4"/>
          <p:cNvSpPr txBox="1">
            <a:spLocks noGrp="1"/>
          </p:cNvSpPr>
          <p:nvPr>
            <p:ph type="ftr" sz="quarter" idx="11"/>
          </p:nvPr>
        </p:nvSpPr>
        <p:spPr>
          <a:noFill/>
          <a:ln>
            <a:noFill/>
          </a:ln>
        </p:spPr>
        <p:txBody>
          <a:bodyPr anchor="ctr" anchorCtr="0"/>
          <a:lstStyle/>
          <a:p>
            <a:pPr marL="0" indent="0" algn="ctr" eaLnBrk="1" hangingPunct="1">
              <a:spcBef>
                <a:spcPct val="0"/>
              </a:spcBef>
              <a:buFontTx/>
              <a:buNone/>
            </a:pPr>
            <a:r>
              <a:rPr lang="en-US" altLang="en-US" sz="1200" dirty="0">
                <a:solidFill>
                  <a:srgbClr val="898989"/>
                </a:solidFill>
                <a:latin typeface="Arial" panose="020B0604020202020204" pitchFamily="34" charset="0"/>
              </a:rPr>
              <a:t>Data Structures and Algorithms in Java </a:t>
            </a:r>
          </a:p>
        </p:txBody>
      </p:sp>
      <p:sp>
        <p:nvSpPr>
          <p:cNvPr id="30723" name="Slide Number Placeholder 5"/>
          <p:cNvSpPr txBox="1">
            <a:spLocks noGrp="1"/>
          </p:cNvSpPr>
          <p:nvPr>
            <p:ph type="sldNum" sz="quarter" idx="12"/>
          </p:nvPr>
        </p:nvSpPr>
        <p:spPr>
          <a:noFill/>
          <a:ln>
            <a:noFill/>
          </a:ln>
        </p:spPr>
        <p:txBody>
          <a:bodyPr anchor="ctr" anchorCtr="0"/>
          <a:lstStyle/>
          <a:p>
            <a:pPr marL="0" indent="0" algn="r" eaLnBrk="1" hangingPunct="1">
              <a:spcBef>
                <a:spcPct val="0"/>
              </a:spcBef>
              <a:buFontTx/>
              <a:buNone/>
            </a:pPr>
            <a:fld id="{9A0DB2DC-4C9A-4742-B13C-FB6460FD3503}" type="slidenum">
              <a:rPr lang="en-US" altLang="zh-CN" sz="1200" dirty="0">
                <a:solidFill>
                  <a:srgbClr val="898989"/>
                </a:solidFill>
                <a:latin typeface="Arial" panose="020B0604020202020204" pitchFamily="34" charset="0"/>
                <a:ea typeface="SimSun" panose="02010600030101010101" pitchFamily="2" charset="-122"/>
              </a:rPr>
              <a:t>16</a:t>
            </a:fld>
            <a:r>
              <a:rPr lang="en-US" altLang="en-US" sz="1200" dirty="0">
                <a:solidFill>
                  <a:srgbClr val="898989"/>
                </a:solidFill>
                <a:latin typeface="Arial" panose="020B0604020202020204" pitchFamily="34" charset="0"/>
              </a:rPr>
              <a:t>/30</a:t>
            </a:r>
          </a:p>
        </p:txBody>
      </p:sp>
      <p:sp>
        <p:nvSpPr>
          <p:cNvPr id="30724" name="Rectangle 2"/>
          <p:cNvSpPr>
            <a:spLocks noGrp="1"/>
          </p:cNvSpPr>
          <p:nvPr>
            <p:ph type="title"/>
          </p:nvPr>
        </p:nvSpPr>
        <p:spPr>
          <a:xfrm>
            <a:off x="457200" y="495300"/>
            <a:ext cx="8229600" cy="701675"/>
          </a:xfrm>
        </p:spPr>
        <p:txBody>
          <a:bodyPr vert="horz" wrap="square" lIns="91440" tIns="45720" rIns="91440" bIns="45720" anchor="ctr" anchorCtr="0">
            <a:spAutoFit/>
          </a:bodyPr>
          <a:lstStyle/>
          <a:p>
            <a:r>
              <a:rPr lang="en-US" altLang="en-US" sz="4000" b="1" kern="1200" dirty="0">
                <a:solidFill>
                  <a:srgbClr val="CC3300"/>
                </a:solidFill>
                <a:latin typeface="+mj-lt"/>
                <a:ea typeface="+mj-ea"/>
                <a:cs typeface="Arial" panose="020B0604020202020204" pitchFamily="34" charset="0"/>
              </a:rPr>
              <a:t>Necessary condition for Euler cycle</a:t>
            </a:r>
            <a:endParaRPr lang="en-US" altLang="en-US" sz="4000" b="1" kern="1200" dirty="0">
              <a:solidFill>
                <a:srgbClr val="CC3300"/>
              </a:solidFill>
              <a:latin typeface="+mj-lt"/>
              <a:ea typeface="Arial" panose="020B0604020202020204" pitchFamily="34" charset="0"/>
              <a:cs typeface="+mj-cs"/>
            </a:endParaRPr>
          </a:p>
        </p:txBody>
      </p:sp>
      <p:sp>
        <p:nvSpPr>
          <p:cNvPr id="30725" name="Rectangle 3"/>
          <p:cNvSpPr>
            <a:spLocks noGrp="1"/>
          </p:cNvSpPr>
          <p:nvPr>
            <p:ph idx="1"/>
          </p:nvPr>
        </p:nvSpPr>
        <p:spPr>
          <a:xfrm>
            <a:off x="457200" y="1644650"/>
            <a:ext cx="8229600" cy="3539430"/>
          </a:xfrm>
        </p:spPr>
        <p:txBody>
          <a:bodyPr vert="horz" wrap="square" lIns="91440" tIns="45720" rIns="91440" bIns="45720" anchor="t" anchorCtr="0">
            <a:spAutoFit/>
          </a:bodyPr>
          <a:lstStyle/>
          <a:p>
            <a:pPr>
              <a:spcBef>
                <a:spcPct val="0"/>
              </a:spcBef>
              <a:buClr>
                <a:srgbClr val="558ED5"/>
              </a:buClr>
              <a:buSzPct val="80000"/>
              <a:buFontTx/>
              <a:buNone/>
            </a:pPr>
            <a:r>
              <a:rPr lang="en-US" altLang="en-US" sz="2800" b="1" u="sng" kern="1200" dirty="0">
                <a:solidFill>
                  <a:schemeClr val="folHlink"/>
                </a:solidFill>
                <a:latin typeface="+mn-lt"/>
                <a:ea typeface="+mn-ea"/>
                <a:cs typeface="Arial" panose="020B0604020202020204" pitchFamily="34" charset="0"/>
              </a:rPr>
              <a:t>Theorem 1:</a:t>
            </a:r>
            <a:r>
              <a:rPr lang="en-US" altLang="en-US" sz="2800" kern="1200" dirty="0">
                <a:latin typeface="+mn-lt"/>
                <a:ea typeface="+mn-ea"/>
                <a:cs typeface="Arial" panose="020B0604020202020204" pitchFamily="34" charset="0"/>
              </a:rPr>
              <a:t>  A connected multigraph has an Euler cycle </a:t>
            </a:r>
            <a:r>
              <a:rPr lang="en-US" altLang="en-US" sz="2800" b="1" i="1" kern="1200" dirty="0">
                <a:solidFill>
                  <a:srgbClr val="00B0F0"/>
                </a:solidFill>
                <a:latin typeface="+mn-lt"/>
                <a:ea typeface="+mn-ea"/>
                <a:cs typeface="Arial" panose="020B0604020202020204" pitchFamily="34" charset="0"/>
              </a:rPr>
              <a:t>if and </a:t>
            </a:r>
            <a:r>
              <a:rPr lang="en-US" altLang="en-US" sz="2800" b="1" i="1" u="sng" kern="1200" dirty="0">
                <a:solidFill>
                  <a:srgbClr val="00B0F0"/>
                </a:solidFill>
                <a:latin typeface="+mn-lt"/>
                <a:ea typeface="+mn-ea"/>
                <a:cs typeface="Arial" panose="020B0604020202020204" pitchFamily="34" charset="0"/>
              </a:rPr>
              <a:t>only if</a:t>
            </a:r>
            <a:r>
              <a:rPr lang="en-US" altLang="en-US" sz="2800" u="sng" kern="1200" dirty="0">
                <a:latin typeface="+mn-lt"/>
                <a:ea typeface="+mn-ea"/>
                <a:cs typeface="Arial" panose="020B0604020202020204" pitchFamily="34" charset="0"/>
              </a:rPr>
              <a:t> </a:t>
            </a:r>
            <a:r>
              <a:rPr lang="en-US" altLang="en-US" sz="2800" kern="1200" dirty="0">
                <a:latin typeface="+mn-lt"/>
                <a:ea typeface="+mn-ea"/>
                <a:cs typeface="Arial" panose="020B0604020202020204" pitchFamily="34" charset="0"/>
              </a:rPr>
              <a:t>each of its vertices has even degree.</a:t>
            </a:r>
          </a:p>
          <a:p>
            <a:pPr>
              <a:spcBef>
                <a:spcPct val="0"/>
              </a:spcBef>
              <a:buClr>
                <a:srgbClr val="558ED5"/>
              </a:buClr>
              <a:buSzPct val="80000"/>
              <a:buFontTx/>
              <a:buNone/>
            </a:pPr>
            <a:endParaRPr lang="en-US" altLang="en-US" sz="2800" kern="1200" dirty="0">
              <a:latin typeface="+mn-lt"/>
              <a:ea typeface="+mn-ea"/>
              <a:cs typeface="Arial" panose="020B0604020202020204" pitchFamily="34" charset="0"/>
            </a:endParaRPr>
          </a:p>
          <a:p>
            <a:pPr>
              <a:spcBef>
                <a:spcPct val="0"/>
              </a:spcBef>
              <a:buClr>
                <a:srgbClr val="558ED5"/>
              </a:buClr>
              <a:buSzPct val="80000"/>
              <a:buFontTx/>
              <a:buNone/>
            </a:pPr>
            <a:r>
              <a:rPr lang="en-US" altLang="en-US" sz="2000" b="1" i="1" u="sng" dirty="0">
                <a:solidFill>
                  <a:schemeClr val="folHlink"/>
                </a:solidFill>
                <a:latin typeface="Times New Roman" panose="02020603050405020304" pitchFamily="18" charset="0"/>
                <a:cs typeface="Times New Roman" panose="02020603050405020304" pitchFamily="18" charset="0"/>
              </a:rPr>
              <a:t>Proof Sketch, PART 1:</a:t>
            </a:r>
          </a:p>
          <a:p>
            <a:pPr>
              <a:buClr>
                <a:srgbClr val="558ED5"/>
              </a:buClr>
              <a:buSzPct val="80000"/>
              <a:buFont typeface="Arial" panose="020B0604020202020204" pitchFamily="34" charset="0"/>
              <a:buChar char="•"/>
            </a:pPr>
            <a:r>
              <a:rPr lang="en-US" altLang="en-US" sz="2000" i="1" dirty="0">
                <a:latin typeface="Times New Roman" panose="02020603050405020304" pitchFamily="18" charset="0"/>
                <a:cs typeface="Times New Roman" panose="02020603050405020304" pitchFamily="18" charset="0"/>
              </a:rPr>
              <a:t>Assume the graph has an Euler cycle. </a:t>
            </a:r>
          </a:p>
          <a:p>
            <a:pPr>
              <a:buClr>
                <a:srgbClr val="558ED5"/>
              </a:buClr>
              <a:buSzPct val="80000"/>
              <a:buFont typeface="Arial" panose="020B0604020202020204" pitchFamily="34" charset="0"/>
              <a:buChar char="•"/>
            </a:pPr>
            <a:r>
              <a:rPr lang="en-US" altLang="en-US" sz="2000" i="1" dirty="0">
                <a:latin typeface="Times New Roman" panose="02020603050405020304" pitchFamily="18" charset="0"/>
                <a:cs typeface="Times New Roman" panose="02020603050405020304" pitchFamily="18" charset="0"/>
              </a:rPr>
              <a:t>Observe that every time the cycle passes through a vertex, it contributes 2 to the vertex’s degree</a:t>
            </a:r>
          </a:p>
          <a:p>
            <a:pPr>
              <a:buClr>
                <a:srgbClr val="558ED5"/>
              </a:buClr>
              <a:buSzPct val="80000"/>
              <a:buFont typeface="Arial" panose="020B0604020202020204" pitchFamily="34" charset="0"/>
              <a:buNone/>
            </a:pPr>
            <a:r>
              <a:rPr lang="en-US" altLang="en-US" sz="2000" i="1" dirty="0">
                <a:latin typeface="Times New Roman" panose="02020603050405020304" pitchFamily="18" charset="0"/>
                <a:cs typeface="Times New Roman" panose="02020603050405020304" pitchFamily="18" charset="0"/>
              </a:rPr>
              <a:t>(since the cycle enters via an edge incident with this vertex and leaves via another such edge)</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7" name="Slide Number Placeholder 5"/>
          <p:cNvSpPr txBox="1">
            <a:spLocks noGrp="1"/>
          </p:cNvSpPr>
          <p:nvPr>
            <p:ph type="sldNum" sz="quarter" idx="12"/>
          </p:nvPr>
        </p:nvSpPr>
        <p:spPr>
          <a:noFill/>
          <a:ln>
            <a:noFill/>
          </a:ln>
        </p:spPr>
        <p:txBody>
          <a:bodyPr anchor="ctr" anchorCtr="0"/>
          <a:lstStyle/>
          <a:p>
            <a:pPr marL="0" indent="0" algn="r" eaLnBrk="1" hangingPunct="1">
              <a:spcBef>
                <a:spcPct val="0"/>
              </a:spcBef>
              <a:buFontTx/>
              <a:buNone/>
            </a:pPr>
            <a:fld id="{9A0DB2DC-4C9A-4742-B13C-FB6460FD3503}" type="slidenum">
              <a:rPr lang="en-US" altLang="zh-CN" sz="1200" dirty="0">
                <a:solidFill>
                  <a:srgbClr val="898989"/>
                </a:solidFill>
                <a:latin typeface="Arial" panose="020B0604020202020204" pitchFamily="34" charset="0"/>
                <a:ea typeface="SimSun" panose="02010600030101010101" pitchFamily="2" charset="-122"/>
              </a:rPr>
              <a:t>17</a:t>
            </a:fld>
            <a:r>
              <a:rPr lang="en-US" altLang="en-US" sz="1200" dirty="0">
                <a:solidFill>
                  <a:srgbClr val="898989"/>
                </a:solidFill>
                <a:latin typeface="Arial" panose="020B0604020202020204" pitchFamily="34" charset="0"/>
              </a:rPr>
              <a:t>/30</a:t>
            </a:r>
          </a:p>
        </p:txBody>
      </p:sp>
      <p:sp>
        <p:nvSpPr>
          <p:cNvPr id="31748" name="Rectangle 2"/>
          <p:cNvSpPr>
            <a:spLocks noGrp="1"/>
          </p:cNvSpPr>
          <p:nvPr>
            <p:ph type="title"/>
          </p:nvPr>
        </p:nvSpPr>
        <p:spPr>
          <a:xfrm>
            <a:off x="1219200" y="152400"/>
            <a:ext cx="7886700" cy="706755"/>
          </a:xfrm>
        </p:spPr>
        <p:txBody>
          <a:bodyPr vert="horz" wrap="square" lIns="91440" tIns="45720" rIns="91440" bIns="45720" anchor="ctr" anchorCtr="0">
            <a:spAutoFit/>
          </a:bodyPr>
          <a:lstStyle/>
          <a:p>
            <a:r>
              <a:rPr lang="en-US" altLang="en-US" sz="4000" b="1" kern="1200" dirty="0">
                <a:solidFill>
                  <a:srgbClr val="CC3300"/>
                </a:solidFill>
                <a:latin typeface="+mj-lt"/>
                <a:ea typeface="+mj-ea"/>
                <a:cs typeface="Arial" panose="020B0604020202020204" pitchFamily="34" charset="0"/>
              </a:rPr>
              <a:t>Sufficient condition for Euler cycle</a:t>
            </a:r>
            <a:endParaRPr lang="en-US" altLang="en-US" sz="4000" b="1" kern="1200" dirty="0">
              <a:solidFill>
                <a:srgbClr val="CC3300"/>
              </a:solidFill>
              <a:latin typeface="+mj-lt"/>
              <a:ea typeface="Arial" panose="020B0604020202020204" pitchFamily="34" charset="0"/>
              <a:cs typeface="+mj-cs"/>
            </a:endParaRPr>
          </a:p>
        </p:txBody>
      </p:sp>
      <p:sp>
        <p:nvSpPr>
          <p:cNvPr id="31749" name="Rectangle 3"/>
          <p:cNvSpPr>
            <a:spLocks noGrp="1"/>
          </p:cNvSpPr>
          <p:nvPr>
            <p:ph idx="1"/>
          </p:nvPr>
        </p:nvSpPr>
        <p:spPr>
          <a:xfrm>
            <a:off x="457200" y="1066800"/>
            <a:ext cx="8079740" cy="4382738"/>
          </a:xfrm>
        </p:spPr>
        <p:txBody>
          <a:bodyPr vert="horz" wrap="square" lIns="91440" tIns="45720" rIns="91440" bIns="45720" anchor="t" anchorCtr="0">
            <a:spAutoFit/>
          </a:bodyPr>
          <a:lstStyle/>
          <a:p>
            <a:pPr>
              <a:spcBef>
                <a:spcPct val="0"/>
              </a:spcBef>
              <a:buClr>
                <a:srgbClr val="558ED5"/>
              </a:buClr>
              <a:buNone/>
            </a:pPr>
            <a:r>
              <a:rPr lang="en-US" altLang="en-US" sz="2400" b="1" u="sng" kern="1200" dirty="0">
                <a:solidFill>
                  <a:schemeClr val="folHlink"/>
                </a:solidFill>
                <a:latin typeface="Times New Roman" panose="02020603050405020304" pitchFamily="18" charset="0"/>
                <a:ea typeface="+mn-ea"/>
                <a:cs typeface="Times New Roman" panose="02020603050405020304" pitchFamily="18" charset="0"/>
              </a:rPr>
              <a:t>Theorem 1:</a:t>
            </a:r>
            <a:r>
              <a:rPr lang="en-US" altLang="en-US" sz="2400" kern="1200" dirty="0">
                <a:latin typeface="Times New Roman" panose="02020603050405020304" pitchFamily="18" charset="0"/>
                <a:ea typeface="+mn-ea"/>
                <a:cs typeface="Times New Roman" panose="02020603050405020304" pitchFamily="18" charset="0"/>
              </a:rPr>
              <a:t> </a:t>
            </a:r>
            <a:r>
              <a:rPr lang="en-US" altLang="en-US" sz="2400" dirty="0"/>
              <a:t>A connected multigraph has an Euler cycle </a:t>
            </a:r>
            <a:r>
              <a:rPr lang="en-US" altLang="en-US" sz="2400" b="1" i="1" u="sng" dirty="0">
                <a:solidFill>
                  <a:srgbClr val="00B0F0"/>
                </a:solidFill>
              </a:rPr>
              <a:t>if </a:t>
            </a:r>
            <a:r>
              <a:rPr lang="en-US" altLang="en-US" sz="2400" b="1" i="1" dirty="0">
                <a:solidFill>
                  <a:srgbClr val="00B0F0"/>
                </a:solidFill>
              </a:rPr>
              <a:t>and only if</a:t>
            </a:r>
            <a:r>
              <a:rPr lang="en-US" altLang="en-US" sz="2400" dirty="0"/>
              <a:t> each of its vertices has even degree.</a:t>
            </a:r>
          </a:p>
          <a:p>
            <a:pPr algn="just">
              <a:lnSpc>
                <a:spcPct val="95000"/>
              </a:lnSpc>
              <a:spcBef>
                <a:spcPct val="0"/>
              </a:spcBef>
              <a:buClr>
                <a:srgbClr val="558ED5"/>
              </a:buClr>
              <a:buSzPct val="80000"/>
              <a:buFontTx/>
              <a:buNone/>
            </a:pPr>
            <a:endParaRPr lang="en-US" altLang="en-US" sz="2400" kern="1200" dirty="0">
              <a:latin typeface="Times New Roman" panose="02020603050405020304" pitchFamily="18" charset="0"/>
              <a:ea typeface="+mn-ea"/>
              <a:cs typeface="Times New Roman" panose="02020603050405020304" pitchFamily="18" charset="0"/>
            </a:endParaRPr>
          </a:p>
          <a:p>
            <a:pPr algn="just">
              <a:spcBef>
                <a:spcPct val="0"/>
              </a:spcBef>
              <a:buClr>
                <a:srgbClr val="558ED5"/>
              </a:buClr>
              <a:buSzPct val="80000"/>
              <a:buFontTx/>
              <a:buNone/>
            </a:pPr>
            <a:r>
              <a:rPr lang="en-US" altLang="en-US" sz="2000" b="1" i="1" u="sng" kern="1200" dirty="0">
                <a:solidFill>
                  <a:schemeClr val="folHlink"/>
                </a:solidFill>
                <a:latin typeface="Times New Roman" panose="02020603050405020304" pitchFamily="18" charset="0"/>
                <a:ea typeface="+mn-ea"/>
                <a:cs typeface="Times New Roman" panose="02020603050405020304" pitchFamily="18" charset="0"/>
              </a:rPr>
              <a:t>Proof Sketch, PART 2: </a:t>
            </a:r>
            <a:r>
              <a:rPr lang="en-US" altLang="en-US" sz="2000" i="1" kern="1200" dirty="0">
                <a:latin typeface="Times New Roman" panose="02020603050405020304" pitchFamily="18" charset="0"/>
                <a:ea typeface="+mn-ea"/>
                <a:cs typeface="Times New Roman" panose="02020603050405020304" pitchFamily="18" charset="0"/>
              </a:rPr>
              <a:t>Demonstrate an algorithm for finding the Euler cycle in a graph where all vertices have even degree.</a:t>
            </a:r>
          </a:p>
          <a:p>
            <a:pPr algn="just">
              <a:buClr>
                <a:srgbClr val="558ED5"/>
              </a:buClr>
              <a:buSzPct val="80000"/>
              <a:buFont typeface="Arial" panose="020B0604020202020204" pitchFamily="34" charset="0"/>
              <a:buChar char="•"/>
            </a:pPr>
            <a:r>
              <a:rPr lang="en-US" altLang="en-US" sz="2000" i="1" kern="1200" dirty="0">
                <a:latin typeface="Times New Roman" panose="02020603050405020304" pitchFamily="18" charset="0"/>
                <a:ea typeface="+mn-ea"/>
                <a:cs typeface="Times New Roman" panose="02020603050405020304" pitchFamily="18" charset="0"/>
              </a:rPr>
              <a:t> Assume every vertex in a multigraph </a:t>
            </a:r>
            <a:r>
              <a:rPr lang="en-US" altLang="en-US" sz="2000" b="1" i="1" kern="1200" dirty="0">
                <a:latin typeface="Times New Roman" panose="02020603050405020304" pitchFamily="18" charset="0"/>
                <a:ea typeface="+mn-ea"/>
                <a:cs typeface="Times New Roman" panose="02020603050405020304" pitchFamily="18" charset="0"/>
              </a:rPr>
              <a:t>G</a:t>
            </a:r>
            <a:r>
              <a:rPr lang="en-US" altLang="en-US" sz="2000" i="1" kern="1200" dirty="0">
                <a:latin typeface="Times New Roman" panose="02020603050405020304" pitchFamily="18" charset="0"/>
                <a:ea typeface="+mn-ea"/>
                <a:cs typeface="Times New Roman" panose="02020603050405020304" pitchFamily="18" charset="0"/>
              </a:rPr>
              <a:t> has even degree. Start at an arbitrary non-isolated vertex v</a:t>
            </a:r>
            <a:r>
              <a:rPr lang="en-US" altLang="en-US" sz="2000" i="1" kern="1200" baseline="-25000" dirty="0">
                <a:latin typeface="Times New Roman" panose="02020603050405020304" pitchFamily="18" charset="0"/>
                <a:ea typeface="+mn-ea"/>
                <a:cs typeface="Times New Roman" panose="02020603050405020304" pitchFamily="18" charset="0"/>
              </a:rPr>
              <a:t>0</a:t>
            </a:r>
            <a:r>
              <a:rPr lang="en-US" altLang="en-US" sz="2000" i="1" kern="1200" dirty="0">
                <a:latin typeface="Times New Roman" panose="02020603050405020304" pitchFamily="18" charset="0"/>
                <a:ea typeface="+mn-ea"/>
                <a:cs typeface="Times New Roman" panose="02020603050405020304" pitchFamily="18" charset="0"/>
              </a:rPr>
              <a:t>, choose an arbitrary edge (v0,v1), then choose an arbitrary unused edge from v1 and so on.  Then after a finite number of steps the process will arrive at the starting vertex v0, yielding a cycle with distinct edges.</a:t>
            </a:r>
          </a:p>
          <a:p>
            <a:pPr algn="just">
              <a:buClr>
                <a:srgbClr val="558ED5"/>
              </a:buClr>
              <a:buSzPct val="80000"/>
              <a:buFont typeface="Arial" panose="020B0604020202020204" pitchFamily="34" charset="0"/>
              <a:buChar char="•"/>
            </a:pPr>
            <a:r>
              <a:rPr lang="en-US" altLang="en-US" sz="2000" i="1" kern="1200" dirty="0">
                <a:latin typeface="Times New Roman" panose="02020603050405020304" pitchFamily="18" charset="0"/>
                <a:ea typeface="+mn-ea"/>
                <a:cs typeface="Times New Roman" panose="02020603050405020304" pitchFamily="18" charset="0"/>
              </a:rPr>
              <a:t>If the cycle includes all edges of G, this will be an Euler cycle; if not, begin the procedure again from a vertex contained in this cycle and splice the two cycles together; continue until all edges are used.</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Footer Placeholder 4"/>
          <p:cNvSpPr txBox="1">
            <a:spLocks noGrp="1"/>
          </p:cNvSpPr>
          <p:nvPr>
            <p:ph type="ftr" sz="quarter" idx="11"/>
          </p:nvPr>
        </p:nvSpPr>
        <p:spPr>
          <a:noFill/>
          <a:ln>
            <a:noFill/>
          </a:ln>
        </p:spPr>
        <p:txBody>
          <a:bodyPr anchor="ctr" anchorCtr="0"/>
          <a:lstStyle/>
          <a:p>
            <a:pPr marL="0" indent="0" algn="ctr" eaLnBrk="1" hangingPunct="1">
              <a:spcBef>
                <a:spcPct val="0"/>
              </a:spcBef>
              <a:buFontTx/>
              <a:buNone/>
            </a:pPr>
            <a:r>
              <a:rPr lang="en-US" altLang="en-US" sz="1200" dirty="0">
                <a:solidFill>
                  <a:srgbClr val="898989"/>
                </a:solidFill>
                <a:latin typeface="Arial" panose="020B0604020202020204" pitchFamily="34" charset="0"/>
              </a:rPr>
              <a:t>Data Structures and Algorithms in Java </a:t>
            </a:r>
          </a:p>
        </p:txBody>
      </p:sp>
      <p:sp>
        <p:nvSpPr>
          <p:cNvPr id="32771" name="Slide Number Placeholder 5"/>
          <p:cNvSpPr txBox="1">
            <a:spLocks noGrp="1"/>
          </p:cNvSpPr>
          <p:nvPr>
            <p:ph type="sldNum" sz="quarter" idx="12"/>
          </p:nvPr>
        </p:nvSpPr>
        <p:spPr>
          <a:noFill/>
          <a:ln>
            <a:noFill/>
          </a:ln>
        </p:spPr>
        <p:txBody>
          <a:bodyPr anchor="ctr" anchorCtr="0"/>
          <a:lstStyle/>
          <a:p>
            <a:pPr marL="0" indent="0" algn="r" eaLnBrk="1" hangingPunct="1">
              <a:spcBef>
                <a:spcPct val="0"/>
              </a:spcBef>
              <a:buFontTx/>
              <a:buNone/>
            </a:pPr>
            <a:fld id="{9A0DB2DC-4C9A-4742-B13C-FB6460FD3503}" type="slidenum">
              <a:rPr lang="en-US" altLang="zh-CN" sz="1200" dirty="0">
                <a:solidFill>
                  <a:srgbClr val="898989"/>
                </a:solidFill>
                <a:latin typeface="Arial" panose="020B0604020202020204" pitchFamily="34" charset="0"/>
                <a:ea typeface="SimSun" panose="02010600030101010101" pitchFamily="2" charset="-122"/>
              </a:rPr>
              <a:t>18</a:t>
            </a:fld>
            <a:r>
              <a:rPr lang="en-US" altLang="en-US" sz="1200" dirty="0">
                <a:solidFill>
                  <a:srgbClr val="898989"/>
                </a:solidFill>
                <a:latin typeface="Arial" panose="020B0604020202020204" pitchFamily="34" charset="0"/>
              </a:rPr>
              <a:t>/30</a:t>
            </a:r>
          </a:p>
        </p:txBody>
      </p:sp>
      <p:sp>
        <p:nvSpPr>
          <p:cNvPr id="32772" name="Rectangle 2"/>
          <p:cNvSpPr>
            <a:spLocks noGrp="1"/>
          </p:cNvSpPr>
          <p:nvPr>
            <p:ph type="title"/>
          </p:nvPr>
        </p:nvSpPr>
        <p:spPr>
          <a:xfrm>
            <a:off x="685800" y="381000"/>
            <a:ext cx="7772400" cy="762000"/>
          </a:xfrm>
        </p:spPr>
        <p:txBody>
          <a:bodyPr vert="horz" wrap="square" lIns="91440" tIns="45720" rIns="91440" bIns="45720" anchor="ctr" anchorCtr="0"/>
          <a:lstStyle/>
          <a:p>
            <a:r>
              <a:rPr lang="en-US" altLang="en-US" sz="4000" b="1" dirty="0">
                <a:solidFill>
                  <a:srgbClr val="CC3300"/>
                </a:solidFill>
              </a:rPr>
              <a:t>Note</a:t>
            </a:r>
          </a:p>
        </p:txBody>
      </p:sp>
      <p:sp>
        <p:nvSpPr>
          <p:cNvPr id="542723" name="Text Box 3"/>
          <p:cNvSpPr txBox="1"/>
          <p:nvPr/>
        </p:nvSpPr>
        <p:spPr>
          <a:xfrm>
            <a:off x="685800" y="1546225"/>
            <a:ext cx="7924693" cy="3569439"/>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Font typeface="Arial" panose="020B0604020202020204" pitchFamily="34" charset="0"/>
              <a:buChar char="•"/>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algn="just">
              <a:lnSpc>
                <a:spcPct val="130000"/>
              </a:lnSpc>
              <a:spcBef>
                <a:spcPct val="0"/>
              </a:spcBef>
              <a:buFontTx/>
              <a:buNone/>
            </a:pPr>
            <a:r>
              <a:rPr lang="en-US" altLang="en-US" sz="2200" dirty="0">
                <a:latin typeface="Times New Roman" panose="02020603050405020304" pitchFamily="18" charset="0"/>
              </a:rPr>
              <a:t>In the above procedure, once you entered a vertex v, there will always be another unused edge to exit v because v has an even degree and only an even number of the edges incident with it had been used before you entered it.</a:t>
            </a:r>
          </a:p>
          <a:p>
            <a:pPr marL="0" lvl="0" indent="0" algn="just">
              <a:lnSpc>
                <a:spcPct val="130000"/>
              </a:lnSpc>
              <a:spcBef>
                <a:spcPct val="0"/>
              </a:spcBef>
              <a:buFontTx/>
              <a:buNone/>
            </a:pPr>
            <a:r>
              <a:rPr lang="en-US" altLang="en-US" sz="2200" dirty="0">
                <a:latin typeface="Times New Roman" panose="02020603050405020304" pitchFamily="18" charset="0"/>
              </a:rPr>
              <a:t>The only edge from which you may not be able to exit after entering it is v</a:t>
            </a:r>
            <a:r>
              <a:rPr lang="en-US" altLang="en-US" sz="2200" baseline="-25000" dirty="0">
                <a:latin typeface="Times New Roman" panose="02020603050405020304" pitchFamily="18" charset="0"/>
              </a:rPr>
              <a:t>0</a:t>
            </a:r>
            <a:r>
              <a:rPr lang="en-US" altLang="en-US" sz="2200" dirty="0">
                <a:latin typeface="Times New Roman" panose="02020603050405020304" pitchFamily="18" charset="0"/>
              </a:rPr>
              <a:t> (because an odd number of edges incident with v</a:t>
            </a:r>
            <a:r>
              <a:rPr lang="en-US" altLang="en-US" sz="2200" baseline="-25000" dirty="0">
                <a:latin typeface="Times New Roman" panose="02020603050405020304" pitchFamily="18" charset="0"/>
              </a:rPr>
              <a:t>0</a:t>
            </a:r>
            <a:r>
              <a:rPr lang="en-US" altLang="en-US" sz="2200" dirty="0">
                <a:latin typeface="Times New Roman" panose="02020603050405020304" pitchFamily="18" charset="0"/>
              </a:rPr>
              <a:t> have been used as you didn’t enter it at the beginning) , but if you have reached v</a:t>
            </a:r>
            <a:r>
              <a:rPr lang="en-US" altLang="en-US" sz="2200" baseline="-25000" dirty="0">
                <a:latin typeface="Times New Roman" panose="02020603050405020304" pitchFamily="18" charset="0"/>
              </a:rPr>
              <a:t>0</a:t>
            </a:r>
            <a:r>
              <a:rPr lang="en-US" altLang="en-US" sz="2200" dirty="0">
                <a:latin typeface="Times New Roman" panose="02020603050405020304" pitchFamily="18" charset="0"/>
              </a:rPr>
              <a:t>, then you have already constructed a required cycle.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5427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2723"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Footer Placeholder 4"/>
          <p:cNvSpPr txBox="1">
            <a:spLocks noGrp="1"/>
          </p:cNvSpPr>
          <p:nvPr>
            <p:ph type="ftr" sz="quarter" idx="11"/>
          </p:nvPr>
        </p:nvSpPr>
        <p:spPr>
          <a:noFill/>
          <a:ln>
            <a:noFill/>
          </a:ln>
        </p:spPr>
        <p:txBody>
          <a:bodyPr anchor="ctr" anchorCtr="0"/>
          <a:lstStyle/>
          <a:p>
            <a:pPr marL="0" indent="0" algn="ctr" eaLnBrk="1" hangingPunct="1">
              <a:spcBef>
                <a:spcPct val="0"/>
              </a:spcBef>
              <a:buFontTx/>
              <a:buNone/>
            </a:pPr>
            <a:r>
              <a:rPr lang="en-US" altLang="en-US" sz="1200" dirty="0">
                <a:solidFill>
                  <a:srgbClr val="898989"/>
                </a:solidFill>
                <a:latin typeface="Arial" panose="020B0604020202020204" pitchFamily="34" charset="0"/>
              </a:rPr>
              <a:t>Data Structures and Algorithms in Java </a:t>
            </a:r>
          </a:p>
        </p:txBody>
      </p:sp>
      <p:sp>
        <p:nvSpPr>
          <p:cNvPr id="34819" name="Slide Number Placeholder 5"/>
          <p:cNvSpPr txBox="1">
            <a:spLocks noGrp="1"/>
          </p:cNvSpPr>
          <p:nvPr>
            <p:ph type="sldNum" sz="quarter" idx="12"/>
          </p:nvPr>
        </p:nvSpPr>
        <p:spPr>
          <a:noFill/>
          <a:ln>
            <a:noFill/>
          </a:ln>
        </p:spPr>
        <p:txBody>
          <a:bodyPr anchor="ctr" anchorCtr="0"/>
          <a:lstStyle/>
          <a:p>
            <a:pPr marL="0" indent="0" algn="r" eaLnBrk="1" hangingPunct="1">
              <a:spcBef>
                <a:spcPct val="0"/>
              </a:spcBef>
              <a:buFontTx/>
              <a:buNone/>
            </a:pPr>
            <a:fld id="{9A0DB2DC-4C9A-4742-B13C-FB6460FD3503}" type="slidenum">
              <a:rPr lang="en-US" altLang="zh-CN" sz="1200" dirty="0">
                <a:solidFill>
                  <a:srgbClr val="898989"/>
                </a:solidFill>
                <a:latin typeface="Arial" panose="020B0604020202020204" pitchFamily="34" charset="0"/>
                <a:ea typeface="SimSun" panose="02010600030101010101" pitchFamily="2" charset="-122"/>
              </a:rPr>
              <a:t>19</a:t>
            </a:fld>
            <a:r>
              <a:rPr lang="en-US" altLang="en-US" sz="1200" dirty="0">
                <a:solidFill>
                  <a:srgbClr val="898989"/>
                </a:solidFill>
                <a:latin typeface="Arial" panose="020B0604020202020204" pitchFamily="34" charset="0"/>
              </a:rPr>
              <a:t>/30</a:t>
            </a:r>
          </a:p>
        </p:txBody>
      </p:sp>
      <p:sp>
        <p:nvSpPr>
          <p:cNvPr id="34820" name="Rectangle 2"/>
          <p:cNvSpPr>
            <a:spLocks noGrp="1"/>
          </p:cNvSpPr>
          <p:nvPr>
            <p:ph type="title"/>
          </p:nvPr>
        </p:nvSpPr>
        <p:spPr>
          <a:xfrm>
            <a:off x="152400" y="487363"/>
            <a:ext cx="8610600" cy="579437"/>
          </a:xfrm>
        </p:spPr>
        <p:txBody>
          <a:bodyPr vert="horz" wrap="square" lIns="91440" tIns="45720" rIns="91440" bIns="45720" anchor="ctr" anchorCtr="0">
            <a:spAutoFit/>
          </a:bodyPr>
          <a:lstStyle/>
          <a:p>
            <a:r>
              <a:rPr lang="en-US" altLang="en-US" sz="3200" b="1" dirty="0">
                <a:solidFill>
                  <a:srgbClr val="CC3300"/>
                </a:solidFill>
              </a:rPr>
              <a:t>A procedure for constructing an Euler cycle</a:t>
            </a:r>
            <a:r>
              <a:rPr lang="en-US" altLang="en-US" sz="3200" dirty="0">
                <a:solidFill>
                  <a:srgbClr val="CC3300"/>
                </a:solidFill>
              </a:rPr>
              <a:t> </a:t>
            </a:r>
          </a:p>
        </p:txBody>
      </p:sp>
      <p:sp>
        <p:nvSpPr>
          <p:cNvPr id="516099" name="Text Box 3"/>
          <p:cNvSpPr txBox="1"/>
          <p:nvPr/>
        </p:nvSpPr>
        <p:spPr>
          <a:xfrm>
            <a:off x="344170" y="1257300"/>
            <a:ext cx="8726805" cy="452431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Font typeface="Arial" panose="020B0604020202020204" pitchFamily="34" charset="0"/>
              <a:buChar char="•"/>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a:spcBef>
                <a:spcPct val="0"/>
              </a:spcBef>
              <a:buFontTx/>
              <a:buNone/>
            </a:pPr>
            <a:r>
              <a:rPr lang="en-US" altLang="en-US" sz="2400" b="1" u="sng" dirty="0">
                <a:solidFill>
                  <a:srgbClr val="00B0F0"/>
                </a:solidFill>
                <a:latin typeface="Times New Roman" panose="02020603050405020304" pitchFamily="18" charset="0"/>
              </a:rPr>
              <a:t>Algorithm:</a:t>
            </a:r>
            <a:r>
              <a:rPr lang="en-US" altLang="en-US" sz="2400" dirty="0">
                <a:latin typeface="Times New Roman" panose="02020603050405020304" pitchFamily="18" charset="0"/>
              </a:rPr>
              <a:t>  </a:t>
            </a:r>
            <a:r>
              <a:rPr lang="en-US" altLang="en-US" sz="2400" b="1" i="1" dirty="0">
                <a:solidFill>
                  <a:srgbClr val="00B050"/>
                </a:solidFill>
                <a:latin typeface="Times New Roman" panose="02020603050405020304" pitchFamily="18" charset="0"/>
              </a:rPr>
              <a:t>Euler</a:t>
            </a:r>
            <a:r>
              <a:rPr lang="en-US" altLang="en-US" sz="2400" b="1" dirty="0">
                <a:solidFill>
                  <a:srgbClr val="00B050"/>
                </a:solidFill>
                <a:latin typeface="Times New Roman" panose="02020603050405020304" pitchFamily="18" charset="0"/>
              </a:rPr>
              <a:t>(</a:t>
            </a:r>
            <a:r>
              <a:rPr lang="en-US" altLang="en-US" sz="2400" b="1" i="1" dirty="0">
                <a:solidFill>
                  <a:srgbClr val="00B050"/>
                </a:solidFill>
                <a:latin typeface="Times New Roman" panose="02020603050405020304" pitchFamily="18" charset="0"/>
              </a:rPr>
              <a:t>G</a:t>
            </a:r>
            <a:r>
              <a:rPr lang="en-US" altLang="en-US" sz="2400" b="1" dirty="0">
                <a:solidFill>
                  <a:srgbClr val="00B050"/>
                </a:solidFill>
                <a:latin typeface="Times New Roman" panose="02020603050405020304" pitchFamily="18" charset="0"/>
              </a:rPr>
              <a:t>)</a:t>
            </a:r>
          </a:p>
          <a:p>
            <a:pPr marL="0" lvl="0" indent="0">
              <a:spcBef>
                <a:spcPct val="0"/>
              </a:spcBef>
              <a:buFontTx/>
              <a:buNone/>
            </a:pPr>
            <a:r>
              <a:rPr lang="en-US" altLang="en-US" sz="2400" dirty="0">
                <a:latin typeface="Times New Roman" panose="02020603050405020304" pitchFamily="18" charset="0"/>
              </a:rPr>
              <a:t>//Input: Connected graph </a:t>
            </a:r>
            <a:r>
              <a:rPr lang="en-US" altLang="en-US" sz="2400" i="1" dirty="0">
                <a:latin typeface="Times New Roman" panose="02020603050405020304" pitchFamily="18" charset="0"/>
              </a:rPr>
              <a:t>G </a:t>
            </a:r>
            <a:r>
              <a:rPr lang="en-US" altLang="en-US" sz="2400" dirty="0">
                <a:latin typeface="Times New Roman" panose="02020603050405020304" pitchFamily="18" charset="0"/>
              </a:rPr>
              <a:t>with all vertices having even degrees</a:t>
            </a:r>
          </a:p>
          <a:p>
            <a:pPr marL="0" lvl="0" indent="0">
              <a:spcBef>
                <a:spcPct val="0"/>
              </a:spcBef>
              <a:buFontTx/>
              <a:buNone/>
            </a:pPr>
            <a:r>
              <a:rPr lang="en-US" altLang="en-US" sz="2400" dirty="0">
                <a:latin typeface="Times New Roman" panose="02020603050405020304" pitchFamily="18" charset="0"/>
              </a:rPr>
              <a:t>//Output: </a:t>
            </a:r>
            <a:r>
              <a:rPr lang="en-US" altLang="en-US" sz="2400" b="1" dirty="0">
                <a:solidFill>
                  <a:srgbClr val="00B050"/>
                </a:solidFill>
                <a:latin typeface="Times New Roman" panose="02020603050405020304" pitchFamily="18" charset="0"/>
              </a:rPr>
              <a:t>Euler cycle</a:t>
            </a:r>
          </a:p>
          <a:p>
            <a:pPr marL="0" lvl="0" indent="0">
              <a:spcBef>
                <a:spcPct val="0"/>
              </a:spcBef>
              <a:buFontTx/>
              <a:buNone/>
            </a:pPr>
            <a:r>
              <a:rPr lang="en-US" altLang="en-US" sz="2400" dirty="0">
                <a:latin typeface="Times New Roman" panose="02020603050405020304" pitchFamily="18" charset="0"/>
              </a:rPr>
              <a:t>Construct a </a:t>
            </a:r>
            <a:r>
              <a:rPr lang="en-US" altLang="en-US" sz="2400" i="1" dirty="0">
                <a:latin typeface="Times New Roman" panose="02020603050405020304" pitchFamily="18" charset="0"/>
              </a:rPr>
              <a:t>cycle</a:t>
            </a:r>
            <a:r>
              <a:rPr lang="en-US" altLang="en-US" sz="2400" dirty="0">
                <a:latin typeface="Times New Roman" panose="02020603050405020304" pitchFamily="18" charset="0"/>
              </a:rPr>
              <a:t> in </a:t>
            </a:r>
            <a:r>
              <a:rPr lang="en-US" altLang="en-US" sz="2400" i="1" dirty="0">
                <a:latin typeface="Times New Roman" panose="02020603050405020304" pitchFamily="18" charset="0"/>
              </a:rPr>
              <a:t>G</a:t>
            </a:r>
            <a:endParaRPr lang="en-US" altLang="en-US" sz="2400" dirty="0">
              <a:latin typeface="Times New Roman" panose="02020603050405020304" pitchFamily="18" charset="0"/>
            </a:endParaRPr>
          </a:p>
          <a:p>
            <a:pPr marL="0" lvl="0" indent="0">
              <a:spcBef>
                <a:spcPct val="0"/>
              </a:spcBef>
              <a:buFontTx/>
              <a:buNone/>
            </a:pPr>
            <a:r>
              <a:rPr lang="en-US" altLang="en-US" sz="2400" dirty="0">
                <a:latin typeface="Times New Roman" panose="02020603050405020304" pitchFamily="18" charset="0"/>
              </a:rPr>
              <a:t>Remove all the edges of </a:t>
            </a:r>
            <a:r>
              <a:rPr lang="en-US" altLang="en-US" sz="2400" i="1" dirty="0">
                <a:latin typeface="Times New Roman" panose="02020603050405020304" pitchFamily="18" charset="0"/>
              </a:rPr>
              <a:t>cycle</a:t>
            </a:r>
            <a:r>
              <a:rPr lang="en-US" altLang="en-US" sz="1800" dirty="0">
                <a:latin typeface="Times New Roman" panose="02020603050405020304" pitchFamily="18" charset="0"/>
              </a:rPr>
              <a:t> </a:t>
            </a:r>
            <a:r>
              <a:rPr lang="en-US" altLang="en-US" sz="2400" dirty="0">
                <a:latin typeface="Times New Roman" panose="02020603050405020304" pitchFamily="18" charset="0"/>
              </a:rPr>
              <a:t>from </a:t>
            </a:r>
            <a:r>
              <a:rPr lang="en-US" altLang="en-US" sz="2400" i="1" dirty="0">
                <a:latin typeface="Times New Roman" panose="02020603050405020304" pitchFamily="18" charset="0"/>
              </a:rPr>
              <a:t>G</a:t>
            </a:r>
            <a:r>
              <a:rPr lang="en-US" altLang="en-US" sz="2400" dirty="0">
                <a:latin typeface="Times New Roman" panose="02020603050405020304" pitchFamily="18" charset="0"/>
              </a:rPr>
              <a:t> to get subgraph </a:t>
            </a:r>
            <a:r>
              <a:rPr lang="en-US" altLang="en-US" sz="2400" i="1" dirty="0">
                <a:latin typeface="Times New Roman" panose="02020603050405020304" pitchFamily="18" charset="0"/>
              </a:rPr>
              <a:t>H</a:t>
            </a:r>
            <a:endParaRPr lang="en-US" altLang="en-US" sz="2400" dirty="0">
              <a:latin typeface="Times New Roman" panose="02020603050405020304" pitchFamily="18" charset="0"/>
            </a:endParaRPr>
          </a:p>
          <a:p>
            <a:pPr marL="0" lvl="0" indent="0">
              <a:spcBef>
                <a:spcPct val="0"/>
              </a:spcBef>
              <a:buFontTx/>
              <a:buNone/>
            </a:pPr>
            <a:r>
              <a:rPr lang="en-US" altLang="en-US" sz="2400" b="1" dirty="0">
                <a:latin typeface="Times New Roman" panose="02020603050405020304" pitchFamily="18" charset="0"/>
              </a:rPr>
              <a:t>while</a:t>
            </a:r>
            <a:r>
              <a:rPr lang="en-US" altLang="en-US" sz="2400" dirty="0">
                <a:latin typeface="Times New Roman" panose="02020603050405020304" pitchFamily="18" charset="0"/>
              </a:rPr>
              <a:t> </a:t>
            </a:r>
            <a:r>
              <a:rPr lang="en-US" altLang="en-US" sz="2400" i="1" dirty="0">
                <a:latin typeface="Times New Roman" panose="02020603050405020304" pitchFamily="18" charset="0"/>
              </a:rPr>
              <a:t>H</a:t>
            </a:r>
            <a:r>
              <a:rPr lang="en-US" altLang="en-US" sz="2400" dirty="0">
                <a:latin typeface="Times New Roman" panose="02020603050405020304" pitchFamily="18" charset="0"/>
              </a:rPr>
              <a:t> has edges</a:t>
            </a:r>
          </a:p>
          <a:p>
            <a:pPr marL="0" lvl="0" indent="0">
              <a:spcBef>
                <a:spcPct val="0"/>
              </a:spcBef>
              <a:buFontTx/>
              <a:buNone/>
            </a:pPr>
            <a:r>
              <a:rPr lang="en-US" altLang="en-US" sz="2400" dirty="0">
                <a:latin typeface="Times New Roman" panose="02020603050405020304" pitchFamily="18" charset="0"/>
              </a:rPr>
              <a:t>       find a non-isolated vertex </a:t>
            </a:r>
            <a:r>
              <a:rPr lang="en-US" altLang="en-US" sz="2400" i="1" dirty="0">
                <a:latin typeface="Times New Roman" panose="02020603050405020304" pitchFamily="18" charset="0"/>
              </a:rPr>
              <a:t>v</a:t>
            </a:r>
            <a:r>
              <a:rPr lang="en-US" altLang="en-US" sz="1800" dirty="0">
                <a:latin typeface="Times New Roman" panose="02020603050405020304" pitchFamily="18" charset="0"/>
              </a:rPr>
              <a:t> </a:t>
            </a:r>
            <a:r>
              <a:rPr lang="en-US" altLang="en-US" sz="2400" dirty="0">
                <a:latin typeface="Times New Roman" panose="02020603050405020304" pitchFamily="18" charset="0"/>
              </a:rPr>
              <a:t>that is both in </a:t>
            </a:r>
            <a:r>
              <a:rPr lang="en-US" altLang="en-US" sz="2400" i="1" dirty="0">
                <a:latin typeface="Times New Roman" panose="02020603050405020304" pitchFamily="18" charset="0"/>
              </a:rPr>
              <a:t>cycle</a:t>
            </a:r>
            <a:r>
              <a:rPr lang="en-US" altLang="en-US" sz="2400" dirty="0">
                <a:latin typeface="Times New Roman" panose="02020603050405020304" pitchFamily="18" charset="0"/>
              </a:rPr>
              <a:t> and in </a:t>
            </a:r>
            <a:r>
              <a:rPr lang="en-US" altLang="en-US" sz="2400" i="1" dirty="0">
                <a:latin typeface="Times New Roman" panose="02020603050405020304" pitchFamily="18" charset="0"/>
              </a:rPr>
              <a:t>H </a:t>
            </a:r>
          </a:p>
          <a:p>
            <a:pPr marL="0" lvl="0" indent="0">
              <a:spcBef>
                <a:spcPct val="0"/>
              </a:spcBef>
              <a:buFontTx/>
              <a:buNone/>
            </a:pPr>
            <a:r>
              <a:rPr lang="en-US" altLang="en-US" sz="2400" i="1" dirty="0">
                <a:latin typeface="Times New Roman" panose="02020603050405020304" pitchFamily="18" charset="0"/>
              </a:rPr>
              <a:t>      </a:t>
            </a:r>
            <a:r>
              <a:rPr lang="en-US" altLang="en-US" sz="2000" i="1" dirty="0">
                <a:latin typeface="Times New Roman" panose="02020603050405020304" pitchFamily="18" charset="0"/>
              </a:rPr>
              <a:t> //the existence of such a vertex is guaranteed by G’s connectivity</a:t>
            </a:r>
          </a:p>
          <a:p>
            <a:pPr marL="0" lvl="0" indent="0">
              <a:spcBef>
                <a:spcPct val="0"/>
              </a:spcBef>
              <a:buFontTx/>
              <a:buNone/>
            </a:pPr>
            <a:r>
              <a:rPr lang="en-US" altLang="en-US" sz="2400" i="1" dirty="0">
                <a:latin typeface="Times New Roman" panose="02020603050405020304" pitchFamily="18" charset="0"/>
              </a:rPr>
              <a:t>       </a:t>
            </a:r>
            <a:r>
              <a:rPr lang="en-US" altLang="en-US" sz="2400" dirty="0">
                <a:latin typeface="Times New Roman" panose="02020603050405020304" pitchFamily="18" charset="0"/>
              </a:rPr>
              <a:t>construct </a:t>
            </a:r>
            <a:r>
              <a:rPr lang="en-US" altLang="en-US" sz="2400" i="1" dirty="0">
                <a:latin typeface="Times New Roman" panose="02020603050405020304" pitchFamily="18" charset="0"/>
              </a:rPr>
              <a:t>subcycle </a:t>
            </a:r>
            <a:r>
              <a:rPr lang="en-US" altLang="en-US" sz="2400" dirty="0">
                <a:latin typeface="Times New Roman" panose="02020603050405020304" pitchFamily="18" charset="0"/>
              </a:rPr>
              <a:t>in </a:t>
            </a:r>
            <a:r>
              <a:rPr lang="en-US" altLang="en-US" sz="2400" i="1" dirty="0">
                <a:latin typeface="Times New Roman" panose="02020603050405020304" pitchFamily="18" charset="0"/>
              </a:rPr>
              <a:t>H</a:t>
            </a:r>
            <a:endParaRPr lang="en-US" altLang="en-US" sz="2400" dirty="0">
              <a:latin typeface="Times New Roman" panose="02020603050405020304" pitchFamily="18" charset="0"/>
            </a:endParaRPr>
          </a:p>
          <a:p>
            <a:pPr marL="0" lvl="0" indent="0">
              <a:spcBef>
                <a:spcPct val="0"/>
              </a:spcBef>
              <a:buFontTx/>
              <a:buNone/>
            </a:pPr>
            <a:r>
              <a:rPr lang="en-US" altLang="en-US" sz="2400" i="1" dirty="0">
                <a:latin typeface="Times New Roman" panose="02020603050405020304" pitchFamily="18" charset="0"/>
              </a:rPr>
              <a:t>       </a:t>
            </a:r>
            <a:r>
              <a:rPr lang="en-US" altLang="en-US" sz="2400" dirty="0">
                <a:latin typeface="Times New Roman" panose="02020603050405020304" pitchFamily="18" charset="0"/>
              </a:rPr>
              <a:t>splice </a:t>
            </a:r>
            <a:r>
              <a:rPr lang="en-US" altLang="en-US" sz="2400" i="1" dirty="0">
                <a:latin typeface="Times New Roman" panose="02020603050405020304" pitchFamily="18" charset="0"/>
              </a:rPr>
              <a:t>subcycle</a:t>
            </a:r>
            <a:r>
              <a:rPr lang="en-US" altLang="en-US" sz="2400" dirty="0">
                <a:latin typeface="Times New Roman" panose="02020603050405020304" pitchFamily="18" charset="0"/>
              </a:rPr>
              <a:t> into </a:t>
            </a:r>
            <a:r>
              <a:rPr lang="en-US" altLang="en-US" sz="2400" i="1" dirty="0">
                <a:latin typeface="Times New Roman" panose="02020603050405020304" pitchFamily="18" charset="0"/>
              </a:rPr>
              <a:t>cycle</a:t>
            </a:r>
            <a:r>
              <a:rPr lang="en-US" altLang="en-US" sz="1800" dirty="0">
                <a:latin typeface="Times New Roman" panose="02020603050405020304" pitchFamily="18" charset="0"/>
              </a:rPr>
              <a:t> </a:t>
            </a:r>
            <a:r>
              <a:rPr lang="en-US" altLang="en-US" sz="2400" dirty="0">
                <a:latin typeface="Times New Roman" panose="02020603050405020304" pitchFamily="18" charset="0"/>
              </a:rPr>
              <a:t>at </a:t>
            </a:r>
            <a:r>
              <a:rPr lang="en-US" altLang="en-US" sz="2400" i="1" dirty="0">
                <a:latin typeface="Times New Roman" panose="02020603050405020304" pitchFamily="18" charset="0"/>
              </a:rPr>
              <a:t>v</a:t>
            </a:r>
          </a:p>
          <a:p>
            <a:pPr marL="0" lvl="0" indent="0">
              <a:spcBef>
                <a:spcPct val="0"/>
              </a:spcBef>
              <a:buFontTx/>
              <a:buNone/>
            </a:pPr>
            <a:r>
              <a:rPr lang="en-US" altLang="en-US" sz="2400" i="1" dirty="0">
                <a:latin typeface="Times New Roman" panose="02020603050405020304" pitchFamily="18" charset="0"/>
              </a:rPr>
              <a:t>       </a:t>
            </a:r>
            <a:r>
              <a:rPr lang="en-US" altLang="en-US" sz="2400" dirty="0">
                <a:latin typeface="Times New Roman" panose="02020603050405020304" pitchFamily="18" charset="0"/>
              </a:rPr>
              <a:t>remove all the edges of </a:t>
            </a:r>
            <a:r>
              <a:rPr lang="en-US" altLang="en-US" sz="2400" i="1" dirty="0">
                <a:latin typeface="Times New Roman" panose="02020603050405020304" pitchFamily="18" charset="0"/>
              </a:rPr>
              <a:t>subcycle</a:t>
            </a:r>
            <a:r>
              <a:rPr lang="en-US" altLang="en-US" sz="1800" dirty="0">
                <a:latin typeface="Times New Roman" panose="02020603050405020304" pitchFamily="18" charset="0"/>
              </a:rPr>
              <a:t> </a:t>
            </a:r>
            <a:r>
              <a:rPr lang="en-US" altLang="en-US" sz="2400" dirty="0">
                <a:latin typeface="Times New Roman" panose="02020603050405020304" pitchFamily="18" charset="0"/>
              </a:rPr>
              <a:t>from</a:t>
            </a:r>
            <a:r>
              <a:rPr lang="en-US" altLang="en-US" sz="1800" i="1" dirty="0">
                <a:latin typeface="Times New Roman" panose="02020603050405020304" pitchFamily="18" charset="0"/>
              </a:rPr>
              <a:t> </a:t>
            </a:r>
            <a:r>
              <a:rPr lang="en-US" altLang="en-US" sz="2400" i="1" dirty="0">
                <a:latin typeface="Times New Roman" panose="02020603050405020304" pitchFamily="18" charset="0"/>
              </a:rPr>
              <a:t>H</a:t>
            </a:r>
          </a:p>
          <a:p>
            <a:pPr marL="0" lvl="0" indent="0">
              <a:spcBef>
                <a:spcPct val="0"/>
              </a:spcBef>
              <a:buFontTx/>
              <a:buNone/>
            </a:pPr>
            <a:r>
              <a:rPr lang="en-US" altLang="en-US" sz="2400" b="1" dirty="0">
                <a:latin typeface="Times New Roman" panose="02020603050405020304" pitchFamily="18" charset="0"/>
              </a:rPr>
              <a:t>return </a:t>
            </a:r>
            <a:r>
              <a:rPr lang="en-US" altLang="en-US" sz="2400" i="1" dirty="0">
                <a:latin typeface="Times New Roman" panose="02020603050405020304" pitchFamily="18" charset="0"/>
              </a:rPr>
              <a:t>cycle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51609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6099"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Footer Placeholder 4"/>
          <p:cNvSpPr txBox="1">
            <a:spLocks noGrp="1"/>
          </p:cNvSpPr>
          <p:nvPr>
            <p:ph type="ftr" sz="quarter" idx="11"/>
          </p:nvPr>
        </p:nvSpPr>
        <p:spPr>
          <a:noFill/>
          <a:ln>
            <a:noFill/>
          </a:ln>
        </p:spPr>
        <p:txBody>
          <a:bodyPr anchor="ctr" anchorCtr="0"/>
          <a:lstStyle/>
          <a:p>
            <a:pPr marL="0" indent="0" algn="ctr" eaLnBrk="1" hangingPunct="1">
              <a:spcBef>
                <a:spcPct val="0"/>
              </a:spcBef>
              <a:buFontTx/>
              <a:buNone/>
            </a:pPr>
            <a:r>
              <a:rPr lang="en-US" altLang="en-US" sz="1200" dirty="0">
                <a:solidFill>
                  <a:srgbClr val="898989"/>
                </a:solidFill>
                <a:latin typeface="Arial" panose="020B0604020202020204" pitchFamily="34" charset="0"/>
              </a:rPr>
              <a:t>Data Structures and Algorithms in Java </a:t>
            </a:r>
          </a:p>
        </p:txBody>
      </p:sp>
      <p:sp>
        <p:nvSpPr>
          <p:cNvPr id="36867" name="Slide Number Placeholder 5"/>
          <p:cNvSpPr txBox="1">
            <a:spLocks noGrp="1"/>
          </p:cNvSpPr>
          <p:nvPr>
            <p:ph type="sldNum" sz="quarter" idx="12"/>
          </p:nvPr>
        </p:nvSpPr>
        <p:spPr>
          <a:noFill/>
          <a:ln>
            <a:noFill/>
          </a:ln>
        </p:spPr>
        <p:txBody>
          <a:bodyPr anchor="ctr" anchorCtr="0"/>
          <a:lstStyle/>
          <a:p>
            <a:pPr marL="0" indent="0" algn="r" eaLnBrk="1" hangingPunct="1">
              <a:spcBef>
                <a:spcPct val="0"/>
              </a:spcBef>
              <a:buFontTx/>
              <a:buNone/>
            </a:pPr>
            <a:fld id="{9A0DB2DC-4C9A-4742-B13C-FB6460FD3503}" type="slidenum">
              <a:rPr lang="en-US" altLang="zh-CN" sz="1200" dirty="0">
                <a:solidFill>
                  <a:srgbClr val="898989"/>
                </a:solidFill>
                <a:latin typeface="Arial" panose="020B0604020202020204" pitchFamily="34" charset="0"/>
                <a:ea typeface="SimSun" panose="02010600030101010101" pitchFamily="2" charset="-122"/>
              </a:rPr>
              <a:t>20</a:t>
            </a:fld>
            <a:r>
              <a:rPr lang="en-US" altLang="en-US" sz="1200" dirty="0">
                <a:solidFill>
                  <a:srgbClr val="898989"/>
                </a:solidFill>
                <a:latin typeface="Arial" panose="020B0604020202020204" pitchFamily="34" charset="0"/>
              </a:rPr>
              <a:t>/30</a:t>
            </a:r>
          </a:p>
        </p:txBody>
      </p:sp>
      <p:sp>
        <p:nvSpPr>
          <p:cNvPr id="36868" name="Rectangle 2"/>
          <p:cNvSpPr>
            <a:spLocks noGrp="1"/>
          </p:cNvSpPr>
          <p:nvPr>
            <p:ph type="title"/>
          </p:nvPr>
        </p:nvSpPr>
        <p:spPr>
          <a:xfrm>
            <a:off x="5562600" y="152400"/>
            <a:ext cx="3004820" cy="609600"/>
          </a:xfrm>
        </p:spPr>
        <p:txBody>
          <a:bodyPr vert="horz" wrap="square" lIns="91440" tIns="45720" rIns="91440" bIns="45720" anchor="ctr" anchorCtr="0"/>
          <a:lstStyle/>
          <a:p>
            <a:r>
              <a:rPr lang="en-US" altLang="en-US" sz="4000" b="1" dirty="0">
                <a:solidFill>
                  <a:srgbClr val="CC3300"/>
                </a:solidFill>
              </a:rPr>
              <a:t>Example</a:t>
            </a:r>
          </a:p>
        </p:txBody>
      </p:sp>
      <p:sp>
        <p:nvSpPr>
          <p:cNvPr id="36869" name="Oval 3"/>
          <p:cNvSpPr/>
          <p:nvPr/>
        </p:nvSpPr>
        <p:spPr>
          <a:xfrm>
            <a:off x="2057400" y="762000"/>
            <a:ext cx="76200" cy="76200"/>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Font typeface="Arial" panose="020B0604020202020204" pitchFamily="34" charset="0"/>
              <a:buChar char="•"/>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eaLnBrk="1" hangingPunct="1">
              <a:spcBef>
                <a:spcPct val="0"/>
              </a:spcBef>
              <a:buFontTx/>
              <a:buNone/>
            </a:pPr>
            <a:endParaRPr lang="en-US" altLang="en-US" sz="4400" b="1" dirty="0">
              <a:latin typeface="Arial" panose="020B0604020202020204" pitchFamily="34" charset="0"/>
            </a:endParaRPr>
          </a:p>
        </p:txBody>
      </p:sp>
      <p:sp>
        <p:nvSpPr>
          <p:cNvPr id="36870" name="Oval 4"/>
          <p:cNvSpPr/>
          <p:nvPr/>
        </p:nvSpPr>
        <p:spPr>
          <a:xfrm>
            <a:off x="2895600" y="762000"/>
            <a:ext cx="76200" cy="76200"/>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Font typeface="Arial" panose="020B0604020202020204" pitchFamily="34" charset="0"/>
              <a:buChar char="•"/>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eaLnBrk="1" hangingPunct="1">
              <a:spcBef>
                <a:spcPct val="0"/>
              </a:spcBef>
              <a:buFontTx/>
              <a:buNone/>
            </a:pPr>
            <a:endParaRPr lang="en-US" altLang="en-US" sz="4400" b="1" dirty="0">
              <a:latin typeface="Arial" panose="020B0604020202020204" pitchFamily="34" charset="0"/>
            </a:endParaRPr>
          </a:p>
        </p:txBody>
      </p:sp>
      <p:sp>
        <p:nvSpPr>
          <p:cNvPr id="36871" name="Oval 5"/>
          <p:cNvSpPr/>
          <p:nvPr/>
        </p:nvSpPr>
        <p:spPr>
          <a:xfrm>
            <a:off x="3733800" y="762000"/>
            <a:ext cx="76200" cy="76200"/>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Font typeface="Arial" panose="020B0604020202020204" pitchFamily="34" charset="0"/>
              <a:buChar char="•"/>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eaLnBrk="1" hangingPunct="1">
              <a:spcBef>
                <a:spcPct val="0"/>
              </a:spcBef>
              <a:buFontTx/>
              <a:buNone/>
            </a:pPr>
            <a:endParaRPr lang="en-US" altLang="en-US" sz="4400" b="1" dirty="0">
              <a:latin typeface="Arial" panose="020B0604020202020204" pitchFamily="34" charset="0"/>
            </a:endParaRPr>
          </a:p>
        </p:txBody>
      </p:sp>
      <p:sp>
        <p:nvSpPr>
          <p:cNvPr id="36872" name="Oval 6"/>
          <p:cNvSpPr/>
          <p:nvPr/>
        </p:nvSpPr>
        <p:spPr>
          <a:xfrm>
            <a:off x="2057400" y="1524000"/>
            <a:ext cx="76200" cy="76200"/>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Font typeface="Arial" panose="020B0604020202020204" pitchFamily="34" charset="0"/>
              <a:buChar char="•"/>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eaLnBrk="1" hangingPunct="1">
              <a:spcBef>
                <a:spcPct val="0"/>
              </a:spcBef>
              <a:buFontTx/>
              <a:buNone/>
            </a:pPr>
            <a:endParaRPr lang="en-US" altLang="en-US" sz="4400" b="1" dirty="0">
              <a:latin typeface="Arial" panose="020B0604020202020204" pitchFamily="34" charset="0"/>
            </a:endParaRPr>
          </a:p>
        </p:txBody>
      </p:sp>
      <p:sp>
        <p:nvSpPr>
          <p:cNvPr id="36873" name="Oval 7"/>
          <p:cNvSpPr/>
          <p:nvPr/>
        </p:nvSpPr>
        <p:spPr>
          <a:xfrm>
            <a:off x="3733800" y="1524000"/>
            <a:ext cx="76200" cy="76200"/>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Font typeface="Arial" panose="020B0604020202020204" pitchFamily="34" charset="0"/>
              <a:buChar char="•"/>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eaLnBrk="1" hangingPunct="1">
              <a:spcBef>
                <a:spcPct val="0"/>
              </a:spcBef>
              <a:buFontTx/>
              <a:buNone/>
            </a:pPr>
            <a:endParaRPr lang="en-US" altLang="en-US" sz="4400" b="1" dirty="0">
              <a:latin typeface="Arial" panose="020B0604020202020204" pitchFamily="34" charset="0"/>
            </a:endParaRPr>
          </a:p>
        </p:txBody>
      </p:sp>
      <p:sp>
        <p:nvSpPr>
          <p:cNvPr id="36874" name="Oval 8"/>
          <p:cNvSpPr/>
          <p:nvPr/>
        </p:nvSpPr>
        <p:spPr>
          <a:xfrm>
            <a:off x="2895600" y="1524000"/>
            <a:ext cx="76200" cy="76200"/>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Font typeface="Arial" panose="020B0604020202020204" pitchFamily="34" charset="0"/>
              <a:buChar char="•"/>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eaLnBrk="1" hangingPunct="1">
              <a:spcBef>
                <a:spcPct val="0"/>
              </a:spcBef>
              <a:buFontTx/>
              <a:buNone/>
            </a:pPr>
            <a:endParaRPr lang="en-US" altLang="en-US" sz="4400" b="1" dirty="0">
              <a:latin typeface="Arial" panose="020B0604020202020204" pitchFamily="34" charset="0"/>
            </a:endParaRPr>
          </a:p>
        </p:txBody>
      </p:sp>
      <p:sp>
        <p:nvSpPr>
          <p:cNvPr id="36875" name="Oval 9"/>
          <p:cNvSpPr/>
          <p:nvPr/>
        </p:nvSpPr>
        <p:spPr>
          <a:xfrm>
            <a:off x="4572000" y="1524000"/>
            <a:ext cx="76200" cy="76200"/>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Font typeface="Arial" panose="020B0604020202020204" pitchFamily="34" charset="0"/>
              <a:buChar char="•"/>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eaLnBrk="1" hangingPunct="1">
              <a:spcBef>
                <a:spcPct val="0"/>
              </a:spcBef>
              <a:buFontTx/>
              <a:buNone/>
            </a:pPr>
            <a:endParaRPr lang="en-US" altLang="en-US" sz="4400" b="1" dirty="0">
              <a:latin typeface="Arial" panose="020B0604020202020204" pitchFamily="34" charset="0"/>
            </a:endParaRPr>
          </a:p>
        </p:txBody>
      </p:sp>
      <p:sp>
        <p:nvSpPr>
          <p:cNvPr id="36876" name="Oval 10"/>
          <p:cNvSpPr/>
          <p:nvPr/>
        </p:nvSpPr>
        <p:spPr>
          <a:xfrm>
            <a:off x="4572000" y="762000"/>
            <a:ext cx="76200" cy="76200"/>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Font typeface="Arial" panose="020B0604020202020204" pitchFamily="34" charset="0"/>
              <a:buChar char="•"/>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eaLnBrk="1" hangingPunct="1">
              <a:spcBef>
                <a:spcPct val="0"/>
              </a:spcBef>
              <a:buFontTx/>
              <a:buNone/>
            </a:pPr>
            <a:endParaRPr lang="en-US" altLang="en-US" sz="4400" b="1" dirty="0">
              <a:latin typeface="Arial" panose="020B0604020202020204" pitchFamily="34" charset="0"/>
            </a:endParaRPr>
          </a:p>
        </p:txBody>
      </p:sp>
      <p:sp>
        <p:nvSpPr>
          <p:cNvPr id="36877" name="Line 11"/>
          <p:cNvSpPr/>
          <p:nvPr/>
        </p:nvSpPr>
        <p:spPr>
          <a:xfrm>
            <a:off x="2133600" y="838200"/>
            <a:ext cx="762000" cy="0"/>
          </a:xfrm>
          <a:prstGeom prst="line">
            <a:avLst/>
          </a:prstGeom>
          <a:ln w="9525" cap="flat" cmpd="sng">
            <a:solidFill>
              <a:schemeClr val="tx1"/>
            </a:solidFill>
            <a:prstDash val="solid"/>
            <a:headEnd type="none" w="med" len="med"/>
            <a:tailEnd type="none" w="med" len="med"/>
          </a:ln>
        </p:spPr>
      </p:sp>
      <p:sp>
        <p:nvSpPr>
          <p:cNvPr id="36878" name="Line 12"/>
          <p:cNvSpPr/>
          <p:nvPr/>
        </p:nvSpPr>
        <p:spPr>
          <a:xfrm>
            <a:off x="2971800" y="838200"/>
            <a:ext cx="762000" cy="0"/>
          </a:xfrm>
          <a:prstGeom prst="line">
            <a:avLst/>
          </a:prstGeom>
          <a:ln w="9525" cap="flat" cmpd="sng">
            <a:solidFill>
              <a:schemeClr val="tx1"/>
            </a:solidFill>
            <a:prstDash val="solid"/>
            <a:headEnd type="none" w="med" len="med"/>
            <a:tailEnd type="none" w="med" len="med"/>
          </a:ln>
        </p:spPr>
      </p:sp>
      <p:sp>
        <p:nvSpPr>
          <p:cNvPr id="36879" name="Line 13"/>
          <p:cNvSpPr/>
          <p:nvPr/>
        </p:nvSpPr>
        <p:spPr>
          <a:xfrm>
            <a:off x="2971800" y="1524000"/>
            <a:ext cx="762000" cy="0"/>
          </a:xfrm>
          <a:prstGeom prst="line">
            <a:avLst/>
          </a:prstGeom>
          <a:ln w="9525" cap="flat" cmpd="sng">
            <a:solidFill>
              <a:schemeClr val="tx1"/>
            </a:solidFill>
            <a:prstDash val="solid"/>
            <a:headEnd type="none" w="med" len="med"/>
            <a:tailEnd type="none" w="med" len="med"/>
          </a:ln>
        </p:spPr>
      </p:sp>
      <p:sp>
        <p:nvSpPr>
          <p:cNvPr id="36880" name="Line 14"/>
          <p:cNvSpPr/>
          <p:nvPr/>
        </p:nvSpPr>
        <p:spPr>
          <a:xfrm>
            <a:off x="3810000" y="1524000"/>
            <a:ext cx="762000" cy="0"/>
          </a:xfrm>
          <a:prstGeom prst="line">
            <a:avLst/>
          </a:prstGeom>
          <a:ln w="9525" cap="flat" cmpd="sng">
            <a:solidFill>
              <a:schemeClr val="tx1"/>
            </a:solidFill>
            <a:prstDash val="solid"/>
            <a:headEnd type="none" w="med" len="med"/>
            <a:tailEnd type="none" w="med" len="med"/>
          </a:ln>
        </p:spPr>
      </p:sp>
      <p:sp>
        <p:nvSpPr>
          <p:cNvPr id="36881" name="Line 15"/>
          <p:cNvSpPr/>
          <p:nvPr/>
        </p:nvSpPr>
        <p:spPr>
          <a:xfrm>
            <a:off x="2133600" y="838200"/>
            <a:ext cx="0" cy="685800"/>
          </a:xfrm>
          <a:prstGeom prst="line">
            <a:avLst/>
          </a:prstGeom>
          <a:ln w="9525" cap="flat" cmpd="sng">
            <a:solidFill>
              <a:schemeClr val="tx1"/>
            </a:solidFill>
            <a:prstDash val="solid"/>
            <a:headEnd type="none" w="med" len="med"/>
            <a:tailEnd type="none" w="med" len="med"/>
          </a:ln>
        </p:spPr>
      </p:sp>
      <p:sp>
        <p:nvSpPr>
          <p:cNvPr id="36882" name="Line 16"/>
          <p:cNvSpPr/>
          <p:nvPr/>
        </p:nvSpPr>
        <p:spPr>
          <a:xfrm>
            <a:off x="4572000" y="838200"/>
            <a:ext cx="0" cy="685800"/>
          </a:xfrm>
          <a:prstGeom prst="line">
            <a:avLst/>
          </a:prstGeom>
          <a:ln w="9525" cap="flat" cmpd="sng">
            <a:solidFill>
              <a:schemeClr val="tx1"/>
            </a:solidFill>
            <a:prstDash val="solid"/>
            <a:headEnd type="none" w="med" len="med"/>
            <a:tailEnd type="none" w="med" len="med"/>
          </a:ln>
        </p:spPr>
      </p:sp>
      <p:sp>
        <p:nvSpPr>
          <p:cNvPr id="36883" name="Line 17"/>
          <p:cNvSpPr/>
          <p:nvPr/>
        </p:nvSpPr>
        <p:spPr>
          <a:xfrm>
            <a:off x="2971800" y="838200"/>
            <a:ext cx="0" cy="685800"/>
          </a:xfrm>
          <a:prstGeom prst="line">
            <a:avLst/>
          </a:prstGeom>
          <a:ln w="9525" cap="flat" cmpd="sng">
            <a:solidFill>
              <a:schemeClr val="tx1"/>
            </a:solidFill>
            <a:prstDash val="solid"/>
            <a:headEnd type="none" w="med" len="med"/>
            <a:tailEnd type="none" w="med" len="med"/>
          </a:ln>
        </p:spPr>
      </p:sp>
      <p:sp>
        <p:nvSpPr>
          <p:cNvPr id="36884" name="Line 18"/>
          <p:cNvSpPr/>
          <p:nvPr/>
        </p:nvSpPr>
        <p:spPr>
          <a:xfrm>
            <a:off x="3733800" y="838200"/>
            <a:ext cx="0" cy="685800"/>
          </a:xfrm>
          <a:prstGeom prst="line">
            <a:avLst/>
          </a:prstGeom>
          <a:ln w="9525" cap="flat" cmpd="sng">
            <a:solidFill>
              <a:schemeClr val="tx1"/>
            </a:solidFill>
            <a:prstDash val="solid"/>
            <a:headEnd type="none" w="med" len="med"/>
            <a:tailEnd type="none" w="med" len="med"/>
          </a:ln>
        </p:spPr>
      </p:sp>
      <p:sp>
        <p:nvSpPr>
          <p:cNvPr id="36885" name="Line 19"/>
          <p:cNvSpPr/>
          <p:nvPr/>
        </p:nvSpPr>
        <p:spPr>
          <a:xfrm flipH="1">
            <a:off x="2133600" y="838200"/>
            <a:ext cx="762000" cy="685800"/>
          </a:xfrm>
          <a:prstGeom prst="line">
            <a:avLst/>
          </a:prstGeom>
          <a:ln w="9525" cap="flat" cmpd="sng">
            <a:solidFill>
              <a:schemeClr val="tx1"/>
            </a:solidFill>
            <a:prstDash val="solid"/>
            <a:headEnd type="none" w="med" len="med"/>
            <a:tailEnd type="none" w="med" len="med"/>
          </a:ln>
        </p:spPr>
      </p:sp>
      <p:sp>
        <p:nvSpPr>
          <p:cNvPr id="36886" name="Line 20"/>
          <p:cNvSpPr/>
          <p:nvPr/>
        </p:nvSpPr>
        <p:spPr>
          <a:xfrm flipH="1">
            <a:off x="3810000" y="838200"/>
            <a:ext cx="762000" cy="685800"/>
          </a:xfrm>
          <a:prstGeom prst="line">
            <a:avLst/>
          </a:prstGeom>
          <a:ln w="9525" cap="flat" cmpd="sng">
            <a:solidFill>
              <a:schemeClr val="tx1"/>
            </a:solidFill>
            <a:prstDash val="solid"/>
            <a:headEnd type="none" w="med" len="med"/>
            <a:tailEnd type="none" w="med" len="med"/>
          </a:ln>
        </p:spPr>
      </p:sp>
      <p:sp>
        <p:nvSpPr>
          <p:cNvPr id="36887" name="Text Box 21"/>
          <p:cNvSpPr txBox="1"/>
          <p:nvPr/>
        </p:nvSpPr>
        <p:spPr>
          <a:xfrm>
            <a:off x="381000" y="990600"/>
            <a:ext cx="404813"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Font typeface="Arial" panose="020B0604020202020204" pitchFamily="34" charset="0"/>
              <a:buChar char="•"/>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a:spcBef>
                <a:spcPct val="0"/>
              </a:spcBef>
              <a:buFontTx/>
              <a:buNone/>
            </a:pPr>
            <a:r>
              <a:rPr lang="en-US" altLang="en-US" sz="2400" i="1" dirty="0">
                <a:solidFill>
                  <a:srgbClr val="3333FF"/>
                </a:solidFill>
                <a:latin typeface="Times New Roman" panose="02020603050405020304" pitchFamily="18" charset="0"/>
              </a:rPr>
              <a:t>G</a:t>
            </a:r>
            <a:endParaRPr lang="en-US" altLang="en-US" sz="2400" i="1" dirty="0">
              <a:latin typeface="Times New Roman" panose="02020603050405020304" pitchFamily="18" charset="0"/>
            </a:endParaRPr>
          </a:p>
        </p:txBody>
      </p:sp>
      <p:sp>
        <p:nvSpPr>
          <p:cNvPr id="518166" name="Text Box 22"/>
          <p:cNvSpPr txBox="1"/>
          <p:nvPr/>
        </p:nvSpPr>
        <p:spPr>
          <a:xfrm>
            <a:off x="304800" y="2286000"/>
            <a:ext cx="808038" cy="822325"/>
          </a:xfrm>
          <a:prstGeom prst="rect">
            <a:avLst/>
          </a:prstGeom>
          <a:noFill/>
          <a:ln w="9525">
            <a:noFill/>
          </a:ln>
        </p:spPr>
        <p:txBody>
          <a:bodyPr wrap="none">
            <a:spAutoFit/>
          </a:bodyPr>
          <a:lstStyle>
            <a:lvl1pPr marL="342900" indent="-342900" algn="l" rtl="0" eaLnBrk="0" fontAlgn="base" hangingPunct="0">
              <a:spcBef>
                <a:spcPct val="20000"/>
              </a:spcBef>
              <a:spcAft>
                <a:spcPct val="0"/>
              </a:spcAft>
              <a:buFont typeface="Arial" panose="020B0604020202020204" pitchFamily="34" charset="0"/>
              <a:buChar char="•"/>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a:spcBef>
                <a:spcPct val="0"/>
              </a:spcBef>
              <a:buFontTx/>
              <a:buNone/>
            </a:pPr>
            <a:r>
              <a:rPr lang="en-US" altLang="en-US" sz="2400" i="1" dirty="0">
                <a:solidFill>
                  <a:srgbClr val="3333FF"/>
                </a:solidFill>
                <a:latin typeface="Times New Roman" panose="02020603050405020304" pitchFamily="18" charset="0"/>
              </a:rPr>
              <a:t>cycle</a:t>
            </a:r>
          </a:p>
          <a:p>
            <a:pPr marL="0" lvl="0" indent="0">
              <a:spcBef>
                <a:spcPct val="0"/>
              </a:spcBef>
              <a:buFontTx/>
              <a:buNone/>
            </a:pPr>
            <a:r>
              <a:rPr lang="en-US" altLang="en-US" sz="2400" dirty="0">
                <a:latin typeface="Times New Roman" panose="02020603050405020304" pitchFamily="18" charset="0"/>
              </a:rPr>
              <a:t>1231</a:t>
            </a:r>
            <a:endParaRPr lang="en-US" altLang="en-US" sz="2400" i="1" dirty="0">
              <a:solidFill>
                <a:srgbClr val="3333FF"/>
              </a:solidFill>
              <a:latin typeface="Times New Roman" panose="02020603050405020304" pitchFamily="18" charset="0"/>
            </a:endParaRPr>
          </a:p>
        </p:txBody>
      </p:sp>
      <p:sp>
        <p:nvSpPr>
          <p:cNvPr id="518167" name="Oval 23"/>
          <p:cNvSpPr/>
          <p:nvPr/>
        </p:nvSpPr>
        <p:spPr>
          <a:xfrm>
            <a:off x="2057400" y="2209800"/>
            <a:ext cx="76200" cy="76200"/>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Font typeface="Arial" panose="020B0604020202020204" pitchFamily="34" charset="0"/>
              <a:buChar char="•"/>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eaLnBrk="1" hangingPunct="1">
              <a:spcBef>
                <a:spcPct val="0"/>
              </a:spcBef>
              <a:buFontTx/>
              <a:buNone/>
            </a:pPr>
            <a:endParaRPr lang="en-US" altLang="en-US" sz="4400" b="1" dirty="0">
              <a:latin typeface="Arial" panose="020B0604020202020204" pitchFamily="34" charset="0"/>
            </a:endParaRPr>
          </a:p>
        </p:txBody>
      </p:sp>
      <p:sp>
        <p:nvSpPr>
          <p:cNvPr id="518168" name="Oval 24"/>
          <p:cNvSpPr/>
          <p:nvPr/>
        </p:nvSpPr>
        <p:spPr>
          <a:xfrm>
            <a:off x="2895600" y="2209800"/>
            <a:ext cx="76200" cy="76200"/>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Font typeface="Arial" panose="020B0604020202020204" pitchFamily="34" charset="0"/>
              <a:buChar char="•"/>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eaLnBrk="1" hangingPunct="1">
              <a:spcBef>
                <a:spcPct val="0"/>
              </a:spcBef>
              <a:buFontTx/>
              <a:buNone/>
            </a:pPr>
            <a:endParaRPr lang="en-US" altLang="en-US" sz="4400" b="1" dirty="0">
              <a:latin typeface="Arial" panose="020B0604020202020204" pitchFamily="34" charset="0"/>
            </a:endParaRPr>
          </a:p>
        </p:txBody>
      </p:sp>
      <p:sp>
        <p:nvSpPr>
          <p:cNvPr id="518169" name="Oval 25"/>
          <p:cNvSpPr/>
          <p:nvPr/>
        </p:nvSpPr>
        <p:spPr>
          <a:xfrm>
            <a:off x="3733800" y="2209800"/>
            <a:ext cx="76200" cy="76200"/>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Font typeface="Arial" panose="020B0604020202020204" pitchFamily="34" charset="0"/>
              <a:buChar char="•"/>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eaLnBrk="1" hangingPunct="1">
              <a:spcBef>
                <a:spcPct val="0"/>
              </a:spcBef>
              <a:buFontTx/>
              <a:buNone/>
            </a:pPr>
            <a:endParaRPr lang="en-US" altLang="en-US" sz="4400" b="1" dirty="0">
              <a:latin typeface="Arial" panose="020B0604020202020204" pitchFamily="34" charset="0"/>
            </a:endParaRPr>
          </a:p>
        </p:txBody>
      </p:sp>
      <p:sp>
        <p:nvSpPr>
          <p:cNvPr id="518170" name="Oval 26"/>
          <p:cNvSpPr/>
          <p:nvPr/>
        </p:nvSpPr>
        <p:spPr>
          <a:xfrm>
            <a:off x="2057400" y="2971800"/>
            <a:ext cx="76200" cy="76200"/>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Font typeface="Arial" panose="020B0604020202020204" pitchFamily="34" charset="0"/>
              <a:buChar char="•"/>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eaLnBrk="1" hangingPunct="1">
              <a:spcBef>
                <a:spcPct val="0"/>
              </a:spcBef>
              <a:buFontTx/>
              <a:buNone/>
            </a:pPr>
            <a:endParaRPr lang="en-US" altLang="en-US" sz="4400" b="1" dirty="0">
              <a:latin typeface="Arial" panose="020B0604020202020204" pitchFamily="34" charset="0"/>
            </a:endParaRPr>
          </a:p>
        </p:txBody>
      </p:sp>
      <p:sp>
        <p:nvSpPr>
          <p:cNvPr id="518171" name="Oval 27"/>
          <p:cNvSpPr/>
          <p:nvPr/>
        </p:nvSpPr>
        <p:spPr>
          <a:xfrm>
            <a:off x="3733800" y="2971800"/>
            <a:ext cx="76200" cy="76200"/>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Font typeface="Arial" panose="020B0604020202020204" pitchFamily="34" charset="0"/>
              <a:buChar char="•"/>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eaLnBrk="1" hangingPunct="1">
              <a:spcBef>
                <a:spcPct val="0"/>
              </a:spcBef>
              <a:buFontTx/>
              <a:buNone/>
            </a:pPr>
            <a:endParaRPr lang="en-US" altLang="en-US" sz="4400" b="1" dirty="0">
              <a:latin typeface="Arial" panose="020B0604020202020204" pitchFamily="34" charset="0"/>
            </a:endParaRPr>
          </a:p>
        </p:txBody>
      </p:sp>
      <p:sp>
        <p:nvSpPr>
          <p:cNvPr id="518172" name="Oval 28"/>
          <p:cNvSpPr/>
          <p:nvPr/>
        </p:nvSpPr>
        <p:spPr>
          <a:xfrm>
            <a:off x="2895600" y="2971800"/>
            <a:ext cx="76200" cy="76200"/>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Font typeface="Arial" panose="020B0604020202020204" pitchFamily="34" charset="0"/>
              <a:buChar char="•"/>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eaLnBrk="1" hangingPunct="1">
              <a:spcBef>
                <a:spcPct val="0"/>
              </a:spcBef>
              <a:buFontTx/>
              <a:buNone/>
            </a:pPr>
            <a:endParaRPr lang="en-US" altLang="en-US" sz="4400" b="1" dirty="0">
              <a:latin typeface="Arial" panose="020B0604020202020204" pitchFamily="34" charset="0"/>
            </a:endParaRPr>
          </a:p>
        </p:txBody>
      </p:sp>
      <p:sp>
        <p:nvSpPr>
          <p:cNvPr id="518173" name="Oval 29"/>
          <p:cNvSpPr/>
          <p:nvPr/>
        </p:nvSpPr>
        <p:spPr>
          <a:xfrm>
            <a:off x="4572000" y="2971800"/>
            <a:ext cx="76200" cy="76200"/>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Font typeface="Arial" panose="020B0604020202020204" pitchFamily="34" charset="0"/>
              <a:buChar char="•"/>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eaLnBrk="1" hangingPunct="1">
              <a:spcBef>
                <a:spcPct val="0"/>
              </a:spcBef>
              <a:buFontTx/>
              <a:buNone/>
            </a:pPr>
            <a:endParaRPr lang="en-US" altLang="en-US" sz="4400" b="1" dirty="0">
              <a:latin typeface="Arial" panose="020B0604020202020204" pitchFamily="34" charset="0"/>
            </a:endParaRPr>
          </a:p>
        </p:txBody>
      </p:sp>
      <p:sp>
        <p:nvSpPr>
          <p:cNvPr id="518174" name="Oval 30"/>
          <p:cNvSpPr/>
          <p:nvPr/>
        </p:nvSpPr>
        <p:spPr>
          <a:xfrm>
            <a:off x="4572000" y="2209800"/>
            <a:ext cx="76200" cy="76200"/>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Font typeface="Arial" panose="020B0604020202020204" pitchFamily="34" charset="0"/>
              <a:buChar char="•"/>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eaLnBrk="1" hangingPunct="1">
              <a:spcBef>
                <a:spcPct val="0"/>
              </a:spcBef>
              <a:buFontTx/>
              <a:buNone/>
            </a:pPr>
            <a:endParaRPr lang="en-US" altLang="en-US" sz="4400" b="1" dirty="0">
              <a:latin typeface="Arial" panose="020B0604020202020204" pitchFamily="34" charset="0"/>
            </a:endParaRPr>
          </a:p>
        </p:txBody>
      </p:sp>
      <p:sp>
        <p:nvSpPr>
          <p:cNvPr id="518175" name="Line 31"/>
          <p:cNvSpPr/>
          <p:nvPr/>
        </p:nvSpPr>
        <p:spPr>
          <a:xfrm>
            <a:off x="2133600" y="2286000"/>
            <a:ext cx="762000" cy="0"/>
          </a:xfrm>
          <a:prstGeom prst="line">
            <a:avLst/>
          </a:prstGeom>
          <a:ln w="9525" cap="flat" cmpd="sng">
            <a:solidFill>
              <a:schemeClr val="tx1"/>
            </a:solidFill>
            <a:prstDash val="solid"/>
            <a:headEnd type="none" w="med" len="med"/>
            <a:tailEnd type="none" w="med" len="med"/>
          </a:ln>
        </p:spPr>
      </p:sp>
      <p:sp>
        <p:nvSpPr>
          <p:cNvPr id="518176" name="Line 32"/>
          <p:cNvSpPr/>
          <p:nvPr/>
        </p:nvSpPr>
        <p:spPr>
          <a:xfrm>
            <a:off x="2971800" y="2286000"/>
            <a:ext cx="762000" cy="0"/>
          </a:xfrm>
          <a:prstGeom prst="line">
            <a:avLst/>
          </a:prstGeom>
          <a:ln w="9525" cap="flat" cmpd="sng">
            <a:solidFill>
              <a:schemeClr val="tx1"/>
            </a:solidFill>
            <a:prstDash val="solid"/>
            <a:headEnd type="none" w="med" len="med"/>
            <a:tailEnd type="none" w="med" len="med"/>
          </a:ln>
        </p:spPr>
      </p:sp>
      <p:sp>
        <p:nvSpPr>
          <p:cNvPr id="518177" name="Line 33"/>
          <p:cNvSpPr/>
          <p:nvPr/>
        </p:nvSpPr>
        <p:spPr>
          <a:xfrm>
            <a:off x="2971800" y="2971800"/>
            <a:ext cx="762000" cy="0"/>
          </a:xfrm>
          <a:prstGeom prst="line">
            <a:avLst/>
          </a:prstGeom>
          <a:ln w="9525" cap="flat" cmpd="sng">
            <a:solidFill>
              <a:schemeClr val="tx1"/>
            </a:solidFill>
            <a:prstDash val="solid"/>
            <a:headEnd type="none" w="med" len="med"/>
            <a:tailEnd type="none" w="med" len="med"/>
          </a:ln>
        </p:spPr>
      </p:sp>
      <p:sp>
        <p:nvSpPr>
          <p:cNvPr id="518178" name="Line 34"/>
          <p:cNvSpPr/>
          <p:nvPr/>
        </p:nvSpPr>
        <p:spPr>
          <a:xfrm>
            <a:off x="3810000" y="2971800"/>
            <a:ext cx="762000" cy="0"/>
          </a:xfrm>
          <a:prstGeom prst="line">
            <a:avLst/>
          </a:prstGeom>
          <a:ln w="9525" cap="flat" cmpd="sng">
            <a:solidFill>
              <a:schemeClr val="tx1"/>
            </a:solidFill>
            <a:prstDash val="solid"/>
            <a:headEnd type="none" w="med" len="med"/>
            <a:tailEnd type="none" w="med" len="med"/>
          </a:ln>
        </p:spPr>
      </p:sp>
      <p:sp>
        <p:nvSpPr>
          <p:cNvPr id="518179" name="Line 35"/>
          <p:cNvSpPr/>
          <p:nvPr/>
        </p:nvSpPr>
        <p:spPr>
          <a:xfrm>
            <a:off x="2133600" y="2286000"/>
            <a:ext cx="0" cy="685800"/>
          </a:xfrm>
          <a:prstGeom prst="line">
            <a:avLst/>
          </a:prstGeom>
          <a:ln w="9525" cap="flat" cmpd="sng">
            <a:solidFill>
              <a:schemeClr val="tx1"/>
            </a:solidFill>
            <a:prstDash val="solid"/>
            <a:headEnd type="none" w="med" len="med"/>
            <a:tailEnd type="none" w="med" len="med"/>
          </a:ln>
        </p:spPr>
      </p:sp>
      <p:sp>
        <p:nvSpPr>
          <p:cNvPr id="518180" name="Line 36"/>
          <p:cNvSpPr/>
          <p:nvPr/>
        </p:nvSpPr>
        <p:spPr>
          <a:xfrm>
            <a:off x="4572000" y="2286000"/>
            <a:ext cx="0" cy="685800"/>
          </a:xfrm>
          <a:prstGeom prst="line">
            <a:avLst/>
          </a:prstGeom>
          <a:ln w="9525" cap="flat" cmpd="sng">
            <a:solidFill>
              <a:schemeClr val="tx1"/>
            </a:solidFill>
            <a:prstDash val="solid"/>
            <a:headEnd type="none" w="med" len="med"/>
            <a:tailEnd type="none" w="med" len="med"/>
          </a:ln>
        </p:spPr>
      </p:sp>
      <p:sp>
        <p:nvSpPr>
          <p:cNvPr id="518181" name="Line 37"/>
          <p:cNvSpPr/>
          <p:nvPr/>
        </p:nvSpPr>
        <p:spPr>
          <a:xfrm>
            <a:off x="2971800" y="2286000"/>
            <a:ext cx="0" cy="685800"/>
          </a:xfrm>
          <a:prstGeom prst="line">
            <a:avLst/>
          </a:prstGeom>
          <a:ln w="9525" cap="flat" cmpd="sng">
            <a:solidFill>
              <a:schemeClr val="tx1"/>
            </a:solidFill>
            <a:prstDash val="solid"/>
            <a:headEnd type="none" w="med" len="med"/>
            <a:tailEnd type="none" w="med" len="med"/>
          </a:ln>
        </p:spPr>
      </p:sp>
      <p:sp>
        <p:nvSpPr>
          <p:cNvPr id="518182" name="Line 38"/>
          <p:cNvSpPr/>
          <p:nvPr/>
        </p:nvSpPr>
        <p:spPr>
          <a:xfrm>
            <a:off x="3733800" y="2286000"/>
            <a:ext cx="0" cy="685800"/>
          </a:xfrm>
          <a:prstGeom prst="line">
            <a:avLst/>
          </a:prstGeom>
          <a:ln w="9525" cap="flat" cmpd="sng">
            <a:solidFill>
              <a:schemeClr val="tx1"/>
            </a:solidFill>
            <a:prstDash val="solid"/>
            <a:headEnd type="none" w="med" len="med"/>
            <a:tailEnd type="none" w="med" len="med"/>
          </a:ln>
        </p:spPr>
      </p:sp>
      <p:sp>
        <p:nvSpPr>
          <p:cNvPr id="518183" name="Line 39"/>
          <p:cNvSpPr/>
          <p:nvPr/>
        </p:nvSpPr>
        <p:spPr>
          <a:xfrm flipH="1">
            <a:off x="2133600" y="2286000"/>
            <a:ext cx="762000" cy="685800"/>
          </a:xfrm>
          <a:prstGeom prst="line">
            <a:avLst/>
          </a:prstGeom>
          <a:ln w="9525" cap="flat" cmpd="sng">
            <a:solidFill>
              <a:schemeClr val="tx1"/>
            </a:solidFill>
            <a:prstDash val="solid"/>
            <a:headEnd type="none" w="med" len="med"/>
            <a:tailEnd type="none" w="med" len="med"/>
          </a:ln>
        </p:spPr>
      </p:sp>
      <p:sp>
        <p:nvSpPr>
          <p:cNvPr id="518184" name="Line 40"/>
          <p:cNvSpPr/>
          <p:nvPr/>
        </p:nvSpPr>
        <p:spPr>
          <a:xfrm flipH="1">
            <a:off x="3810000" y="2286000"/>
            <a:ext cx="762000" cy="685800"/>
          </a:xfrm>
          <a:prstGeom prst="line">
            <a:avLst/>
          </a:prstGeom>
          <a:ln w="9525" cap="flat" cmpd="sng">
            <a:solidFill>
              <a:schemeClr val="tx1"/>
            </a:solidFill>
            <a:prstDash val="solid"/>
            <a:headEnd type="none" w="med" len="med"/>
            <a:tailEnd type="none" w="med" len="med"/>
          </a:ln>
        </p:spPr>
      </p:sp>
      <p:sp>
        <p:nvSpPr>
          <p:cNvPr id="518185" name="Line 41"/>
          <p:cNvSpPr/>
          <p:nvPr/>
        </p:nvSpPr>
        <p:spPr>
          <a:xfrm>
            <a:off x="2133600" y="2286000"/>
            <a:ext cx="0" cy="685800"/>
          </a:xfrm>
          <a:prstGeom prst="line">
            <a:avLst/>
          </a:prstGeom>
          <a:ln w="38100" cap="flat" cmpd="sng">
            <a:solidFill>
              <a:srgbClr val="FF3300"/>
            </a:solidFill>
            <a:prstDash val="solid"/>
            <a:headEnd type="none" w="med" len="med"/>
            <a:tailEnd type="none" w="med" len="med"/>
          </a:ln>
        </p:spPr>
      </p:sp>
      <p:sp>
        <p:nvSpPr>
          <p:cNvPr id="518186" name="Line 42"/>
          <p:cNvSpPr/>
          <p:nvPr/>
        </p:nvSpPr>
        <p:spPr>
          <a:xfrm flipH="1">
            <a:off x="2133600" y="2286000"/>
            <a:ext cx="762000" cy="685800"/>
          </a:xfrm>
          <a:prstGeom prst="line">
            <a:avLst/>
          </a:prstGeom>
          <a:ln w="38100" cap="flat" cmpd="sng">
            <a:solidFill>
              <a:srgbClr val="FF3300"/>
            </a:solidFill>
            <a:prstDash val="solid"/>
            <a:headEnd type="none" w="med" len="med"/>
            <a:tailEnd type="none" w="med" len="med"/>
          </a:ln>
        </p:spPr>
      </p:sp>
      <p:sp>
        <p:nvSpPr>
          <p:cNvPr id="518187" name="Line 43"/>
          <p:cNvSpPr/>
          <p:nvPr/>
        </p:nvSpPr>
        <p:spPr>
          <a:xfrm>
            <a:off x="2133600" y="2286000"/>
            <a:ext cx="762000" cy="0"/>
          </a:xfrm>
          <a:prstGeom prst="line">
            <a:avLst/>
          </a:prstGeom>
          <a:ln w="38100" cap="flat" cmpd="sng">
            <a:solidFill>
              <a:srgbClr val="FF3300"/>
            </a:solidFill>
            <a:prstDash val="solid"/>
            <a:headEnd type="none" w="med" len="med"/>
            <a:tailEnd type="none" w="med" len="med"/>
          </a:ln>
        </p:spPr>
      </p:sp>
      <p:sp>
        <p:nvSpPr>
          <p:cNvPr id="518188" name="Text Box 44"/>
          <p:cNvSpPr txBox="1"/>
          <p:nvPr/>
        </p:nvSpPr>
        <p:spPr>
          <a:xfrm>
            <a:off x="5410200" y="2438400"/>
            <a:ext cx="404813"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Font typeface="Arial" panose="020B0604020202020204" pitchFamily="34" charset="0"/>
              <a:buChar char="•"/>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a:spcBef>
                <a:spcPct val="0"/>
              </a:spcBef>
              <a:buFontTx/>
              <a:buNone/>
            </a:pPr>
            <a:r>
              <a:rPr lang="en-US" altLang="en-US" sz="2400" i="1" dirty="0">
                <a:solidFill>
                  <a:srgbClr val="3333FF"/>
                </a:solidFill>
                <a:latin typeface="Times New Roman" panose="02020603050405020304" pitchFamily="18" charset="0"/>
              </a:rPr>
              <a:t>H</a:t>
            </a:r>
            <a:endParaRPr lang="en-US" altLang="en-US" sz="2400" dirty="0">
              <a:latin typeface="Times New Roman" panose="02020603050405020304" pitchFamily="18" charset="0"/>
            </a:endParaRPr>
          </a:p>
        </p:txBody>
      </p:sp>
      <p:sp>
        <p:nvSpPr>
          <p:cNvPr id="518189" name="Oval 45"/>
          <p:cNvSpPr/>
          <p:nvPr/>
        </p:nvSpPr>
        <p:spPr>
          <a:xfrm>
            <a:off x="6350000" y="2209800"/>
            <a:ext cx="76200" cy="76200"/>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Font typeface="Arial" panose="020B0604020202020204" pitchFamily="34" charset="0"/>
              <a:buChar char="•"/>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eaLnBrk="1" hangingPunct="1">
              <a:spcBef>
                <a:spcPct val="0"/>
              </a:spcBef>
              <a:buFontTx/>
              <a:buNone/>
            </a:pPr>
            <a:endParaRPr lang="en-US" altLang="en-US" sz="4400" b="1" dirty="0">
              <a:latin typeface="Arial" panose="020B0604020202020204" pitchFamily="34" charset="0"/>
            </a:endParaRPr>
          </a:p>
        </p:txBody>
      </p:sp>
      <p:sp>
        <p:nvSpPr>
          <p:cNvPr id="518190" name="Oval 46"/>
          <p:cNvSpPr/>
          <p:nvPr/>
        </p:nvSpPr>
        <p:spPr>
          <a:xfrm>
            <a:off x="7188200" y="2209800"/>
            <a:ext cx="76200" cy="76200"/>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Font typeface="Arial" panose="020B0604020202020204" pitchFamily="34" charset="0"/>
              <a:buChar char="•"/>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eaLnBrk="1" hangingPunct="1">
              <a:spcBef>
                <a:spcPct val="0"/>
              </a:spcBef>
              <a:buFontTx/>
              <a:buNone/>
            </a:pPr>
            <a:endParaRPr lang="en-US" altLang="en-US" sz="4400" b="1" dirty="0">
              <a:latin typeface="Arial" panose="020B0604020202020204" pitchFamily="34" charset="0"/>
            </a:endParaRPr>
          </a:p>
        </p:txBody>
      </p:sp>
      <p:sp>
        <p:nvSpPr>
          <p:cNvPr id="518191" name="Oval 47"/>
          <p:cNvSpPr/>
          <p:nvPr/>
        </p:nvSpPr>
        <p:spPr>
          <a:xfrm>
            <a:off x="8026400" y="2209800"/>
            <a:ext cx="76200" cy="76200"/>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Font typeface="Arial" panose="020B0604020202020204" pitchFamily="34" charset="0"/>
              <a:buChar char="•"/>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eaLnBrk="1" hangingPunct="1">
              <a:spcBef>
                <a:spcPct val="0"/>
              </a:spcBef>
              <a:buFontTx/>
              <a:buNone/>
            </a:pPr>
            <a:endParaRPr lang="en-US" altLang="en-US" sz="4400" b="1" dirty="0">
              <a:latin typeface="Arial" panose="020B0604020202020204" pitchFamily="34" charset="0"/>
            </a:endParaRPr>
          </a:p>
        </p:txBody>
      </p:sp>
      <p:sp>
        <p:nvSpPr>
          <p:cNvPr id="518192" name="Oval 48"/>
          <p:cNvSpPr/>
          <p:nvPr/>
        </p:nvSpPr>
        <p:spPr>
          <a:xfrm>
            <a:off x="6350000" y="2971800"/>
            <a:ext cx="76200" cy="76200"/>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Font typeface="Arial" panose="020B0604020202020204" pitchFamily="34" charset="0"/>
              <a:buChar char="•"/>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eaLnBrk="1" hangingPunct="1">
              <a:spcBef>
                <a:spcPct val="0"/>
              </a:spcBef>
              <a:buFontTx/>
              <a:buNone/>
            </a:pPr>
            <a:endParaRPr lang="en-US" altLang="en-US" sz="4400" b="1" dirty="0">
              <a:latin typeface="Arial" panose="020B0604020202020204" pitchFamily="34" charset="0"/>
            </a:endParaRPr>
          </a:p>
        </p:txBody>
      </p:sp>
      <p:sp>
        <p:nvSpPr>
          <p:cNvPr id="518193" name="Oval 49"/>
          <p:cNvSpPr/>
          <p:nvPr/>
        </p:nvSpPr>
        <p:spPr>
          <a:xfrm>
            <a:off x="8026400" y="2971800"/>
            <a:ext cx="76200" cy="76200"/>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Font typeface="Arial" panose="020B0604020202020204" pitchFamily="34" charset="0"/>
              <a:buChar char="•"/>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eaLnBrk="1" hangingPunct="1">
              <a:spcBef>
                <a:spcPct val="0"/>
              </a:spcBef>
              <a:buFontTx/>
              <a:buNone/>
            </a:pPr>
            <a:endParaRPr lang="en-US" altLang="en-US" sz="4400" b="1" dirty="0">
              <a:latin typeface="Arial" panose="020B0604020202020204" pitchFamily="34" charset="0"/>
            </a:endParaRPr>
          </a:p>
        </p:txBody>
      </p:sp>
      <p:sp>
        <p:nvSpPr>
          <p:cNvPr id="518194" name="Oval 50"/>
          <p:cNvSpPr/>
          <p:nvPr/>
        </p:nvSpPr>
        <p:spPr>
          <a:xfrm>
            <a:off x="7188200" y="2971800"/>
            <a:ext cx="76200" cy="76200"/>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Font typeface="Arial" panose="020B0604020202020204" pitchFamily="34" charset="0"/>
              <a:buChar char="•"/>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eaLnBrk="1" hangingPunct="1">
              <a:spcBef>
                <a:spcPct val="0"/>
              </a:spcBef>
              <a:buFontTx/>
              <a:buNone/>
            </a:pPr>
            <a:endParaRPr lang="en-US" altLang="en-US" sz="4400" b="1" dirty="0">
              <a:latin typeface="Arial" panose="020B0604020202020204" pitchFamily="34" charset="0"/>
            </a:endParaRPr>
          </a:p>
        </p:txBody>
      </p:sp>
      <p:sp>
        <p:nvSpPr>
          <p:cNvPr id="518195" name="Oval 51"/>
          <p:cNvSpPr/>
          <p:nvPr/>
        </p:nvSpPr>
        <p:spPr>
          <a:xfrm>
            <a:off x="8864600" y="2971800"/>
            <a:ext cx="76200" cy="76200"/>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Font typeface="Arial" panose="020B0604020202020204" pitchFamily="34" charset="0"/>
              <a:buChar char="•"/>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eaLnBrk="1" hangingPunct="1">
              <a:spcBef>
                <a:spcPct val="0"/>
              </a:spcBef>
              <a:buFontTx/>
              <a:buNone/>
            </a:pPr>
            <a:endParaRPr lang="en-US" altLang="en-US" sz="4400" b="1" dirty="0">
              <a:latin typeface="Arial" panose="020B0604020202020204" pitchFamily="34" charset="0"/>
            </a:endParaRPr>
          </a:p>
        </p:txBody>
      </p:sp>
      <p:sp>
        <p:nvSpPr>
          <p:cNvPr id="518196" name="Oval 52"/>
          <p:cNvSpPr/>
          <p:nvPr/>
        </p:nvSpPr>
        <p:spPr>
          <a:xfrm>
            <a:off x="8864600" y="2209800"/>
            <a:ext cx="76200" cy="76200"/>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Font typeface="Arial" panose="020B0604020202020204" pitchFamily="34" charset="0"/>
              <a:buChar char="•"/>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eaLnBrk="1" hangingPunct="1">
              <a:spcBef>
                <a:spcPct val="0"/>
              </a:spcBef>
              <a:buFontTx/>
              <a:buNone/>
            </a:pPr>
            <a:endParaRPr lang="en-US" altLang="en-US" sz="4400" b="1" dirty="0">
              <a:latin typeface="Arial" panose="020B0604020202020204" pitchFamily="34" charset="0"/>
            </a:endParaRPr>
          </a:p>
        </p:txBody>
      </p:sp>
      <p:sp>
        <p:nvSpPr>
          <p:cNvPr id="518197" name="Line 53"/>
          <p:cNvSpPr/>
          <p:nvPr/>
        </p:nvSpPr>
        <p:spPr>
          <a:xfrm>
            <a:off x="7264400" y="2286000"/>
            <a:ext cx="762000" cy="0"/>
          </a:xfrm>
          <a:prstGeom prst="line">
            <a:avLst/>
          </a:prstGeom>
          <a:ln w="9525" cap="flat" cmpd="sng">
            <a:solidFill>
              <a:schemeClr val="tx1"/>
            </a:solidFill>
            <a:prstDash val="solid"/>
            <a:headEnd type="none" w="med" len="med"/>
            <a:tailEnd type="none" w="med" len="med"/>
          </a:ln>
        </p:spPr>
      </p:sp>
      <p:sp>
        <p:nvSpPr>
          <p:cNvPr id="518198" name="Line 54"/>
          <p:cNvSpPr/>
          <p:nvPr/>
        </p:nvSpPr>
        <p:spPr>
          <a:xfrm>
            <a:off x="7264400" y="2971800"/>
            <a:ext cx="762000" cy="0"/>
          </a:xfrm>
          <a:prstGeom prst="line">
            <a:avLst/>
          </a:prstGeom>
          <a:ln w="9525" cap="flat" cmpd="sng">
            <a:solidFill>
              <a:schemeClr val="tx1"/>
            </a:solidFill>
            <a:prstDash val="solid"/>
            <a:headEnd type="none" w="med" len="med"/>
            <a:tailEnd type="none" w="med" len="med"/>
          </a:ln>
        </p:spPr>
      </p:sp>
      <p:sp>
        <p:nvSpPr>
          <p:cNvPr id="518199" name="Line 55"/>
          <p:cNvSpPr/>
          <p:nvPr/>
        </p:nvSpPr>
        <p:spPr>
          <a:xfrm>
            <a:off x="8102600" y="2971800"/>
            <a:ext cx="762000" cy="0"/>
          </a:xfrm>
          <a:prstGeom prst="line">
            <a:avLst/>
          </a:prstGeom>
          <a:ln w="9525" cap="flat" cmpd="sng">
            <a:solidFill>
              <a:schemeClr val="tx1"/>
            </a:solidFill>
            <a:prstDash val="solid"/>
            <a:headEnd type="none" w="med" len="med"/>
            <a:tailEnd type="none" w="med" len="med"/>
          </a:ln>
        </p:spPr>
      </p:sp>
      <p:sp>
        <p:nvSpPr>
          <p:cNvPr id="518200" name="Line 56"/>
          <p:cNvSpPr/>
          <p:nvPr/>
        </p:nvSpPr>
        <p:spPr>
          <a:xfrm>
            <a:off x="8864600" y="2286000"/>
            <a:ext cx="0" cy="685800"/>
          </a:xfrm>
          <a:prstGeom prst="line">
            <a:avLst/>
          </a:prstGeom>
          <a:ln w="9525" cap="flat" cmpd="sng">
            <a:solidFill>
              <a:schemeClr val="tx1"/>
            </a:solidFill>
            <a:prstDash val="solid"/>
            <a:headEnd type="none" w="med" len="med"/>
            <a:tailEnd type="none" w="med" len="med"/>
          </a:ln>
        </p:spPr>
      </p:sp>
      <p:sp>
        <p:nvSpPr>
          <p:cNvPr id="518201" name="Line 57"/>
          <p:cNvSpPr/>
          <p:nvPr/>
        </p:nvSpPr>
        <p:spPr>
          <a:xfrm>
            <a:off x="7264400" y="2286000"/>
            <a:ext cx="0" cy="685800"/>
          </a:xfrm>
          <a:prstGeom prst="line">
            <a:avLst/>
          </a:prstGeom>
          <a:ln w="9525" cap="flat" cmpd="sng">
            <a:solidFill>
              <a:schemeClr val="tx1"/>
            </a:solidFill>
            <a:prstDash val="solid"/>
            <a:headEnd type="none" w="med" len="med"/>
            <a:tailEnd type="none" w="med" len="med"/>
          </a:ln>
        </p:spPr>
      </p:sp>
      <p:sp>
        <p:nvSpPr>
          <p:cNvPr id="518202" name="Line 58"/>
          <p:cNvSpPr/>
          <p:nvPr/>
        </p:nvSpPr>
        <p:spPr>
          <a:xfrm>
            <a:off x="8026400" y="2286000"/>
            <a:ext cx="0" cy="685800"/>
          </a:xfrm>
          <a:prstGeom prst="line">
            <a:avLst/>
          </a:prstGeom>
          <a:ln w="9525" cap="flat" cmpd="sng">
            <a:solidFill>
              <a:schemeClr val="tx1"/>
            </a:solidFill>
            <a:prstDash val="solid"/>
            <a:headEnd type="none" w="med" len="med"/>
            <a:tailEnd type="none" w="med" len="med"/>
          </a:ln>
        </p:spPr>
      </p:sp>
      <p:sp>
        <p:nvSpPr>
          <p:cNvPr id="518203" name="Line 59"/>
          <p:cNvSpPr/>
          <p:nvPr/>
        </p:nvSpPr>
        <p:spPr>
          <a:xfrm flipH="1">
            <a:off x="8102600" y="2286000"/>
            <a:ext cx="762000" cy="685800"/>
          </a:xfrm>
          <a:prstGeom prst="line">
            <a:avLst/>
          </a:prstGeom>
          <a:ln w="9525" cap="flat" cmpd="sng">
            <a:solidFill>
              <a:schemeClr val="tx1"/>
            </a:solidFill>
            <a:prstDash val="solid"/>
            <a:headEnd type="none" w="med" len="med"/>
            <a:tailEnd type="none" w="med" len="med"/>
          </a:ln>
        </p:spPr>
      </p:sp>
      <p:sp>
        <p:nvSpPr>
          <p:cNvPr id="36926" name="Text Box 60"/>
          <p:cNvSpPr txBox="1"/>
          <p:nvPr/>
        </p:nvSpPr>
        <p:spPr>
          <a:xfrm>
            <a:off x="1981200" y="457200"/>
            <a:ext cx="2870200" cy="1465263"/>
          </a:xfrm>
          <a:prstGeom prst="rect">
            <a:avLst/>
          </a:prstGeom>
          <a:noFill/>
          <a:ln w="9525">
            <a:noFill/>
          </a:ln>
        </p:spPr>
        <p:txBody>
          <a:bodyPr wrap="none">
            <a:spAutoFit/>
          </a:bodyPr>
          <a:lstStyle>
            <a:lvl1pPr marL="342900" indent="-342900" algn="l" rtl="0" eaLnBrk="0" fontAlgn="base" hangingPunct="0">
              <a:spcBef>
                <a:spcPct val="20000"/>
              </a:spcBef>
              <a:spcAft>
                <a:spcPct val="0"/>
              </a:spcAft>
              <a:buFont typeface="Arial" panose="020B0604020202020204" pitchFamily="34" charset="0"/>
              <a:buChar char="•"/>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a:spcBef>
                <a:spcPct val="0"/>
              </a:spcBef>
              <a:buFontTx/>
              <a:buNone/>
            </a:pPr>
            <a:r>
              <a:rPr lang="en-US" altLang="en-US" sz="1800" dirty="0">
                <a:latin typeface="Times New Roman" panose="02020603050405020304" pitchFamily="18" charset="0"/>
              </a:rPr>
              <a:t>1            3            5            7   </a:t>
            </a:r>
          </a:p>
          <a:p>
            <a:pPr marL="0" lvl="0" indent="0">
              <a:spcBef>
                <a:spcPct val="0"/>
              </a:spcBef>
              <a:buFontTx/>
              <a:buNone/>
            </a:pPr>
            <a:endParaRPr lang="en-US" altLang="en-US" sz="1800" dirty="0">
              <a:latin typeface="Times New Roman" panose="02020603050405020304" pitchFamily="18" charset="0"/>
            </a:endParaRPr>
          </a:p>
          <a:p>
            <a:pPr marL="0" lvl="0" indent="0">
              <a:spcBef>
                <a:spcPct val="0"/>
              </a:spcBef>
              <a:buFontTx/>
              <a:buNone/>
            </a:pPr>
            <a:endParaRPr lang="en-US" altLang="en-US" sz="1800" dirty="0">
              <a:latin typeface="Times New Roman" panose="02020603050405020304" pitchFamily="18" charset="0"/>
            </a:endParaRPr>
          </a:p>
          <a:p>
            <a:pPr marL="0" lvl="0" indent="0">
              <a:spcBef>
                <a:spcPct val="0"/>
              </a:spcBef>
              <a:buFontTx/>
              <a:buNone/>
            </a:pPr>
            <a:endParaRPr lang="en-US" altLang="en-US" sz="1800" dirty="0">
              <a:latin typeface="Times New Roman" panose="02020603050405020304" pitchFamily="18" charset="0"/>
            </a:endParaRPr>
          </a:p>
          <a:p>
            <a:pPr marL="0" lvl="0" indent="0">
              <a:spcBef>
                <a:spcPct val="0"/>
              </a:spcBef>
              <a:buFontTx/>
              <a:buNone/>
            </a:pPr>
            <a:r>
              <a:rPr lang="en-US" altLang="en-US" sz="1800" dirty="0">
                <a:latin typeface="Times New Roman" panose="02020603050405020304" pitchFamily="18" charset="0"/>
              </a:rPr>
              <a:t>2            4            6             8</a:t>
            </a:r>
          </a:p>
        </p:txBody>
      </p:sp>
      <p:sp>
        <p:nvSpPr>
          <p:cNvPr id="36927" name="Text Box 61"/>
          <p:cNvSpPr txBox="1"/>
          <p:nvPr/>
        </p:nvSpPr>
        <p:spPr>
          <a:xfrm>
            <a:off x="1981200" y="1905000"/>
            <a:ext cx="2895600" cy="1465263"/>
          </a:xfrm>
          <a:prstGeom prst="rect">
            <a:avLst/>
          </a:prstGeom>
          <a:noFill/>
          <a:ln w="9525">
            <a:noFill/>
          </a:ln>
        </p:spPr>
        <p:txBody>
          <a:bodyPr>
            <a:spAutoFit/>
          </a:bodyPr>
          <a:lstStyle>
            <a:lvl1pPr marL="342900" indent="-342900" algn="l" rtl="0" eaLnBrk="0" fontAlgn="base" hangingPunct="0">
              <a:spcBef>
                <a:spcPct val="20000"/>
              </a:spcBef>
              <a:spcAft>
                <a:spcPct val="0"/>
              </a:spcAft>
              <a:buFont typeface="Arial" panose="020B0604020202020204" pitchFamily="34" charset="0"/>
              <a:buChar char="•"/>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a:spcBef>
                <a:spcPct val="0"/>
              </a:spcBef>
              <a:buFontTx/>
              <a:buNone/>
            </a:pPr>
            <a:r>
              <a:rPr lang="en-US" altLang="en-US" sz="1800" dirty="0">
                <a:latin typeface="Times New Roman" panose="02020603050405020304" pitchFamily="18" charset="0"/>
              </a:rPr>
              <a:t>1            3            5            7   </a:t>
            </a:r>
          </a:p>
          <a:p>
            <a:pPr marL="0" lvl="0" indent="0">
              <a:spcBef>
                <a:spcPct val="0"/>
              </a:spcBef>
              <a:buFontTx/>
              <a:buNone/>
            </a:pPr>
            <a:r>
              <a:rPr lang="en-US" altLang="en-US" sz="1800" dirty="0">
                <a:latin typeface="Times New Roman" panose="02020603050405020304" pitchFamily="18" charset="0"/>
              </a:rPr>
              <a:t>	</a:t>
            </a:r>
          </a:p>
          <a:p>
            <a:pPr marL="0" lvl="0" indent="0">
              <a:spcBef>
                <a:spcPct val="0"/>
              </a:spcBef>
              <a:buFontTx/>
              <a:buNone/>
            </a:pPr>
            <a:r>
              <a:rPr lang="en-US" altLang="en-US" sz="1800" dirty="0">
                <a:latin typeface="Times New Roman" panose="02020603050405020304" pitchFamily="18" charset="0"/>
              </a:rPr>
              <a:t>		</a:t>
            </a:r>
          </a:p>
          <a:p>
            <a:pPr marL="0" lvl="0" indent="0">
              <a:spcBef>
                <a:spcPct val="0"/>
              </a:spcBef>
              <a:buFontTx/>
              <a:buNone/>
            </a:pPr>
            <a:endParaRPr lang="en-US" altLang="en-US" sz="1800" dirty="0">
              <a:latin typeface="Times New Roman" panose="02020603050405020304" pitchFamily="18" charset="0"/>
            </a:endParaRPr>
          </a:p>
          <a:p>
            <a:pPr marL="0" lvl="0" indent="0">
              <a:spcBef>
                <a:spcPct val="0"/>
              </a:spcBef>
              <a:buFontTx/>
              <a:buNone/>
            </a:pPr>
            <a:r>
              <a:rPr lang="en-US" altLang="en-US" sz="1800" dirty="0">
                <a:latin typeface="Times New Roman" panose="02020603050405020304" pitchFamily="18" charset="0"/>
              </a:rPr>
              <a:t>2            4            6             8</a:t>
            </a:r>
          </a:p>
        </p:txBody>
      </p:sp>
      <p:sp>
        <p:nvSpPr>
          <p:cNvPr id="518206" name="Text Box 62"/>
          <p:cNvSpPr txBox="1">
            <a:spLocks noChangeArrowheads="1"/>
          </p:cNvSpPr>
          <p:nvPr/>
        </p:nvSpPr>
        <p:spPr bwMode="auto">
          <a:xfrm>
            <a:off x="6273800" y="1905000"/>
            <a:ext cx="2870200" cy="1465263"/>
          </a:xfrm>
          <a:prstGeom prst="rect">
            <a:avLst/>
          </a:prstGeom>
          <a:noFill/>
          <a:ln w="9525">
            <a:noFill/>
            <a:miter lim="800000"/>
          </a:ln>
          <a:effectLst/>
        </p:spPr>
        <p:txBody>
          <a:bodyPr wrap="none">
            <a:spAutoFit/>
          </a:bodyPr>
          <a:lstStyle/>
          <a:p>
            <a:pPr marR="0" defTabSz="914400">
              <a:buClrTx/>
              <a:buSzTx/>
              <a:buFontTx/>
              <a:buNone/>
              <a:defRPr/>
            </a:pPr>
            <a:r>
              <a:rPr kumimoji="0" lang="en-US" sz="1800" b="0" kern="1200" cap="none" spc="0" normalizeH="0" baseline="0" noProof="0">
                <a:latin typeface="Times New Roman" panose="02020603050405020304" pitchFamily="18" charset="0"/>
                <a:ea typeface="+mn-ea"/>
                <a:cs typeface="+mn-cs"/>
              </a:rPr>
              <a:t>1            </a:t>
            </a:r>
            <a:r>
              <a:rPr kumimoji="0" lang="en-US" sz="1800" kern="1200" cap="none" spc="0" normalizeH="0" baseline="0" noProof="0">
                <a:solidFill>
                  <a:srgbClr val="FF3300"/>
                </a:solidFill>
                <a:effectLst>
                  <a:outerShdw blurRad="38100" dist="38100" dir="2700000" algn="tl">
                    <a:srgbClr val="C0C0C0"/>
                  </a:outerShdw>
                </a:effectLst>
                <a:latin typeface="Times New Roman" panose="02020603050405020304" pitchFamily="18" charset="0"/>
                <a:ea typeface="+mn-ea"/>
                <a:cs typeface="+mn-cs"/>
              </a:rPr>
              <a:t>3</a:t>
            </a:r>
            <a:r>
              <a:rPr kumimoji="0" lang="en-US" sz="1800" b="0" kern="1200" cap="none" spc="0" normalizeH="0" baseline="0" noProof="0">
                <a:latin typeface="Times New Roman" panose="02020603050405020304" pitchFamily="18" charset="0"/>
                <a:ea typeface="+mn-ea"/>
                <a:cs typeface="+mn-cs"/>
              </a:rPr>
              <a:t>            5            7   </a:t>
            </a:r>
          </a:p>
          <a:p>
            <a:pPr marR="0" defTabSz="914400">
              <a:buClrTx/>
              <a:buSzTx/>
              <a:buFontTx/>
              <a:buNone/>
              <a:defRPr/>
            </a:pPr>
            <a:endParaRPr kumimoji="0" lang="en-US" sz="1800" b="0" kern="1200" cap="none" spc="0" normalizeH="0" baseline="0" noProof="0">
              <a:latin typeface="Times New Roman" panose="02020603050405020304" pitchFamily="18" charset="0"/>
              <a:ea typeface="+mn-ea"/>
              <a:cs typeface="+mn-cs"/>
            </a:endParaRPr>
          </a:p>
          <a:p>
            <a:pPr marR="0" defTabSz="914400">
              <a:buClrTx/>
              <a:buSzTx/>
              <a:buFontTx/>
              <a:buNone/>
              <a:defRPr/>
            </a:pPr>
            <a:endParaRPr kumimoji="0" lang="en-US" sz="1800" b="0" kern="1200" cap="none" spc="0" normalizeH="0" baseline="0" noProof="0">
              <a:latin typeface="Times New Roman" panose="02020603050405020304" pitchFamily="18" charset="0"/>
              <a:ea typeface="+mn-ea"/>
              <a:cs typeface="+mn-cs"/>
            </a:endParaRPr>
          </a:p>
          <a:p>
            <a:pPr marR="0" defTabSz="914400">
              <a:buClrTx/>
              <a:buSzTx/>
              <a:buFontTx/>
              <a:buNone/>
              <a:defRPr/>
            </a:pPr>
            <a:endParaRPr kumimoji="0" lang="en-US" sz="1800" b="0" kern="1200" cap="none" spc="0" normalizeH="0" baseline="0" noProof="0">
              <a:latin typeface="Times New Roman" panose="02020603050405020304" pitchFamily="18" charset="0"/>
              <a:ea typeface="+mn-ea"/>
              <a:cs typeface="+mn-cs"/>
            </a:endParaRPr>
          </a:p>
          <a:p>
            <a:pPr marR="0" defTabSz="914400">
              <a:buClrTx/>
              <a:buSzTx/>
              <a:buFontTx/>
              <a:buNone/>
              <a:defRPr/>
            </a:pPr>
            <a:r>
              <a:rPr kumimoji="0" lang="en-US" sz="1800" b="0" kern="1200" cap="none" spc="0" normalizeH="0" baseline="0" noProof="0">
                <a:latin typeface="Times New Roman" panose="02020603050405020304" pitchFamily="18" charset="0"/>
                <a:ea typeface="+mn-ea"/>
                <a:cs typeface="+mn-cs"/>
              </a:rPr>
              <a:t>2            4            6             8</a:t>
            </a:r>
          </a:p>
        </p:txBody>
      </p:sp>
      <p:grpSp>
        <p:nvGrpSpPr>
          <p:cNvPr id="36929" name="Group 63"/>
          <p:cNvGrpSpPr/>
          <p:nvPr/>
        </p:nvGrpSpPr>
        <p:grpSpPr>
          <a:xfrm>
            <a:off x="4445000" y="3352800"/>
            <a:ext cx="4699000" cy="1465263"/>
            <a:chOff x="1296" y="2736"/>
            <a:chExt cx="2960" cy="923"/>
          </a:xfrm>
        </p:grpSpPr>
        <p:sp>
          <p:nvSpPr>
            <p:cNvPr id="36966" name="Text Box 64"/>
            <p:cNvSpPr txBox="1"/>
            <p:nvPr/>
          </p:nvSpPr>
          <p:spPr>
            <a:xfrm>
              <a:off x="1296" y="3072"/>
              <a:ext cx="776" cy="518"/>
            </a:xfrm>
            <a:prstGeom prst="rect">
              <a:avLst/>
            </a:prstGeom>
            <a:noFill/>
            <a:ln w="9525">
              <a:noFill/>
            </a:ln>
          </p:spPr>
          <p:txBody>
            <a:bodyPr wrap="none">
              <a:spAutoFit/>
            </a:bodyPr>
            <a:lstStyle>
              <a:lvl1pPr marL="342900" indent="-342900" algn="l" rtl="0" eaLnBrk="0" fontAlgn="base" hangingPunct="0">
                <a:spcBef>
                  <a:spcPct val="20000"/>
                </a:spcBef>
                <a:spcAft>
                  <a:spcPct val="0"/>
                </a:spcAft>
                <a:buFont typeface="Arial" panose="020B0604020202020204" pitchFamily="34" charset="0"/>
                <a:buChar char="•"/>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a:spcBef>
                  <a:spcPct val="0"/>
                </a:spcBef>
                <a:buFontTx/>
                <a:buNone/>
              </a:pPr>
              <a:r>
                <a:rPr lang="en-US" altLang="en-US" sz="2400" i="1" dirty="0">
                  <a:solidFill>
                    <a:srgbClr val="3333FF"/>
                  </a:solidFill>
                  <a:latin typeface="Times New Roman" panose="02020603050405020304" pitchFamily="18" charset="0"/>
                </a:rPr>
                <a:t>subcycle</a:t>
              </a:r>
            </a:p>
            <a:p>
              <a:pPr marL="0" lvl="0" indent="0">
                <a:spcBef>
                  <a:spcPct val="0"/>
                </a:spcBef>
                <a:buFontTx/>
                <a:buNone/>
              </a:pPr>
              <a:r>
                <a:rPr lang="en-US" altLang="en-US" sz="2400" dirty="0">
                  <a:latin typeface="Times New Roman" panose="02020603050405020304" pitchFamily="18" charset="0"/>
                </a:rPr>
                <a:t>34653</a:t>
              </a:r>
            </a:p>
          </p:txBody>
        </p:sp>
        <p:sp>
          <p:nvSpPr>
            <p:cNvPr id="36967" name="Oval 65"/>
            <p:cNvSpPr/>
            <p:nvPr/>
          </p:nvSpPr>
          <p:spPr>
            <a:xfrm>
              <a:off x="2496" y="2928"/>
              <a:ext cx="48" cy="48"/>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Font typeface="Arial" panose="020B0604020202020204" pitchFamily="34" charset="0"/>
                <a:buChar char="•"/>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eaLnBrk="1" hangingPunct="1">
                <a:spcBef>
                  <a:spcPct val="0"/>
                </a:spcBef>
                <a:buFontTx/>
                <a:buNone/>
              </a:pPr>
              <a:endParaRPr lang="en-US" altLang="en-US" sz="4400" b="1" dirty="0">
                <a:latin typeface="Arial" panose="020B0604020202020204" pitchFamily="34" charset="0"/>
              </a:endParaRPr>
            </a:p>
          </p:txBody>
        </p:sp>
        <p:sp>
          <p:nvSpPr>
            <p:cNvPr id="36968" name="Oval 66"/>
            <p:cNvSpPr/>
            <p:nvPr/>
          </p:nvSpPr>
          <p:spPr>
            <a:xfrm>
              <a:off x="3024" y="2928"/>
              <a:ext cx="48" cy="48"/>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Font typeface="Arial" panose="020B0604020202020204" pitchFamily="34" charset="0"/>
                <a:buChar char="•"/>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eaLnBrk="1" hangingPunct="1">
                <a:spcBef>
                  <a:spcPct val="0"/>
                </a:spcBef>
                <a:buFontTx/>
                <a:buNone/>
              </a:pPr>
              <a:endParaRPr lang="en-US" altLang="en-US" sz="4400" b="1" dirty="0">
                <a:latin typeface="Arial" panose="020B0604020202020204" pitchFamily="34" charset="0"/>
              </a:endParaRPr>
            </a:p>
          </p:txBody>
        </p:sp>
        <p:sp>
          <p:nvSpPr>
            <p:cNvPr id="36969" name="Oval 67"/>
            <p:cNvSpPr/>
            <p:nvPr/>
          </p:nvSpPr>
          <p:spPr>
            <a:xfrm>
              <a:off x="3552" y="2928"/>
              <a:ext cx="48" cy="48"/>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Font typeface="Arial" panose="020B0604020202020204" pitchFamily="34" charset="0"/>
                <a:buChar char="•"/>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eaLnBrk="1" hangingPunct="1">
                <a:spcBef>
                  <a:spcPct val="0"/>
                </a:spcBef>
                <a:buFontTx/>
                <a:buNone/>
              </a:pPr>
              <a:endParaRPr lang="en-US" altLang="en-US" sz="4400" b="1" dirty="0">
                <a:latin typeface="Arial" panose="020B0604020202020204" pitchFamily="34" charset="0"/>
              </a:endParaRPr>
            </a:p>
          </p:txBody>
        </p:sp>
        <p:sp>
          <p:nvSpPr>
            <p:cNvPr id="36970" name="Oval 68"/>
            <p:cNvSpPr/>
            <p:nvPr/>
          </p:nvSpPr>
          <p:spPr>
            <a:xfrm>
              <a:off x="2496" y="3408"/>
              <a:ext cx="48" cy="48"/>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Font typeface="Arial" panose="020B0604020202020204" pitchFamily="34" charset="0"/>
                <a:buChar char="•"/>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eaLnBrk="1" hangingPunct="1">
                <a:spcBef>
                  <a:spcPct val="0"/>
                </a:spcBef>
                <a:buFontTx/>
                <a:buNone/>
              </a:pPr>
              <a:endParaRPr lang="en-US" altLang="en-US" sz="4400" b="1" dirty="0">
                <a:latin typeface="Arial" panose="020B0604020202020204" pitchFamily="34" charset="0"/>
              </a:endParaRPr>
            </a:p>
          </p:txBody>
        </p:sp>
        <p:sp>
          <p:nvSpPr>
            <p:cNvPr id="36971" name="Oval 69"/>
            <p:cNvSpPr/>
            <p:nvPr/>
          </p:nvSpPr>
          <p:spPr>
            <a:xfrm>
              <a:off x="3552" y="3408"/>
              <a:ext cx="48" cy="48"/>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Font typeface="Arial" panose="020B0604020202020204" pitchFamily="34" charset="0"/>
                <a:buChar char="•"/>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eaLnBrk="1" hangingPunct="1">
                <a:spcBef>
                  <a:spcPct val="0"/>
                </a:spcBef>
                <a:buFontTx/>
                <a:buNone/>
              </a:pPr>
              <a:endParaRPr lang="en-US" altLang="en-US" sz="4400" b="1" dirty="0">
                <a:latin typeface="Arial" panose="020B0604020202020204" pitchFamily="34" charset="0"/>
              </a:endParaRPr>
            </a:p>
          </p:txBody>
        </p:sp>
        <p:sp>
          <p:nvSpPr>
            <p:cNvPr id="36972" name="Oval 70"/>
            <p:cNvSpPr/>
            <p:nvPr/>
          </p:nvSpPr>
          <p:spPr>
            <a:xfrm>
              <a:off x="3024" y="3408"/>
              <a:ext cx="48" cy="48"/>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Font typeface="Arial" panose="020B0604020202020204" pitchFamily="34" charset="0"/>
                <a:buChar char="•"/>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eaLnBrk="1" hangingPunct="1">
                <a:spcBef>
                  <a:spcPct val="0"/>
                </a:spcBef>
                <a:buFontTx/>
                <a:buNone/>
              </a:pPr>
              <a:endParaRPr lang="en-US" altLang="en-US" sz="4400" b="1" dirty="0">
                <a:latin typeface="Arial" panose="020B0604020202020204" pitchFamily="34" charset="0"/>
              </a:endParaRPr>
            </a:p>
          </p:txBody>
        </p:sp>
        <p:sp>
          <p:nvSpPr>
            <p:cNvPr id="36973" name="Oval 71"/>
            <p:cNvSpPr/>
            <p:nvPr/>
          </p:nvSpPr>
          <p:spPr>
            <a:xfrm>
              <a:off x="4080" y="3408"/>
              <a:ext cx="48" cy="48"/>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Font typeface="Arial" panose="020B0604020202020204" pitchFamily="34" charset="0"/>
                <a:buChar char="•"/>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eaLnBrk="1" hangingPunct="1">
                <a:spcBef>
                  <a:spcPct val="0"/>
                </a:spcBef>
                <a:buFontTx/>
                <a:buNone/>
              </a:pPr>
              <a:endParaRPr lang="en-US" altLang="en-US" sz="4400" b="1" dirty="0">
                <a:latin typeface="Arial" panose="020B0604020202020204" pitchFamily="34" charset="0"/>
              </a:endParaRPr>
            </a:p>
          </p:txBody>
        </p:sp>
        <p:sp>
          <p:nvSpPr>
            <p:cNvPr id="36974" name="Oval 72"/>
            <p:cNvSpPr/>
            <p:nvPr/>
          </p:nvSpPr>
          <p:spPr>
            <a:xfrm>
              <a:off x="4080" y="2928"/>
              <a:ext cx="48" cy="48"/>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Font typeface="Arial" panose="020B0604020202020204" pitchFamily="34" charset="0"/>
                <a:buChar char="•"/>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eaLnBrk="1" hangingPunct="1">
                <a:spcBef>
                  <a:spcPct val="0"/>
                </a:spcBef>
                <a:buFontTx/>
                <a:buNone/>
              </a:pPr>
              <a:endParaRPr lang="en-US" altLang="en-US" sz="4400" b="1" dirty="0">
                <a:latin typeface="Arial" panose="020B0604020202020204" pitchFamily="34" charset="0"/>
              </a:endParaRPr>
            </a:p>
          </p:txBody>
        </p:sp>
        <p:sp>
          <p:nvSpPr>
            <p:cNvPr id="36975" name="Line 73"/>
            <p:cNvSpPr/>
            <p:nvPr/>
          </p:nvSpPr>
          <p:spPr>
            <a:xfrm>
              <a:off x="3072" y="2976"/>
              <a:ext cx="480" cy="0"/>
            </a:xfrm>
            <a:prstGeom prst="line">
              <a:avLst/>
            </a:prstGeom>
            <a:ln w="9525" cap="flat" cmpd="sng">
              <a:solidFill>
                <a:schemeClr val="tx1"/>
              </a:solidFill>
              <a:prstDash val="solid"/>
              <a:headEnd type="none" w="med" len="med"/>
              <a:tailEnd type="none" w="med" len="med"/>
            </a:ln>
          </p:spPr>
        </p:sp>
        <p:sp>
          <p:nvSpPr>
            <p:cNvPr id="36976" name="Line 74"/>
            <p:cNvSpPr/>
            <p:nvPr/>
          </p:nvSpPr>
          <p:spPr>
            <a:xfrm>
              <a:off x="3072" y="3408"/>
              <a:ext cx="480" cy="0"/>
            </a:xfrm>
            <a:prstGeom prst="line">
              <a:avLst/>
            </a:prstGeom>
            <a:ln w="9525" cap="flat" cmpd="sng">
              <a:solidFill>
                <a:schemeClr val="tx1"/>
              </a:solidFill>
              <a:prstDash val="solid"/>
              <a:headEnd type="none" w="med" len="med"/>
              <a:tailEnd type="none" w="med" len="med"/>
            </a:ln>
          </p:spPr>
        </p:sp>
        <p:sp>
          <p:nvSpPr>
            <p:cNvPr id="36977" name="Line 75"/>
            <p:cNvSpPr/>
            <p:nvPr/>
          </p:nvSpPr>
          <p:spPr>
            <a:xfrm>
              <a:off x="3600" y="3408"/>
              <a:ext cx="480" cy="0"/>
            </a:xfrm>
            <a:prstGeom prst="line">
              <a:avLst/>
            </a:prstGeom>
            <a:ln w="9525" cap="flat" cmpd="sng">
              <a:solidFill>
                <a:schemeClr val="tx1"/>
              </a:solidFill>
              <a:prstDash val="solid"/>
              <a:headEnd type="none" w="med" len="med"/>
              <a:tailEnd type="none" w="med" len="med"/>
            </a:ln>
          </p:spPr>
        </p:sp>
        <p:sp>
          <p:nvSpPr>
            <p:cNvPr id="36978" name="Line 76"/>
            <p:cNvSpPr/>
            <p:nvPr/>
          </p:nvSpPr>
          <p:spPr>
            <a:xfrm>
              <a:off x="4080" y="2976"/>
              <a:ext cx="0" cy="432"/>
            </a:xfrm>
            <a:prstGeom prst="line">
              <a:avLst/>
            </a:prstGeom>
            <a:ln w="9525" cap="flat" cmpd="sng">
              <a:solidFill>
                <a:schemeClr val="tx1"/>
              </a:solidFill>
              <a:prstDash val="solid"/>
              <a:headEnd type="none" w="med" len="med"/>
              <a:tailEnd type="none" w="med" len="med"/>
            </a:ln>
          </p:spPr>
        </p:sp>
        <p:sp>
          <p:nvSpPr>
            <p:cNvPr id="36979" name="Line 77"/>
            <p:cNvSpPr/>
            <p:nvPr/>
          </p:nvSpPr>
          <p:spPr>
            <a:xfrm>
              <a:off x="3072" y="2976"/>
              <a:ext cx="0" cy="432"/>
            </a:xfrm>
            <a:prstGeom prst="line">
              <a:avLst/>
            </a:prstGeom>
            <a:ln w="9525" cap="flat" cmpd="sng">
              <a:solidFill>
                <a:schemeClr val="tx1"/>
              </a:solidFill>
              <a:prstDash val="solid"/>
              <a:headEnd type="none" w="med" len="med"/>
              <a:tailEnd type="none" w="med" len="med"/>
            </a:ln>
          </p:spPr>
        </p:sp>
        <p:sp>
          <p:nvSpPr>
            <p:cNvPr id="36980" name="Line 78"/>
            <p:cNvSpPr/>
            <p:nvPr/>
          </p:nvSpPr>
          <p:spPr>
            <a:xfrm>
              <a:off x="3552" y="2976"/>
              <a:ext cx="0" cy="432"/>
            </a:xfrm>
            <a:prstGeom prst="line">
              <a:avLst/>
            </a:prstGeom>
            <a:ln w="9525" cap="flat" cmpd="sng">
              <a:solidFill>
                <a:schemeClr val="tx1"/>
              </a:solidFill>
              <a:prstDash val="solid"/>
              <a:headEnd type="none" w="med" len="med"/>
              <a:tailEnd type="none" w="med" len="med"/>
            </a:ln>
          </p:spPr>
        </p:sp>
        <p:sp>
          <p:nvSpPr>
            <p:cNvPr id="36981" name="Line 79"/>
            <p:cNvSpPr/>
            <p:nvPr/>
          </p:nvSpPr>
          <p:spPr>
            <a:xfrm flipH="1">
              <a:off x="3600" y="2976"/>
              <a:ext cx="480" cy="432"/>
            </a:xfrm>
            <a:prstGeom prst="line">
              <a:avLst/>
            </a:prstGeom>
            <a:ln w="9525" cap="flat" cmpd="sng">
              <a:solidFill>
                <a:schemeClr val="tx1"/>
              </a:solidFill>
              <a:prstDash val="solid"/>
              <a:headEnd type="none" w="med" len="med"/>
              <a:tailEnd type="none" w="med" len="med"/>
            </a:ln>
          </p:spPr>
        </p:sp>
        <p:sp>
          <p:nvSpPr>
            <p:cNvPr id="36982" name="Line 80"/>
            <p:cNvSpPr/>
            <p:nvPr/>
          </p:nvSpPr>
          <p:spPr>
            <a:xfrm>
              <a:off x="3072" y="2976"/>
              <a:ext cx="480" cy="0"/>
            </a:xfrm>
            <a:prstGeom prst="line">
              <a:avLst/>
            </a:prstGeom>
            <a:ln w="38100" cap="flat" cmpd="sng">
              <a:solidFill>
                <a:srgbClr val="FF3300"/>
              </a:solidFill>
              <a:prstDash val="solid"/>
              <a:headEnd type="none" w="med" len="med"/>
              <a:tailEnd type="none" w="med" len="med"/>
            </a:ln>
          </p:spPr>
        </p:sp>
        <p:sp>
          <p:nvSpPr>
            <p:cNvPr id="36983" name="Line 81"/>
            <p:cNvSpPr/>
            <p:nvPr/>
          </p:nvSpPr>
          <p:spPr>
            <a:xfrm>
              <a:off x="3552" y="2976"/>
              <a:ext cx="0" cy="432"/>
            </a:xfrm>
            <a:prstGeom prst="line">
              <a:avLst/>
            </a:prstGeom>
            <a:ln w="38100" cap="flat" cmpd="sng">
              <a:solidFill>
                <a:srgbClr val="FF3300"/>
              </a:solidFill>
              <a:prstDash val="solid"/>
              <a:headEnd type="none" w="med" len="med"/>
              <a:tailEnd type="none" w="med" len="med"/>
            </a:ln>
          </p:spPr>
        </p:sp>
        <p:sp>
          <p:nvSpPr>
            <p:cNvPr id="36984" name="Line 82"/>
            <p:cNvSpPr/>
            <p:nvPr/>
          </p:nvSpPr>
          <p:spPr>
            <a:xfrm>
              <a:off x="3072" y="3408"/>
              <a:ext cx="480" cy="0"/>
            </a:xfrm>
            <a:prstGeom prst="line">
              <a:avLst/>
            </a:prstGeom>
            <a:ln w="38100" cap="flat" cmpd="sng">
              <a:solidFill>
                <a:srgbClr val="FF3300"/>
              </a:solidFill>
              <a:prstDash val="solid"/>
              <a:headEnd type="none" w="med" len="med"/>
              <a:tailEnd type="none" w="med" len="med"/>
            </a:ln>
          </p:spPr>
        </p:sp>
        <p:sp>
          <p:nvSpPr>
            <p:cNvPr id="36985" name="Line 83"/>
            <p:cNvSpPr/>
            <p:nvPr/>
          </p:nvSpPr>
          <p:spPr>
            <a:xfrm>
              <a:off x="3072" y="2976"/>
              <a:ext cx="0" cy="432"/>
            </a:xfrm>
            <a:prstGeom prst="line">
              <a:avLst/>
            </a:prstGeom>
            <a:ln w="38100" cap="flat" cmpd="sng">
              <a:solidFill>
                <a:srgbClr val="FF3300"/>
              </a:solidFill>
              <a:prstDash val="solid"/>
              <a:headEnd type="none" w="med" len="med"/>
              <a:tailEnd type="none" w="med" len="med"/>
            </a:ln>
          </p:spPr>
        </p:sp>
        <p:sp>
          <p:nvSpPr>
            <p:cNvPr id="518228" name="Text Box 84"/>
            <p:cNvSpPr txBox="1">
              <a:spLocks noChangeArrowheads="1"/>
            </p:cNvSpPr>
            <p:nvPr/>
          </p:nvSpPr>
          <p:spPr bwMode="auto">
            <a:xfrm>
              <a:off x="2448" y="2736"/>
              <a:ext cx="1808" cy="923"/>
            </a:xfrm>
            <a:prstGeom prst="rect">
              <a:avLst/>
            </a:prstGeom>
            <a:noFill/>
            <a:ln w="9525">
              <a:noFill/>
              <a:miter lim="800000"/>
            </a:ln>
            <a:effectLst/>
          </p:spPr>
          <p:txBody>
            <a:bodyPr wrap="none">
              <a:spAutoFit/>
            </a:bodyPr>
            <a:lstStyle/>
            <a:p>
              <a:pPr marR="0" defTabSz="914400">
                <a:buClrTx/>
                <a:buSzTx/>
                <a:buFontTx/>
                <a:buNone/>
                <a:defRPr/>
              </a:pPr>
              <a:r>
                <a:rPr kumimoji="0" lang="en-US" sz="1800" b="0" kern="1200" cap="none" spc="0" normalizeH="0" baseline="0" noProof="0">
                  <a:latin typeface="Times New Roman" panose="02020603050405020304" pitchFamily="18" charset="0"/>
                  <a:ea typeface="+mn-ea"/>
                  <a:cs typeface="+mn-cs"/>
                </a:rPr>
                <a:t>1            </a:t>
              </a:r>
              <a:r>
                <a:rPr kumimoji="0" lang="en-US" sz="1800" kern="1200" cap="none" spc="0" normalizeH="0" baseline="0" noProof="0">
                  <a:solidFill>
                    <a:srgbClr val="FF3300"/>
                  </a:solidFill>
                  <a:effectLst>
                    <a:outerShdw blurRad="38100" dist="38100" dir="2700000" algn="tl">
                      <a:srgbClr val="C0C0C0"/>
                    </a:outerShdw>
                  </a:effectLst>
                  <a:latin typeface="Times New Roman" panose="02020603050405020304" pitchFamily="18" charset="0"/>
                  <a:ea typeface="+mn-ea"/>
                  <a:cs typeface="+mn-cs"/>
                </a:rPr>
                <a:t>3</a:t>
              </a:r>
              <a:r>
                <a:rPr kumimoji="0" lang="en-US" sz="1800" b="0" kern="1200" cap="none" spc="0" normalizeH="0" baseline="0" noProof="0">
                  <a:latin typeface="Times New Roman" panose="02020603050405020304" pitchFamily="18" charset="0"/>
                  <a:ea typeface="+mn-ea"/>
                  <a:cs typeface="+mn-cs"/>
                </a:rPr>
                <a:t>            5            7   </a:t>
              </a:r>
            </a:p>
            <a:p>
              <a:pPr marR="0" defTabSz="914400">
                <a:buClrTx/>
                <a:buSzTx/>
                <a:buFontTx/>
                <a:buNone/>
                <a:defRPr/>
              </a:pPr>
              <a:endParaRPr kumimoji="0" lang="en-US" sz="1800" b="0" kern="1200" cap="none" spc="0" normalizeH="0" baseline="0" noProof="0">
                <a:latin typeface="Times New Roman" panose="02020603050405020304" pitchFamily="18" charset="0"/>
                <a:ea typeface="+mn-ea"/>
                <a:cs typeface="+mn-cs"/>
              </a:endParaRPr>
            </a:p>
            <a:p>
              <a:pPr marR="0" defTabSz="914400">
                <a:buClrTx/>
                <a:buSzTx/>
                <a:buFontTx/>
                <a:buNone/>
                <a:defRPr/>
              </a:pPr>
              <a:endParaRPr kumimoji="0" lang="en-US" sz="1800" b="0" kern="1200" cap="none" spc="0" normalizeH="0" baseline="0" noProof="0">
                <a:latin typeface="Times New Roman" panose="02020603050405020304" pitchFamily="18" charset="0"/>
                <a:ea typeface="+mn-ea"/>
                <a:cs typeface="+mn-cs"/>
              </a:endParaRPr>
            </a:p>
            <a:p>
              <a:pPr marR="0" defTabSz="914400">
                <a:buClrTx/>
                <a:buSzTx/>
                <a:buFontTx/>
                <a:buNone/>
                <a:defRPr/>
              </a:pPr>
              <a:endParaRPr kumimoji="0" lang="en-US" sz="1800" b="0" kern="1200" cap="none" spc="0" normalizeH="0" baseline="0" noProof="0">
                <a:latin typeface="Times New Roman" panose="02020603050405020304" pitchFamily="18" charset="0"/>
                <a:ea typeface="+mn-ea"/>
                <a:cs typeface="+mn-cs"/>
              </a:endParaRPr>
            </a:p>
            <a:p>
              <a:pPr marR="0" defTabSz="914400">
                <a:buClrTx/>
                <a:buSzTx/>
                <a:buFontTx/>
                <a:buNone/>
                <a:defRPr/>
              </a:pPr>
              <a:r>
                <a:rPr kumimoji="0" lang="en-US" sz="1800" b="0" kern="1200" cap="none" spc="0" normalizeH="0" baseline="0" noProof="0">
                  <a:latin typeface="Times New Roman" panose="02020603050405020304" pitchFamily="18" charset="0"/>
                  <a:ea typeface="+mn-ea"/>
                  <a:cs typeface="+mn-cs"/>
                </a:rPr>
                <a:t>2            4            6             8</a:t>
              </a:r>
            </a:p>
          </p:txBody>
        </p:sp>
      </p:grpSp>
      <p:sp>
        <p:nvSpPr>
          <p:cNvPr id="518229" name="Text Box 85"/>
          <p:cNvSpPr txBox="1"/>
          <p:nvPr/>
        </p:nvSpPr>
        <p:spPr>
          <a:xfrm>
            <a:off x="304800" y="4648200"/>
            <a:ext cx="1447800" cy="1552575"/>
          </a:xfrm>
          <a:prstGeom prst="rect">
            <a:avLst/>
          </a:prstGeom>
          <a:noFill/>
          <a:ln w="9525">
            <a:noFill/>
          </a:ln>
        </p:spPr>
        <p:txBody>
          <a:bodyPr>
            <a:spAutoFit/>
          </a:bodyPr>
          <a:lstStyle>
            <a:lvl1pPr marL="342900" indent="-342900" algn="l" rtl="0" eaLnBrk="0" fontAlgn="base" hangingPunct="0">
              <a:spcBef>
                <a:spcPct val="20000"/>
              </a:spcBef>
              <a:spcAft>
                <a:spcPct val="0"/>
              </a:spcAft>
              <a:buFont typeface="Arial" panose="020B0604020202020204" pitchFamily="34" charset="0"/>
              <a:buChar char="•"/>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a:spcBef>
                <a:spcPct val="0"/>
              </a:spcBef>
              <a:buFontTx/>
              <a:buNone/>
            </a:pPr>
            <a:r>
              <a:rPr lang="en-US" altLang="en-US" sz="2400" i="1" dirty="0">
                <a:solidFill>
                  <a:srgbClr val="3333FF"/>
                </a:solidFill>
                <a:latin typeface="Times New Roman" panose="02020603050405020304" pitchFamily="18" charset="0"/>
              </a:rPr>
              <a:t>splicing</a:t>
            </a:r>
          </a:p>
          <a:p>
            <a:pPr marL="0" lvl="0" indent="0">
              <a:spcBef>
                <a:spcPct val="0"/>
              </a:spcBef>
              <a:buFontTx/>
              <a:buNone/>
            </a:pPr>
            <a:r>
              <a:rPr lang="en-US" altLang="en-US" sz="2400" dirty="0">
                <a:latin typeface="Times New Roman" panose="02020603050405020304" pitchFamily="18" charset="0"/>
              </a:rPr>
              <a:t>34653 into</a:t>
            </a:r>
            <a:endParaRPr lang="en-US" altLang="en-US" sz="2400" i="1" dirty="0">
              <a:solidFill>
                <a:srgbClr val="3333FF"/>
              </a:solidFill>
              <a:latin typeface="Times New Roman" panose="02020603050405020304" pitchFamily="18" charset="0"/>
            </a:endParaRPr>
          </a:p>
          <a:p>
            <a:pPr marL="0" lvl="0" indent="0">
              <a:spcBef>
                <a:spcPct val="0"/>
              </a:spcBef>
              <a:buFontTx/>
              <a:buNone/>
            </a:pPr>
            <a:r>
              <a:rPr lang="en-US" altLang="en-US" sz="2400" dirty="0">
                <a:latin typeface="Times New Roman" panose="02020603050405020304" pitchFamily="18" charset="0"/>
              </a:rPr>
              <a:t>1231</a:t>
            </a:r>
          </a:p>
        </p:txBody>
      </p:sp>
      <p:sp>
        <p:nvSpPr>
          <p:cNvPr id="518230" name="Oval 86"/>
          <p:cNvSpPr/>
          <p:nvPr/>
        </p:nvSpPr>
        <p:spPr>
          <a:xfrm>
            <a:off x="2057400" y="5029200"/>
            <a:ext cx="76200" cy="76200"/>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Font typeface="Arial" panose="020B0604020202020204" pitchFamily="34" charset="0"/>
              <a:buChar char="•"/>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eaLnBrk="1" hangingPunct="1">
              <a:spcBef>
                <a:spcPct val="0"/>
              </a:spcBef>
              <a:buFontTx/>
              <a:buNone/>
            </a:pPr>
            <a:endParaRPr lang="en-US" altLang="en-US" sz="4400" b="1" dirty="0">
              <a:latin typeface="Arial" panose="020B0604020202020204" pitchFamily="34" charset="0"/>
            </a:endParaRPr>
          </a:p>
        </p:txBody>
      </p:sp>
      <p:sp>
        <p:nvSpPr>
          <p:cNvPr id="518231" name="Oval 87"/>
          <p:cNvSpPr/>
          <p:nvPr/>
        </p:nvSpPr>
        <p:spPr>
          <a:xfrm>
            <a:off x="2895600" y="5029200"/>
            <a:ext cx="76200" cy="76200"/>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Font typeface="Arial" panose="020B0604020202020204" pitchFamily="34" charset="0"/>
              <a:buChar char="•"/>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eaLnBrk="1" hangingPunct="1">
              <a:spcBef>
                <a:spcPct val="0"/>
              </a:spcBef>
              <a:buFontTx/>
              <a:buNone/>
            </a:pPr>
            <a:endParaRPr lang="en-US" altLang="en-US" sz="4400" b="1" dirty="0">
              <a:latin typeface="Arial" panose="020B0604020202020204" pitchFamily="34" charset="0"/>
            </a:endParaRPr>
          </a:p>
        </p:txBody>
      </p:sp>
      <p:sp>
        <p:nvSpPr>
          <p:cNvPr id="518232" name="Oval 88"/>
          <p:cNvSpPr/>
          <p:nvPr/>
        </p:nvSpPr>
        <p:spPr>
          <a:xfrm>
            <a:off x="3733800" y="5029200"/>
            <a:ext cx="76200" cy="76200"/>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Font typeface="Arial" panose="020B0604020202020204" pitchFamily="34" charset="0"/>
              <a:buChar char="•"/>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eaLnBrk="1" hangingPunct="1">
              <a:spcBef>
                <a:spcPct val="0"/>
              </a:spcBef>
              <a:buFontTx/>
              <a:buNone/>
            </a:pPr>
            <a:endParaRPr lang="en-US" altLang="en-US" sz="4400" b="1" dirty="0">
              <a:latin typeface="Arial" panose="020B0604020202020204" pitchFamily="34" charset="0"/>
            </a:endParaRPr>
          </a:p>
        </p:txBody>
      </p:sp>
      <p:sp>
        <p:nvSpPr>
          <p:cNvPr id="518233" name="Oval 89"/>
          <p:cNvSpPr/>
          <p:nvPr/>
        </p:nvSpPr>
        <p:spPr>
          <a:xfrm>
            <a:off x="2057400" y="5791200"/>
            <a:ext cx="76200" cy="76200"/>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Font typeface="Arial" panose="020B0604020202020204" pitchFamily="34" charset="0"/>
              <a:buChar char="•"/>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eaLnBrk="1" hangingPunct="1">
              <a:spcBef>
                <a:spcPct val="0"/>
              </a:spcBef>
              <a:buFontTx/>
              <a:buNone/>
            </a:pPr>
            <a:endParaRPr lang="en-US" altLang="en-US" sz="4400" b="1" dirty="0">
              <a:latin typeface="Arial" panose="020B0604020202020204" pitchFamily="34" charset="0"/>
            </a:endParaRPr>
          </a:p>
        </p:txBody>
      </p:sp>
      <p:sp>
        <p:nvSpPr>
          <p:cNvPr id="518234" name="Oval 90"/>
          <p:cNvSpPr/>
          <p:nvPr/>
        </p:nvSpPr>
        <p:spPr>
          <a:xfrm>
            <a:off x="3733800" y="5791200"/>
            <a:ext cx="76200" cy="76200"/>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Font typeface="Arial" panose="020B0604020202020204" pitchFamily="34" charset="0"/>
              <a:buChar char="•"/>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eaLnBrk="1" hangingPunct="1">
              <a:spcBef>
                <a:spcPct val="0"/>
              </a:spcBef>
              <a:buFontTx/>
              <a:buNone/>
            </a:pPr>
            <a:endParaRPr lang="en-US" altLang="en-US" sz="4400" b="1" dirty="0">
              <a:latin typeface="Arial" panose="020B0604020202020204" pitchFamily="34" charset="0"/>
            </a:endParaRPr>
          </a:p>
        </p:txBody>
      </p:sp>
      <p:sp>
        <p:nvSpPr>
          <p:cNvPr id="518235" name="Oval 91"/>
          <p:cNvSpPr/>
          <p:nvPr/>
        </p:nvSpPr>
        <p:spPr>
          <a:xfrm>
            <a:off x="2895600" y="5791200"/>
            <a:ext cx="76200" cy="76200"/>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Font typeface="Arial" panose="020B0604020202020204" pitchFamily="34" charset="0"/>
              <a:buChar char="•"/>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eaLnBrk="1" hangingPunct="1">
              <a:spcBef>
                <a:spcPct val="0"/>
              </a:spcBef>
              <a:buFontTx/>
              <a:buNone/>
            </a:pPr>
            <a:endParaRPr lang="en-US" altLang="en-US" sz="4400" b="1" dirty="0">
              <a:latin typeface="Arial" panose="020B0604020202020204" pitchFamily="34" charset="0"/>
            </a:endParaRPr>
          </a:p>
        </p:txBody>
      </p:sp>
      <p:sp>
        <p:nvSpPr>
          <p:cNvPr id="518236" name="Oval 92"/>
          <p:cNvSpPr/>
          <p:nvPr/>
        </p:nvSpPr>
        <p:spPr>
          <a:xfrm>
            <a:off x="4572000" y="5791200"/>
            <a:ext cx="76200" cy="76200"/>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Font typeface="Arial" panose="020B0604020202020204" pitchFamily="34" charset="0"/>
              <a:buChar char="•"/>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eaLnBrk="1" hangingPunct="1">
              <a:spcBef>
                <a:spcPct val="0"/>
              </a:spcBef>
              <a:buFontTx/>
              <a:buNone/>
            </a:pPr>
            <a:endParaRPr lang="en-US" altLang="en-US" sz="4400" b="1" dirty="0">
              <a:latin typeface="Arial" panose="020B0604020202020204" pitchFamily="34" charset="0"/>
            </a:endParaRPr>
          </a:p>
        </p:txBody>
      </p:sp>
      <p:sp>
        <p:nvSpPr>
          <p:cNvPr id="518237" name="Oval 93"/>
          <p:cNvSpPr/>
          <p:nvPr/>
        </p:nvSpPr>
        <p:spPr>
          <a:xfrm>
            <a:off x="4572000" y="5029200"/>
            <a:ext cx="76200" cy="76200"/>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Font typeface="Arial" panose="020B0604020202020204" pitchFamily="34" charset="0"/>
              <a:buChar char="•"/>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eaLnBrk="1" hangingPunct="1">
              <a:spcBef>
                <a:spcPct val="0"/>
              </a:spcBef>
              <a:buFontTx/>
              <a:buNone/>
            </a:pPr>
            <a:endParaRPr lang="en-US" altLang="en-US" sz="4400" b="1" dirty="0">
              <a:latin typeface="Arial" panose="020B0604020202020204" pitchFamily="34" charset="0"/>
            </a:endParaRPr>
          </a:p>
        </p:txBody>
      </p:sp>
      <p:sp>
        <p:nvSpPr>
          <p:cNvPr id="518238" name="Line 94"/>
          <p:cNvSpPr/>
          <p:nvPr/>
        </p:nvSpPr>
        <p:spPr>
          <a:xfrm>
            <a:off x="2133600" y="5105400"/>
            <a:ext cx="762000" cy="0"/>
          </a:xfrm>
          <a:prstGeom prst="line">
            <a:avLst/>
          </a:prstGeom>
          <a:ln w="9525" cap="flat" cmpd="sng">
            <a:solidFill>
              <a:schemeClr val="tx1"/>
            </a:solidFill>
            <a:prstDash val="solid"/>
            <a:headEnd type="none" w="med" len="med"/>
            <a:tailEnd type="none" w="med" len="med"/>
          </a:ln>
        </p:spPr>
      </p:sp>
      <p:sp>
        <p:nvSpPr>
          <p:cNvPr id="518239" name="Line 95"/>
          <p:cNvSpPr/>
          <p:nvPr/>
        </p:nvSpPr>
        <p:spPr>
          <a:xfrm>
            <a:off x="2971800" y="5105400"/>
            <a:ext cx="762000" cy="0"/>
          </a:xfrm>
          <a:prstGeom prst="line">
            <a:avLst/>
          </a:prstGeom>
          <a:ln w="38100" cap="flat" cmpd="sng">
            <a:solidFill>
              <a:srgbClr val="FF3300"/>
            </a:solidFill>
            <a:prstDash val="solid"/>
            <a:headEnd type="none" w="med" len="med"/>
            <a:tailEnd type="none" w="med" len="med"/>
          </a:ln>
        </p:spPr>
      </p:sp>
      <p:sp>
        <p:nvSpPr>
          <p:cNvPr id="518240" name="Line 96"/>
          <p:cNvSpPr/>
          <p:nvPr/>
        </p:nvSpPr>
        <p:spPr>
          <a:xfrm>
            <a:off x="2971800" y="5791200"/>
            <a:ext cx="762000" cy="0"/>
          </a:xfrm>
          <a:prstGeom prst="line">
            <a:avLst/>
          </a:prstGeom>
          <a:ln w="38100" cap="flat" cmpd="sng">
            <a:solidFill>
              <a:srgbClr val="FF3300"/>
            </a:solidFill>
            <a:prstDash val="solid"/>
            <a:headEnd type="none" w="med" len="med"/>
            <a:tailEnd type="none" w="med" len="med"/>
          </a:ln>
        </p:spPr>
      </p:sp>
      <p:sp>
        <p:nvSpPr>
          <p:cNvPr id="518241" name="Line 97"/>
          <p:cNvSpPr/>
          <p:nvPr/>
        </p:nvSpPr>
        <p:spPr>
          <a:xfrm>
            <a:off x="3810000" y="5791200"/>
            <a:ext cx="762000" cy="0"/>
          </a:xfrm>
          <a:prstGeom prst="line">
            <a:avLst/>
          </a:prstGeom>
          <a:ln w="9525" cap="flat" cmpd="sng">
            <a:solidFill>
              <a:schemeClr val="tx1"/>
            </a:solidFill>
            <a:prstDash val="solid"/>
            <a:headEnd type="none" w="med" len="med"/>
            <a:tailEnd type="none" w="med" len="med"/>
          </a:ln>
        </p:spPr>
      </p:sp>
      <p:sp>
        <p:nvSpPr>
          <p:cNvPr id="518242" name="Line 98"/>
          <p:cNvSpPr/>
          <p:nvPr/>
        </p:nvSpPr>
        <p:spPr>
          <a:xfrm>
            <a:off x="2133600" y="5105400"/>
            <a:ext cx="0" cy="685800"/>
          </a:xfrm>
          <a:prstGeom prst="line">
            <a:avLst/>
          </a:prstGeom>
          <a:ln w="9525" cap="flat" cmpd="sng">
            <a:solidFill>
              <a:schemeClr val="tx1"/>
            </a:solidFill>
            <a:prstDash val="solid"/>
            <a:headEnd type="none" w="med" len="med"/>
            <a:tailEnd type="none" w="med" len="med"/>
          </a:ln>
        </p:spPr>
      </p:sp>
      <p:sp>
        <p:nvSpPr>
          <p:cNvPr id="518243" name="Line 99"/>
          <p:cNvSpPr/>
          <p:nvPr/>
        </p:nvSpPr>
        <p:spPr>
          <a:xfrm>
            <a:off x="4572000" y="5105400"/>
            <a:ext cx="0" cy="685800"/>
          </a:xfrm>
          <a:prstGeom prst="line">
            <a:avLst/>
          </a:prstGeom>
          <a:ln w="9525" cap="flat" cmpd="sng">
            <a:solidFill>
              <a:schemeClr val="tx1"/>
            </a:solidFill>
            <a:prstDash val="solid"/>
            <a:headEnd type="none" w="med" len="med"/>
            <a:tailEnd type="none" w="med" len="med"/>
          </a:ln>
        </p:spPr>
      </p:sp>
      <p:sp>
        <p:nvSpPr>
          <p:cNvPr id="518244" name="Line 100"/>
          <p:cNvSpPr/>
          <p:nvPr/>
        </p:nvSpPr>
        <p:spPr>
          <a:xfrm>
            <a:off x="2971800" y="5105400"/>
            <a:ext cx="0" cy="685800"/>
          </a:xfrm>
          <a:prstGeom prst="line">
            <a:avLst/>
          </a:prstGeom>
          <a:ln w="38100" cap="flat" cmpd="sng">
            <a:solidFill>
              <a:srgbClr val="FF3300"/>
            </a:solidFill>
            <a:prstDash val="solid"/>
            <a:headEnd type="none" w="med" len="med"/>
            <a:tailEnd type="none" w="med" len="med"/>
          </a:ln>
        </p:spPr>
      </p:sp>
      <p:sp>
        <p:nvSpPr>
          <p:cNvPr id="518245" name="Line 101"/>
          <p:cNvSpPr/>
          <p:nvPr/>
        </p:nvSpPr>
        <p:spPr>
          <a:xfrm>
            <a:off x="3733800" y="5105400"/>
            <a:ext cx="0" cy="685800"/>
          </a:xfrm>
          <a:prstGeom prst="line">
            <a:avLst/>
          </a:prstGeom>
          <a:ln w="38100" cap="flat" cmpd="sng">
            <a:solidFill>
              <a:srgbClr val="FF3300"/>
            </a:solidFill>
            <a:prstDash val="solid"/>
            <a:headEnd type="none" w="med" len="med"/>
            <a:tailEnd type="none" w="med" len="med"/>
          </a:ln>
        </p:spPr>
      </p:sp>
      <p:sp>
        <p:nvSpPr>
          <p:cNvPr id="518246" name="Line 102"/>
          <p:cNvSpPr/>
          <p:nvPr/>
        </p:nvSpPr>
        <p:spPr>
          <a:xfrm flipH="1">
            <a:off x="2133600" y="5105400"/>
            <a:ext cx="762000" cy="685800"/>
          </a:xfrm>
          <a:prstGeom prst="line">
            <a:avLst/>
          </a:prstGeom>
          <a:ln w="9525" cap="flat" cmpd="sng">
            <a:solidFill>
              <a:schemeClr val="tx1"/>
            </a:solidFill>
            <a:prstDash val="solid"/>
            <a:headEnd type="none" w="med" len="med"/>
            <a:tailEnd type="none" w="med" len="med"/>
          </a:ln>
        </p:spPr>
      </p:sp>
      <p:sp>
        <p:nvSpPr>
          <p:cNvPr id="518247" name="Line 103"/>
          <p:cNvSpPr/>
          <p:nvPr/>
        </p:nvSpPr>
        <p:spPr>
          <a:xfrm flipH="1">
            <a:off x="3810000" y="5105400"/>
            <a:ext cx="762000" cy="685800"/>
          </a:xfrm>
          <a:prstGeom prst="line">
            <a:avLst/>
          </a:prstGeom>
          <a:ln w="9525" cap="flat" cmpd="sng">
            <a:solidFill>
              <a:schemeClr val="tx1"/>
            </a:solidFill>
            <a:prstDash val="solid"/>
            <a:headEnd type="none" w="med" len="med"/>
            <a:tailEnd type="none" w="med" len="med"/>
          </a:ln>
        </p:spPr>
      </p:sp>
      <p:sp>
        <p:nvSpPr>
          <p:cNvPr id="518248" name="Line 104"/>
          <p:cNvSpPr/>
          <p:nvPr/>
        </p:nvSpPr>
        <p:spPr>
          <a:xfrm>
            <a:off x="2133600" y="5105400"/>
            <a:ext cx="0" cy="685800"/>
          </a:xfrm>
          <a:prstGeom prst="line">
            <a:avLst/>
          </a:prstGeom>
          <a:ln w="38100" cap="flat" cmpd="sng">
            <a:solidFill>
              <a:srgbClr val="FF3300"/>
            </a:solidFill>
            <a:prstDash val="solid"/>
            <a:headEnd type="none" w="med" len="med"/>
            <a:tailEnd type="none" w="med" len="med"/>
          </a:ln>
        </p:spPr>
      </p:sp>
      <p:sp>
        <p:nvSpPr>
          <p:cNvPr id="518249" name="Line 105"/>
          <p:cNvSpPr/>
          <p:nvPr/>
        </p:nvSpPr>
        <p:spPr>
          <a:xfrm flipH="1">
            <a:off x="2133600" y="5105400"/>
            <a:ext cx="762000" cy="685800"/>
          </a:xfrm>
          <a:prstGeom prst="line">
            <a:avLst/>
          </a:prstGeom>
          <a:ln w="38100" cap="flat" cmpd="sng">
            <a:solidFill>
              <a:srgbClr val="FF3300"/>
            </a:solidFill>
            <a:prstDash val="solid"/>
            <a:headEnd type="none" w="med" len="med"/>
            <a:tailEnd type="none" w="med" len="med"/>
          </a:ln>
        </p:spPr>
      </p:sp>
      <p:sp>
        <p:nvSpPr>
          <p:cNvPr id="518250" name="Line 106"/>
          <p:cNvSpPr/>
          <p:nvPr/>
        </p:nvSpPr>
        <p:spPr>
          <a:xfrm>
            <a:off x="2133600" y="5105400"/>
            <a:ext cx="762000" cy="0"/>
          </a:xfrm>
          <a:prstGeom prst="line">
            <a:avLst/>
          </a:prstGeom>
          <a:ln w="38100" cap="flat" cmpd="sng">
            <a:solidFill>
              <a:srgbClr val="FF3300"/>
            </a:solidFill>
            <a:prstDash val="solid"/>
            <a:headEnd type="none" w="med" len="med"/>
            <a:tailEnd type="none" w="med" len="med"/>
          </a:ln>
        </p:spPr>
      </p:sp>
      <p:sp>
        <p:nvSpPr>
          <p:cNvPr id="518251" name="Text Box 107"/>
          <p:cNvSpPr txBox="1"/>
          <p:nvPr/>
        </p:nvSpPr>
        <p:spPr>
          <a:xfrm>
            <a:off x="5410200" y="5257800"/>
            <a:ext cx="404813"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Font typeface="Arial" panose="020B0604020202020204" pitchFamily="34" charset="0"/>
              <a:buChar char="•"/>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a:spcBef>
                <a:spcPct val="0"/>
              </a:spcBef>
              <a:buFontTx/>
              <a:buNone/>
            </a:pPr>
            <a:r>
              <a:rPr lang="en-US" altLang="en-US" sz="2400" i="1" dirty="0">
                <a:solidFill>
                  <a:srgbClr val="3333FF"/>
                </a:solidFill>
                <a:latin typeface="Times New Roman" panose="02020603050405020304" pitchFamily="18" charset="0"/>
              </a:rPr>
              <a:t>H</a:t>
            </a:r>
            <a:endParaRPr lang="en-US" altLang="en-US" sz="2400" dirty="0">
              <a:latin typeface="Times New Roman" panose="02020603050405020304" pitchFamily="18" charset="0"/>
            </a:endParaRPr>
          </a:p>
        </p:txBody>
      </p:sp>
      <p:sp>
        <p:nvSpPr>
          <p:cNvPr id="518252" name="Oval 108"/>
          <p:cNvSpPr/>
          <p:nvPr/>
        </p:nvSpPr>
        <p:spPr>
          <a:xfrm>
            <a:off x="6350000" y="5029200"/>
            <a:ext cx="76200" cy="76200"/>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Font typeface="Arial" panose="020B0604020202020204" pitchFamily="34" charset="0"/>
              <a:buChar char="•"/>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eaLnBrk="1" hangingPunct="1">
              <a:spcBef>
                <a:spcPct val="0"/>
              </a:spcBef>
              <a:buFontTx/>
              <a:buNone/>
            </a:pPr>
            <a:endParaRPr lang="en-US" altLang="en-US" sz="4400" b="1" dirty="0">
              <a:latin typeface="Arial" panose="020B0604020202020204" pitchFamily="34" charset="0"/>
            </a:endParaRPr>
          </a:p>
        </p:txBody>
      </p:sp>
      <p:sp>
        <p:nvSpPr>
          <p:cNvPr id="518253" name="Oval 109"/>
          <p:cNvSpPr/>
          <p:nvPr/>
        </p:nvSpPr>
        <p:spPr>
          <a:xfrm>
            <a:off x="7188200" y="5029200"/>
            <a:ext cx="76200" cy="76200"/>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Font typeface="Arial" panose="020B0604020202020204" pitchFamily="34" charset="0"/>
              <a:buChar char="•"/>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eaLnBrk="1" hangingPunct="1">
              <a:spcBef>
                <a:spcPct val="0"/>
              </a:spcBef>
              <a:buFontTx/>
              <a:buNone/>
            </a:pPr>
            <a:endParaRPr lang="en-US" altLang="en-US" sz="4400" b="1" dirty="0">
              <a:latin typeface="Arial" panose="020B0604020202020204" pitchFamily="34" charset="0"/>
            </a:endParaRPr>
          </a:p>
        </p:txBody>
      </p:sp>
      <p:sp>
        <p:nvSpPr>
          <p:cNvPr id="518254" name="Oval 110"/>
          <p:cNvSpPr/>
          <p:nvPr/>
        </p:nvSpPr>
        <p:spPr>
          <a:xfrm>
            <a:off x="8026400" y="5029200"/>
            <a:ext cx="76200" cy="76200"/>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Font typeface="Arial" panose="020B0604020202020204" pitchFamily="34" charset="0"/>
              <a:buChar char="•"/>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eaLnBrk="1" hangingPunct="1">
              <a:spcBef>
                <a:spcPct val="0"/>
              </a:spcBef>
              <a:buFontTx/>
              <a:buNone/>
            </a:pPr>
            <a:endParaRPr lang="en-US" altLang="en-US" sz="4400" b="1" dirty="0">
              <a:latin typeface="Arial" panose="020B0604020202020204" pitchFamily="34" charset="0"/>
            </a:endParaRPr>
          </a:p>
        </p:txBody>
      </p:sp>
      <p:sp>
        <p:nvSpPr>
          <p:cNvPr id="518255" name="Oval 111"/>
          <p:cNvSpPr/>
          <p:nvPr/>
        </p:nvSpPr>
        <p:spPr>
          <a:xfrm>
            <a:off x="6350000" y="5791200"/>
            <a:ext cx="76200" cy="76200"/>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Font typeface="Arial" panose="020B0604020202020204" pitchFamily="34" charset="0"/>
              <a:buChar char="•"/>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eaLnBrk="1" hangingPunct="1">
              <a:spcBef>
                <a:spcPct val="0"/>
              </a:spcBef>
              <a:buFontTx/>
              <a:buNone/>
            </a:pPr>
            <a:endParaRPr lang="en-US" altLang="en-US" sz="4400" b="1" dirty="0">
              <a:latin typeface="Arial" panose="020B0604020202020204" pitchFamily="34" charset="0"/>
            </a:endParaRPr>
          </a:p>
        </p:txBody>
      </p:sp>
      <p:sp>
        <p:nvSpPr>
          <p:cNvPr id="518256" name="Oval 112"/>
          <p:cNvSpPr/>
          <p:nvPr/>
        </p:nvSpPr>
        <p:spPr>
          <a:xfrm>
            <a:off x="8026400" y="5791200"/>
            <a:ext cx="76200" cy="76200"/>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Font typeface="Arial" panose="020B0604020202020204" pitchFamily="34" charset="0"/>
              <a:buChar char="•"/>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eaLnBrk="1" hangingPunct="1">
              <a:spcBef>
                <a:spcPct val="0"/>
              </a:spcBef>
              <a:buFontTx/>
              <a:buNone/>
            </a:pPr>
            <a:endParaRPr lang="en-US" altLang="en-US" sz="4400" b="1" dirty="0">
              <a:latin typeface="Arial" panose="020B0604020202020204" pitchFamily="34" charset="0"/>
            </a:endParaRPr>
          </a:p>
        </p:txBody>
      </p:sp>
      <p:sp>
        <p:nvSpPr>
          <p:cNvPr id="518257" name="Oval 113"/>
          <p:cNvSpPr/>
          <p:nvPr/>
        </p:nvSpPr>
        <p:spPr>
          <a:xfrm>
            <a:off x="7188200" y="5791200"/>
            <a:ext cx="76200" cy="76200"/>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Font typeface="Arial" panose="020B0604020202020204" pitchFamily="34" charset="0"/>
              <a:buChar char="•"/>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eaLnBrk="1" hangingPunct="1">
              <a:spcBef>
                <a:spcPct val="0"/>
              </a:spcBef>
              <a:buFontTx/>
              <a:buNone/>
            </a:pPr>
            <a:endParaRPr lang="en-US" altLang="en-US" sz="4400" b="1" dirty="0">
              <a:latin typeface="Arial" panose="020B0604020202020204" pitchFamily="34" charset="0"/>
            </a:endParaRPr>
          </a:p>
        </p:txBody>
      </p:sp>
      <p:sp>
        <p:nvSpPr>
          <p:cNvPr id="518258" name="Oval 114"/>
          <p:cNvSpPr/>
          <p:nvPr/>
        </p:nvSpPr>
        <p:spPr>
          <a:xfrm>
            <a:off x="8864600" y="5791200"/>
            <a:ext cx="76200" cy="76200"/>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Font typeface="Arial" panose="020B0604020202020204" pitchFamily="34" charset="0"/>
              <a:buChar char="•"/>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eaLnBrk="1" hangingPunct="1">
              <a:spcBef>
                <a:spcPct val="0"/>
              </a:spcBef>
              <a:buFontTx/>
              <a:buNone/>
            </a:pPr>
            <a:endParaRPr lang="en-US" altLang="en-US" sz="4400" b="1" dirty="0">
              <a:latin typeface="Arial" panose="020B0604020202020204" pitchFamily="34" charset="0"/>
            </a:endParaRPr>
          </a:p>
        </p:txBody>
      </p:sp>
      <p:sp>
        <p:nvSpPr>
          <p:cNvPr id="518259" name="Oval 115"/>
          <p:cNvSpPr/>
          <p:nvPr/>
        </p:nvSpPr>
        <p:spPr>
          <a:xfrm>
            <a:off x="8864600" y="5029200"/>
            <a:ext cx="76200" cy="76200"/>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Font typeface="Arial" panose="020B0604020202020204" pitchFamily="34" charset="0"/>
              <a:buChar char="•"/>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eaLnBrk="1" hangingPunct="1">
              <a:spcBef>
                <a:spcPct val="0"/>
              </a:spcBef>
              <a:buFontTx/>
              <a:buNone/>
            </a:pPr>
            <a:endParaRPr lang="en-US" altLang="en-US" sz="4400" b="1" dirty="0">
              <a:latin typeface="Arial" panose="020B0604020202020204" pitchFamily="34" charset="0"/>
            </a:endParaRPr>
          </a:p>
        </p:txBody>
      </p:sp>
      <p:sp>
        <p:nvSpPr>
          <p:cNvPr id="518260" name="Line 116"/>
          <p:cNvSpPr/>
          <p:nvPr/>
        </p:nvSpPr>
        <p:spPr>
          <a:xfrm>
            <a:off x="8102600" y="5791200"/>
            <a:ext cx="762000" cy="0"/>
          </a:xfrm>
          <a:prstGeom prst="line">
            <a:avLst/>
          </a:prstGeom>
          <a:ln w="9525" cap="flat" cmpd="sng">
            <a:solidFill>
              <a:schemeClr val="tx1"/>
            </a:solidFill>
            <a:prstDash val="solid"/>
            <a:headEnd type="none" w="med" len="med"/>
            <a:tailEnd type="none" w="med" len="med"/>
          </a:ln>
        </p:spPr>
      </p:sp>
      <p:sp>
        <p:nvSpPr>
          <p:cNvPr id="518261" name="Line 117"/>
          <p:cNvSpPr/>
          <p:nvPr/>
        </p:nvSpPr>
        <p:spPr>
          <a:xfrm>
            <a:off x="8864600" y="5105400"/>
            <a:ext cx="0" cy="685800"/>
          </a:xfrm>
          <a:prstGeom prst="line">
            <a:avLst/>
          </a:prstGeom>
          <a:ln w="9525" cap="flat" cmpd="sng">
            <a:solidFill>
              <a:schemeClr val="tx1"/>
            </a:solidFill>
            <a:prstDash val="solid"/>
            <a:headEnd type="none" w="med" len="med"/>
            <a:tailEnd type="none" w="med" len="med"/>
          </a:ln>
        </p:spPr>
      </p:sp>
      <p:sp>
        <p:nvSpPr>
          <p:cNvPr id="518262" name="Line 118"/>
          <p:cNvSpPr/>
          <p:nvPr/>
        </p:nvSpPr>
        <p:spPr>
          <a:xfrm flipH="1">
            <a:off x="8102600" y="5105400"/>
            <a:ext cx="762000" cy="685800"/>
          </a:xfrm>
          <a:prstGeom prst="line">
            <a:avLst/>
          </a:prstGeom>
          <a:ln w="9525" cap="flat" cmpd="sng">
            <a:solidFill>
              <a:schemeClr val="tx1"/>
            </a:solidFill>
            <a:prstDash val="solid"/>
            <a:headEnd type="none" w="med" len="med"/>
            <a:tailEnd type="none" w="med" len="med"/>
          </a:ln>
        </p:spPr>
      </p:sp>
      <p:sp>
        <p:nvSpPr>
          <p:cNvPr id="36964" name="Text Box 119"/>
          <p:cNvSpPr txBox="1"/>
          <p:nvPr/>
        </p:nvSpPr>
        <p:spPr>
          <a:xfrm>
            <a:off x="1981200" y="4724400"/>
            <a:ext cx="2895600" cy="1465263"/>
          </a:xfrm>
          <a:prstGeom prst="rect">
            <a:avLst/>
          </a:prstGeom>
          <a:noFill/>
          <a:ln w="9525">
            <a:noFill/>
          </a:ln>
        </p:spPr>
        <p:txBody>
          <a:bodyPr>
            <a:spAutoFit/>
          </a:bodyPr>
          <a:lstStyle>
            <a:lvl1pPr marL="342900" indent="-342900" algn="l" rtl="0" eaLnBrk="0" fontAlgn="base" hangingPunct="0">
              <a:spcBef>
                <a:spcPct val="20000"/>
              </a:spcBef>
              <a:spcAft>
                <a:spcPct val="0"/>
              </a:spcAft>
              <a:buFont typeface="Arial" panose="020B0604020202020204" pitchFamily="34" charset="0"/>
              <a:buChar char="•"/>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a:spcBef>
                <a:spcPct val="0"/>
              </a:spcBef>
              <a:buFontTx/>
              <a:buNone/>
            </a:pPr>
            <a:r>
              <a:rPr lang="en-US" altLang="en-US" sz="1800" dirty="0">
                <a:latin typeface="Times New Roman" panose="02020603050405020304" pitchFamily="18" charset="0"/>
              </a:rPr>
              <a:t>1            3            5            7   </a:t>
            </a:r>
          </a:p>
          <a:p>
            <a:pPr marL="0" lvl="0" indent="0">
              <a:spcBef>
                <a:spcPct val="0"/>
              </a:spcBef>
              <a:buFontTx/>
              <a:buNone/>
            </a:pPr>
            <a:r>
              <a:rPr lang="en-US" altLang="en-US" sz="1800" dirty="0">
                <a:latin typeface="Times New Roman" panose="02020603050405020304" pitchFamily="18" charset="0"/>
              </a:rPr>
              <a:t>	</a:t>
            </a:r>
          </a:p>
          <a:p>
            <a:pPr marL="0" lvl="0" indent="0">
              <a:spcBef>
                <a:spcPct val="0"/>
              </a:spcBef>
              <a:buFontTx/>
              <a:buNone/>
            </a:pPr>
            <a:r>
              <a:rPr lang="en-US" altLang="en-US" sz="1800" dirty="0">
                <a:latin typeface="Times New Roman" panose="02020603050405020304" pitchFamily="18" charset="0"/>
              </a:rPr>
              <a:t>		</a:t>
            </a:r>
          </a:p>
          <a:p>
            <a:pPr marL="0" lvl="0" indent="0">
              <a:spcBef>
                <a:spcPct val="0"/>
              </a:spcBef>
              <a:buFontTx/>
              <a:buNone/>
            </a:pPr>
            <a:endParaRPr lang="en-US" altLang="en-US" sz="1800" dirty="0">
              <a:latin typeface="Times New Roman" panose="02020603050405020304" pitchFamily="18" charset="0"/>
            </a:endParaRPr>
          </a:p>
          <a:p>
            <a:pPr marL="0" lvl="0" indent="0">
              <a:spcBef>
                <a:spcPct val="0"/>
              </a:spcBef>
              <a:buFontTx/>
              <a:buNone/>
            </a:pPr>
            <a:r>
              <a:rPr lang="en-US" altLang="en-US" sz="1800" dirty="0">
                <a:latin typeface="Times New Roman" panose="02020603050405020304" pitchFamily="18" charset="0"/>
              </a:rPr>
              <a:t>2            4            6             8</a:t>
            </a:r>
          </a:p>
        </p:txBody>
      </p:sp>
      <p:sp>
        <p:nvSpPr>
          <p:cNvPr id="36965" name="Text Box 120"/>
          <p:cNvSpPr txBox="1"/>
          <p:nvPr/>
        </p:nvSpPr>
        <p:spPr>
          <a:xfrm>
            <a:off x="6273800" y="4724400"/>
            <a:ext cx="2870200" cy="1465263"/>
          </a:xfrm>
          <a:prstGeom prst="rect">
            <a:avLst/>
          </a:prstGeom>
          <a:noFill/>
          <a:ln w="9525">
            <a:noFill/>
          </a:ln>
        </p:spPr>
        <p:txBody>
          <a:bodyPr wrap="none">
            <a:spAutoFit/>
          </a:bodyPr>
          <a:lstStyle>
            <a:lvl1pPr marL="342900" indent="-342900" algn="l" rtl="0" eaLnBrk="0" fontAlgn="base" hangingPunct="0">
              <a:spcBef>
                <a:spcPct val="20000"/>
              </a:spcBef>
              <a:spcAft>
                <a:spcPct val="0"/>
              </a:spcAft>
              <a:buFont typeface="Arial" panose="020B0604020202020204" pitchFamily="34" charset="0"/>
              <a:buChar char="•"/>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a:spcBef>
                <a:spcPct val="0"/>
              </a:spcBef>
              <a:buFontTx/>
              <a:buNone/>
            </a:pPr>
            <a:r>
              <a:rPr lang="en-US" altLang="en-US" sz="1800" dirty="0">
                <a:latin typeface="Times New Roman" panose="02020603050405020304" pitchFamily="18" charset="0"/>
              </a:rPr>
              <a:t>1            3            5            7   </a:t>
            </a:r>
          </a:p>
          <a:p>
            <a:pPr marL="0" lvl="0" indent="0">
              <a:spcBef>
                <a:spcPct val="0"/>
              </a:spcBef>
              <a:buFontTx/>
              <a:buNone/>
            </a:pPr>
            <a:endParaRPr lang="en-US" altLang="en-US" sz="1800" dirty="0">
              <a:latin typeface="Times New Roman" panose="02020603050405020304" pitchFamily="18" charset="0"/>
            </a:endParaRPr>
          </a:p>
          <a:p>
            <a:pPr marL="0" lvl="0" indent="0">
              <a:spcBef>
                <a:spcPct val="0"/>
              </a:spcBef>
              <a:buFontTx/>
              <a:buNone/>
            </a:pPr>
            <a:endParaRPr lang="en-US" altLang="en-US" sz="1800" dirty="0">
              <a:latin typeface="Times New Roman" panose="02020603050405020304" pitchFamily="18" charset="0"/>
            </a:endParaRPr>
          </a:p>
          <a:p>
            <a:pPr marL="0" lvl="0" indent="0">
              <a:spcBef>
                <a:spcPct val="0"/>
              </a:spcBef>
              <a:buFontTx/>
              <a:buNone/>
            </a:pPr>
            <a:endParaRPr lang="en-US" altLang="en-US" sz="1800" dirty="0">
              <a:latin typeface="Times New Roman" panose="02020603050405020304" pitchFamily="18" charset="0"/>
            </a:endParaRPr>
          </a:p>
          <a:p>
            <a:pPr marL="0" lvl="0" indent="0">
              <a:spcBef>
                <a:spcPct val="0"/>
              </a:spcBef>
              <a:buFontTx/>
              <a:buNone/>
            </a:pPr>
            <a:r>
              <a:rPr lang="en-US" altLang="en-US" sz="1800" dirty="0">
                <a:latin typeface="Times New Roman" panose="02020603050405020304" pitchFamily="18" charset="0"/>
              </a:rPr>
              <a:t>2            4            </a:t>
            </a:r>
            <a:r>
              <a:rPr lang="en-US" altLang="en-US" sz="1800" b="1" dirty="0">
                <a:solidFill>
                  <a:srgbClr val="FF3300"/>
                </a:solidFill>
                <a:latin typeface="Times New Roman" panose="02020603050405020304" pitchFamily="18" charset="0"/>
              </a:rPr>
              <a:t>6</a:t>
            </a:r>
            <a:r>
              <a:rPr lang="en-US" altLang="en-US" sz="1800" dirty="0">
                <a:latin typeface="Times New Roman" panose="02020603050405020304" pitchFamily="18" charset="0"/>
              </a:rPr>
              <a:t>             8</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518166"/>
                                        </p:tgtEl>
                                        <p:attrNameLst>
                                          <p:attrName>style.visibility</p:attrName>
                                        </p:attrNameLst>
                                      </p:cBhvr>
                                      <p:to>
                                        <p:strVal val="visible"/>
                                      </p:to>
                                    </p:set>
                                  </p:childTnLst>
                                </p:cTn>
                              </p:par>
                            </p:childTnLst>
                          </p:cTn>
                        </p:par>
                        <p:par>
                          <p:cTn id="7" fill="hold">
                            <p:stCondLst>
                              <p:cond delay="500"/>
                            </p:stCondLst>
                            <p:childTnLst>
                              <p:par>
                                <p:cTn id="8" presetID="1" presetClass="entr" presetSubtype="0" fill="hold" grpId="0" nodeType="afterEffect">
                                  <p:stCondLst>
                                    <p:cond delay="0"/>
                                  </p:stCondLst>
                                  <p:childTnLst>
                                    <p:set>
                                      <p:cBhvr>
                                        <p:cTn id="9" dur="1" fill="hold">
                                          <p:stCondLst>
                                            <p:cond delay="499"/>
                                          </p:stCondLst>
                                        </p:cTn>
                                        <p:tgtEl>
                                          <p:spTgt spid="518167"/>
                                        </p:tgtEl>
                                        <p:attrNameLst>
                                          <p:attrName>style.visibility</p:attrName>
                                        </p:attrNameLst>
                                      </p:cBhvr>
                                      <p:to>
                                        <p:strVal val="visible"/>
                                      </p:to>
                                    </p:set>
                                  </p:childTnLst>
                                </p:cTn>
                              </p:par>
                            </p:childTnLst>
                          </p:cTn>
                        </p:par>
                        <p:par>
                          <p:cTn id="10" fill="hold">
                            <p:stCondLst>
                              <p:cond delay="1000"/>
                            </p:stCondLst>
                            <p:childTnLst>
                              <p:par>
                                <p:cTn id="11" presetID="1" presetClass="entr" presetSubtype="0" fill="hold" grpId="0" nodeType="afterEffect">
                                  <p:stCondLst>
                                    <p:cond delay="0"/>
                                  </p:stCondLst>
                                  <p:childTnLst>
                                    <p:set>
                                      <p:cBhvr>
                                        <p:cTn id="12" dur="1" fill="hold">
                                          <p:stCondLst>
                                            <p:cond delay="499"/>
                                          </p:stCondLst>
                                        </p:cTn>
                                        <p:tgtEl>
                                          <p:spTgt spid="518168"/>
                                        </p:tgtEl>
                                        <p:attrNameLst>
                                          <p:attrName>style.visibility</p:attrName>
                                        </p:attrNameLst>
                                      </p:cBhvr>
                                      <p:to>
                                        <p:strVal val="visible"/>
                                      </p:to>
                                    </p:set>
                                  </p:childTnLst>
                                </p:cTn>
                              </p:par>
                            </p:childTnLst>
                          </p:cTn>
                        </p:par>
                        <p:par>
                          <p:cTn id="13" fill="hold">
                            <p:stCondLst>
                              <p:cond delay="1500"/>
                            </p:stCondLst>
                            <p:childTnLst>
                              <p:par>
                                <p:cTn id="14" presetID="1" presetClass="entr" presetSubtype="0" fill="hold" grpId="0" nodeType="afterEffect">
                                  <p:stCondLst>
                                    <p:cond delay="0"/>
                                  </p:stCondLst>
                                  <p:childTnLst>
                                    <p:set>
                                      <p:cBhvr>
                                        <p:cTn id="15" dur="1" fill="hold">
                                          <p:stCondLst>
                                            <p:cond delay="499"/>
                                          </p:stCondLst>
                                        </p:cTn>
                                        <p:tgtEl>
                                          <p:spTgt spid="518169"/>
                                        </p:tgtEl>
                                        <p:attrNameLst>
                                          <p:attrName>style.visibility</p:attrName>
                                        </p:attrNameLst>
                                      </p:cBhvr>
                                      <p:to>
                                        <p:strVal val="visible"/>
                                      </p:to>
                                    </p:set>
                                  </p:childTnLst>
                                </p:cTn>
                              </p:par>
                            </p:childTnLst>
                          </p:cTn>
                        </p:par>
                        <p:par>
                          <p:cTn id="16" fill="hold">
                            <p:stCondLst>
                              <p:cond delay="2000"/>
                            </p:stCondLst>
                            <p:childTnLst>
                              <p:par>
                                <p:cTn id="17" presetID="1" presetClass="entr" presetSubtype="0" fill="hold" grpId="0" nodeType="afterEffect">
                                  <p:stCondLst>
                                    <p:cond delay="0"/>
                                  </p:stCondLst>
                                  <p:childTnLst>
                                    <p:set>
                                      <p:cBhvr>
                                        <p:cTn id="18" dur="1" fill="hold">
                                          <p:stCondLst>
                                            <p:cond delay="499"/>
                                          </p:stCondLst>
                                        </p:cTn>
                                        <p:tgtEl>
                                          <p:spTgt spid="518170"/>
                                        </p:tgtEl>
                                        <p:attrNameLst>
                                          <p:attrName>style.visibility</p:attrName>
                                        </p:attrNameLst>
                                      </p:cBhvr>
                                      <p:to>
                                        <p:strVal val="visible"/>
                                      </p:to>
                                    </p:set>
                                  </p:childTnLst>
                                </p:cTn>
                              </p:par>
                            </p:childTnLst>
                          </p:cTn>
                        </p:par>
                        <p:par>
                          <p:cTn id="19" fill="hold">
                            <p:stCondLst>
                              <p:cond delay="2500"/>
                            </p:stCondLst>
                            <p:childTnLst>
                              <p:par>
                                <p:cTn id="20" presetID="1" presetClass="entr" presetSubtype="0" fill="hold" grpId="0" nodeType="afterEffect">
                                  <p:stCondLst>
                                    <p:cond delay="0"/>
                                  </p:stCondLst>
                                  <p:childTnLst>
                                    <p:set>
                                      <p:cBhvr>
                                        <p:cTn id="21" dur="1" fill="hold">
                                          <p:stCondLst>
                                            <p:cond delay="499"/>
                                          </p:stCondLst>
                                        </p:cTn>
                                        <p:tgtEl>
                                          <p:spTgt spid="518171"/>
                                        </p:tgtEl>
                                        <p:attrNameLst>
                                          <p:attrName>style.visibility</p:attrName>
                                        </p:attrNameLst>
                                      </p:cBhvr>
                                      <p:to>
                                        <p:strVal val="visible"/>
                                      </p:to>
                                    </p:set>
                                  </p:childTnLst>
                                </p:cTn>
                              </p:par>
                            </p:childTnLst>
                          </p:cTn>
                        </p:par>
                        <p:par>
                          <p:cTn id="22" fill="hold">
                            <p:stCondLst>
                              <p:cond delay="3000"/>
                            </p:stCondLst>
                            <p:childTnLst>
                              <p:par>
                                <p:cTn id="23" presetID="1" presetClass="entr" presetSubtype="0" fill="hold" grpId="0" nodeType="afterEffect">
                                  <p:stCondLst>
                                    <p:cond delay="0"/>
                                  </p:stCondLst>
                                  <p:childTnLst>
                                    <p:set>
                                      <p:cBhvr>
                                        <p:cTn id="24" dur="1" fill="hold">
                                          <p:stCondLst>
                                            <p:cond delay="499"/>
                                          </p:stCondLst>
                                        </p:cTn>
                                        <p:tgtEl>
                                          <p:spTgt spid="518172"/>
                                        </p:tgtEl>
                                        <p:attrNameLst>
                                          <p:attrName>style.visibility</p:attrName>
                                        </p:attrNameLst>
                                      </p:cBhvr>
                                      <p:to>
                                        <p:strVal val="visible"/>
                                      </p:to>
                                    </p:set>
                                  </p:childTnLst>
                                </p:cTn>
                              </p:par>
                            </p:childTnLst>
                          </p:cTn>
                        </p:par>
                        <p:par>
                          <p:cTn id="25" fill="hold">
                            <p:stCondLst>
                              <p:cond delay="3500"/>
                            </p:stCondLst>
                            <p:childTnLst>
                              <p:par>
                                <p:cTn id="26" presetID="1" presetClass="entr" presetSubtype="0" fill="hold" grpId="0" nodeType="afterEffect">
                                  <p:stCondLst>
                                    <p:cond delay="0"/>
                                  </p:stCondLst>
                                  <p:childTnLst>
                                    <p:set>
                                      <p:cBhvr>
                                        <p:cTn id="27" dur="1" fill="hold">
                                          <p:stCondLst>
                                            <p:cond delay="499"/>
                                          </p:stCondLst>
                                        </p:cTn>
                                        <p:tgtEl>
                                          <p:spTgt spid="518173"/>
                                        </p:tgtEl>
                                        <p:attrNameLst>
                                          <p:attrName>style.visibility</p:attrName>
                                        </p:attrNameLst>
                                      </p:cBhvr>
                                      <p:to>
                                        <p:strVal val="visible"/>
                                      </p:to>
                                    </p:set>
                                  </p:childTnLst>
                                </p:cTn>
                              </p:par>
                            </p:childTnLst>
                          </p:cTn>
                        </p:par>
                        <p:par>
                          <p:cTn id="28" fill="hold">
                            <p:stCondLst>
                              <p:cond delay="4000"/>
                            </p:stCondLst>
                            <p:childTnLst>
                              <p:par>
                                <p:cTn id="29" presetID="1" presetClass="entr" presetSubtype="0" fill="hold" grpId="0" nodeType="afterEffect">
                                  <p:stCondLst>
                                    <p:cond delay="0"/>
                                  </p:stCondLst>
                                  <p:childTnLst>
                                    <p:set>
                                      <p:cBhvr>
                                        <p:cTn id="30" dur="1" fill="hold">
                                          <p:stCondLst>
                                            <p:cond delay="499"/>
                                          </p:stCondLst>
                                        </p:cTn>
                                        <p:tgtEl>
                                          <p:spTgt spid="518174"/>
                                        </p:tgtEl>
                                        <p:attrNameLst>
                                          <p:attrName>style.visibility</p:attrName>
                                        </p:attrNameLst>
                                      </p:cBhvr>
                                      <p:to>
                                        <p:strVal val="visible"/>
                                      </p:to>
                                    </p:set>
                                  </p:childTnLst>
                                </p:cTn>
                              </p:par>
                            </p:childTnLst>
                          </p:cTn>
                        </p:par>
                        <p:par>
                          <p:cTn id="31" fill="hold">
                            <p:stCondLst>
                              <p:cond delay="4500"/>
                            </p:stCondLst>
                            <p:childTnLst>
                              <p:par>
                                <p:cTn id="32" presetID="1" presetClass="entr" presetSubtype="0" fill="hold" nodeType="afterEffect">
                                  <p:stCondLst>
                                    <p:cond delay="0"/>
                                  </p:stCondLst>
                                  <p:childTnLst>
                                    <p:set>
                                      <p:cBhvr>
                                        <p:cTn id="33" dur="1" fill="hold">
                                          <p:stCondLst>
                                            <p:cond delay="499"/>
                                          </p:stCondLst>
                                        </p:cTn>
                                        <p:tgtEl>
                                          <p:spTgt spid="518175"/>
                                        </p:tgtEl>
                                        <p:attrNameLst>
                                          <p:attrName>style.visibility</p:attrName>
                                        </p:attrNameLst>
                                      </p:cBhvr>
                                      <p:to>
                                        <p:strVal val="visible"/>
                                      </p:to>
                                    </p:set>
                                  </p:childTnLst>
                                </p:cTn>
                              </p:par>
                            </p:childTnLst>
                          </p:cTn>
                        </p:par>
                        <p:par>
                          <p:cTn id="34" fill="hold">
                            <p:stCondLst>
                              <p:cond delay="5000"/>
                            </p:stCondLst>
                            <p:childTnLst>
                              <p:par>
                                <p:cTn id="35" presetID="1" presetClass="entr" presetSubtype="0" fill="hold" nodeType="afterEffect">
                                  <p:stCondLst>
                                    <p:cond delay="0"/>
                                  </p:stCondLst>
                                  <p:childTnLst>
                                    <p:set>
                                      <p:cBhvr>
                                        <p:cTn id="36" dur="1" fill="hold">
                                          <p:stCondLst>
                                            <p:cond delay="499"/>
                                          </p:stCondLst>
                                        </p:cTn>
                                        <p:tgtEl>
                                          <p:spTgt spid="518176"/>
                                        </p:tgtEl>
                                        <p:attrNameLst>
                                          <p:attrName>style.visibility</p:attrName>
                                        </p:attrNameLst>
                                      </p:cBhvr>
                                      <p:to>
                                        <p:strVal val="visible"/>
                                      </p:to>
                                    </p:set>
                                  </p:childTnLst>
                                </p:cTn>
                              </p:par>
                            </p:childTnLst>
                          </p:cTn>
                        </p:par>
                        <p:par>
                          <p:cTn id="37" fill="hold">
                            <p:stCondLst>
                              <p:cond delay="5500"/>
                            </p:stCondLst>
                            <p:childTnLst>
                              <p:par>
                                <p:cTn id="38" presetID="1" presetClass="entr" presetSubtype="0" fill="hold" nodeType="afterEffect">
                                  <p:stCondLst>
                                    <p:cond delay="0"/>
                                  </p:stCondLst>
                                  <p:childTnLst>
                                    <p:set>
                                      <p:cBhvr>
                                        <p:cTn id="39" dur="1" fill="hold">
                                          <p:stCondLst>
                                            <p:cond delay="499"/>
                                          </p:stCondLst>
                                        </p:cTn>
                                        <p:tgtEl>
                                          <p:spTgt spid="518177"/>
                                        </p:tgtEl>
                                        <p:attrNameLst>
                                          <p:attrName>style.visibility</p:attrName>
                                        </p:attrNameLst>
                                      </p:cBhvr>
                                      <p:to>
                                        <p:strVal val="visible"/>
                                      </p:to>
                                    </p:set>
                                  </p:childTnLst>
                                </p:cTn>
                              </p:par>
                            </p:childTnLst>
                          </p:cTn>
                        </p:par>
                        <p:par>
                          <p:cTn id="40" fill="hold">
                            <p:stCondLst>
                              <p:cond delay="6000"/>
                            </p:stCondLst>
                            <p:childTnLst>
                              <p:par>
                                <p:cTn id="41" presetID="1" presetClass="entr" presetSubtype="0" fill="hold" nodeType="afterEffect">
                                  <p:stCondLst>
                                    <p:cond delay="0"/>
                                  </p:stCondLst>
                                  <p:childTnLst>
                                    <p:set>
                                      <p:cBhvr>
                                        <p:cTn id="42" dur="1" fill="hold">
                                          <p:stCondLst>
                                            <p:cond delay="499"/>
                                          </p:stCondLst>
                                        </p:cTn>
                                        <p:tgtEl>
                                          <p:spTgt spid="518178"/>
                                        </p:tgtEl>
                                        <p:attrNameLst>
                                          <p:attrName>style.visibility</p:attrName>
                                        </p:attrNameLst>
                                      </p:cBhvr>
                                      <p:to>
                                        <p:strVal val="visible"/>
                                      </p:to>
                                    </p:set>
                                  </p:childTnLst>
                                </p:cTn>
                              </p:par>
                            </p:childTnLst>
                          </p:cTn>
                        </p:par>
                        <p:par>
                          <p:cTn id="43" fill="hold">
                            <p:stCondLst>
                              <p:cond delay="6500"/>
                            </p:stCondLst>
                            <p:childTnLst>
                              <p:par>
                                <p:cTn id="44" presetID="1" presetClass="entr" presetSubtype="0" fill="hold" nodeType="afterEffect">
                                  <p:stCondLst>
                                    <p:cond delay="0"/>
                                  </p:stCondLst>
                                  <p:childTnLst>
                                    <p:set>
                                      <p:cBhvr>
                                        <p:cTn id="45" dur="1" fill="hold">
                                          <p:stCondLst>
                                            <p:cond delay="499"/>
                                          </p:stCondLst>
                                        </p:cTn>
                                        <p:tgtEl>
                                          <p:spTgt spid="518179"/>
                                        </p:tgtEl>
                                        <p:attrNameLst>
                                          <p:attrName>style.visibility</p:attrName>
                                        </p:attrNameLst>
                                      </p:cBhvr>
                                      <p:to>
                                        <p:strVal val="visible"/>
                                      </p:to>
                                    </p:set>
                                  </p:childTnLst>
                                </p:cTn>
                              </p:par>
                            </p:childTnLst>
                          </p:cTn>
                        </p:par>
                        <p:par>
                          <p:cTn id="46" fill="hold">
                            <p:stCondLst>
                              <p:cond delay="7000"/>
                            </p:stCondLst>
                            <p:childTnLst>
                              <p:par>
                                <p:cTn id="47" presetID="1" presetClass="entr" presetSubtype="0" fill="hold" nodeType="afterEffect">
                                  <p:stCondLst>
                                    <p:cond delay="0"/>
                                  </p:stCondLst>
                                  <p:childTnLst>
                                    <p:set>
                                      <p:cBhvr>
                                        <p:cTn id="48" dur="1" fill="hold">
                                          <p:stCondLst>
                                            <p:cond delay="499"/>
                                          </p:stCondLst>
                                        </p:cTn>
                                        <p:tgtEl>
                                          <p:spTgt spid="518180"/>
                                        </p:tgtEl>
                                        <p:attrNameLst>
                                          <p:attrName>style.visibility</p:attrName>
                                        </p:attrNameLst>
                                      </p:cBhvr>
                                      <p:to>
                                        <p:strVal val="visible"/>
                                      </p:to>
                                    </p:set>
                                  </p:childTnLst>
                                </p:cTn>
                              </p:par>
                            </p:childTnLst>
                          </p:cTn>
                        </p:par>
                        <p:par>
                          <p:cTn id="49" fill="hold">
                            <p:stCondLst>
                              <p:cond delay="7500"/>
                            </p:stCondLst>
                            <p:childTnLst>
                              <p:par>
                                <p:cTn id="50" presetID="1" presetClass="entr" presetSubtype="0" fill="hold" nodeType="afterEffect">
                                  <p:stCondLst>
                                    <p:cond delay="0"/>
                                  </p:stCondLst>
                                  <p:childTnLst>
                                    <p:set>
                                      <p:cBhvr>
                                        <p:cTn id="51" dur="1" fill="hold">
                                          <p:stCondLst>
                                            <p:cond delay="499"/>
                                          </p:stCondLst>
                                        </p:cTn>
                                        <p:tgtEl>
                                          <p:spTgt spid="518181"/>
                                        </p:tgtEl>
                                        <p:attrNameLst>
                                          <p:attrName>style.visibility</p:attrName>
                                        </p:attrNameLst>
                                      </p:cBhvr>
                                      <p:to>
                                        <p:strVal val="visible"/>
                                      </p:to>
                                    </p:set>
                                  </p:childTnLst>
                                </p:cTn>
                              </p:par>
                            </p:childTnLst>
                          </p:cTn>
                        </p:par>
                        <p:par>
                          <p:cTn id="52" fill="hold">
                            <p:stCondLst>
                              <p:cond delay="8000"/>
                            </p:stCondLst>
                            <p:childTnLst>
                              <p:par>
                                <p:cTn id="53" presetID="1" presetClass="entr" presetSubtype="0" fill="hold" nodeType="afterEffect">
                                  <p:stCondLst>
                                    <p:cond delay="0"/>
                                  </p:stCondLst>
                                  <p:childTnLst>
                                    <p:set>
                                      <p:cBhvr>
                                        <p:cTn id="54" dur="1" fill="hold">
                                          <p:stCondLst>
                                            <p:cond delay="499"/>
                                          </p:stCondLst>
                                        </p:cTn>
                                        <p:tgtEl>
                                          <p:spTgt spid="518182"/>
                                        </p:tgtEl>
                                        <p:attrNameLst>
                                          <p:attrName>style.visibility</p:attrName>
                                        </p:attrNameLst>
                                      </p:cBhvr>
                                      <p:to>
                                        <p:strVal val="visible"/>
                                      </p:to>
                                    </p:set>
                                  </p:childTnLst>
                                </p:cTn>
                              </p:par>
                            </p:childTnLst>
                          </p:cTn>
                        </p:par>
                        <p:par>
                          <p:cTn id="55" fill="hold">
                            <p:stCondLst>
                              <p:cond delay="8500"/>
                            </p:stCondLst>
                            <p:childTnLst>
                              <p:par>
                                <p:cTn id="56" presetID="1" presetClass="entr" presetSubtype="0" fill="hold" nodeType="afterEffect">
                                  <p:stCondLst>
                                    <p:cond delay="0"/>
                                  </p:stCondLst>
                                  <p:childTnLst>
                                    <p:set>
                                      <p:cBhvr>
                                        <p:cTn id="57" dur="1" fill="hold">
                                          <p:stCondLst>
                                            <p:cond delay="499"/>
                                          </p:stCondLst>
                                        </p:cTn>
                                        <p:tgtEl>
                                          <p:spTgt spid="518183"/>
                                        </p:tgtEl>
                                        <p:attrNameLst>
                                          <p:attrName>style.visibility</p:attrName>
                                        </p:attrNameLst>
                                      </p:cBhvr>
                                      <p:to>
                                        <p:strVal val="visible"/>
                                      </p:to>
                                    </p:set>
                                  </p:childTnLst>
                                </p:cTn>
                              </p:par>
                            </p:childTnLst>
                          </p:cTn>
                        </p:par>
                        <p:par>
                          <p:cTn id="58" fill="hold">
                            <p:stCondLst>
                              <p:cond delay="9000"/>
                            </p:stCondLst>
                            <p:childTnLst>
                              <p:par>
                                <p:cTn id="59" presetID="1" presetClass="entr" presetSubtype="0" fill="hold" nodeType="afterEffect">
                                  <p:stCondLst>
                                    <p:cond delay="0"/>
                                  </p:stCondLst>
                                  <p:childTnLst>
                                    <p:set>
                                      <p:cBhvr>
                                        <p:cTn id="60" dur="1" fill="hold">
                                          <p:stCondLst>
                                            <p:cond delay="499"/>
                                          </p:stCondLst>
                                        </p:cTn>
                                        <p:tgtEl>
                                          <p:spTgt spid="518184"/>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nodeType="clickEffect">
                                  <p:stCondLst>
                                    <p:cond delay="0"/>
                                  </p:stCondLst>
                                  <p:childTnLst>
                                    <p:set>
                                      <p:cBhvr>
                                        <p:cTn id="64" dur="1" fill="hold">
                                          <p:stCondLst>
                                            <p:cond delay="499"/>
                                          </p:stCondLst>
                                        </p:cTn>
                                        <p:tgtEl>
                                          <p:spTgt spid="518185"/>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nodeType="clickEffect">
                                  <p:stCondLst>
                                    <p:cond delay="0"/>
                                  </p:stCondLst>
                                  <p:childTnLst>
                                    <p:set>
                                      <p:cBhvr>
                                        <p:cTn id="68" dur="1" fill="hold">
                                          <p:stCondLst>
                                            <p:cond delay="499"/>
                                          </p:stCondLst>
                                        </p:cTn>
                                        <p:tgtEl>
                                          <p:spTgt spid="518186"/>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nodeType="clickEffect">
                                  <p:stCondLst>
                                    <p:cond delay="0"/>
                                  </p:stCondLst>
                                  <p:childTnLst>
                                    <p:set>
                                      <p:cBhvr>
                                        <p:cTn id="72" dur="1" fill="hold">
                                          <p:stCondLst>
                                            <p:cond delay="499"/>
                                          </p:stCondLst>
                                        </p:cTn>
                                        <p:tgtEl>
                                          <p:spTgt spid="518187"/>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grpId="0" nodeType="clickEffect">
                                  <p:stCondLst>
                                    <p:cond delay="0"/>
                                  </p:stCondLst>
                                  <p:childTnLst>
                                    <p:set>
                                      <p:cBhvr>
                                        <p:cTn id="76" dur="1" fill="hold">
                                          <p:stCondLst>
                                            <p:cond delay="499"/>
                                          </p:stCondLst>
                                        </p:cTn>
                                        <p:tgtEl>
                                          <p:spTgt spid="518188"/>
                                        </p:tgtEl>
                                        <p:attrNameLst>
                                          <p:attrName>style.visibility</p:attrName>
                                        </p:attrNameLst>
                                      </p:cBhvr>
                                      <p:to>
                                        <p:strVal val="visible"/>
                                      </p:to>
                                    </p:set>
                                  </p:childTnLst>
                                </p:cTn>
                              </p:par>
                            </p:childTnLst>
                          </p:cTn>
                        </p:par>
                        <p:par>
                          <p:cTn id="77" fill="hold">
                            <p:stCondLst>
                              <p:cond delay="500"/>
                            </p:stCondLst>
                            <p:childTnLst>
                              <p:par>
                                <p:cTn id="78" presetID="1" presetClass="entr" presetSubtype="0" fill="hold" grpId="0" nodeType="afterEffect">
                                  <p:stCondLst>
                                    <p:cond delay="0"/>
                                  </p:stCondLst>
                                  <p:childTnLst>
                                    <p:set>
                                      <p:cBhvr>
                                        <p:cTn id="79" dur="1" fill="hold">
                                          <p:stCondLst>
                                            <p:cond delay="499"/>
                                          </p:stCondLst>
                                        </p:cTn>
                                        <p:tgtEl>
                                          <p:spTgt spid="518189"/>
                                        </p:tgtEl>
                                        <p:attrNameLst>
                                          <p:attrName>style.visibility</p:attrName>
                                        </p:attrNameLst>
                                      </p:cBhvr>
                                      <p:to>
                                        <p:strVal val="visible"/>
                                      </p:to>
                                    </p:set>
                                  </p:childTnLst>
                                </p:cTn>
                              </p:par>
                            </p:childTnLst>
                          </p:cTn>
                        </p:par>
                        <p:par>
                          <p:cTn id="80" fill="hold">
                            <p:stCondLst>
                              <p:cond delay="1000"/>
                            </p:stCondLst>
                            <p:childTnLst>
                              <p:par>
                                <p:cTn id="81" presetID="1" presetClass="entr" presetSubtype="0" fill="hold" grpId="0" nodeType="afterEffect">
                                  <p:stCondLst>
                                    <p:cond delay="0"/>
                                  </p:stCondLst>
                                  <p:childTnLst>
                                    <p:set>
                                      <p:cBhvr>
                                        <p:cTn id="82" dur="1" fill="hold">
                                          <p:stCondLst>
                                            <p:cond delay="499"/>
                                          </p:stCondLst>
                                        </p:cTn>
                                        <p:tgtEl>
                                          <p:spTgt spid="518190"/>
                                        </p:tgtEl>
                                        <p:attrNameLst>
                                          <p:attrName>style.visibility</p:attrName>
                                        </p:attrNameLst>
                                      </p:cBhvr>
                                      <p:to>
                                        <p:strVal val="visible"/>
                                      </p:to>
                                    </p:set>
                                  </p:childTnLst>
                                </p:cTn>
                              </p:par>
                            </p:childTnLst>
                          </p:cTn>
                        </p:par>
                        <p:par>
                          <p:cTn id="83" fill="hold">
                            <p:stCondLst>
                              <p:cond delay="1500"/>
                            </p:stCondLst>
                            <p:childTnLst>
                              <p:par>
                                <p:cTn id="84" presetID="1" presetClass="entr" presetSubtype="0" fill="hold" grpId="0" nodeType="afterEffect">
                                  <p:stCondLst>
                                    <p:cond delay="0"/>
                                  </p:stCondLst>
                                  <p:childTnLst>
                                    <p:set>
                                      <p:cBhvr>
                                        <p:cTn id="85" dur="1" fill="hold">
                                          <p:stCondLst>
                                            <p:cond delay="499"/>
                                          </p:stCondLst>
                                        </p:cTn>
                                        <p:tgtEl>
                                          <p:spTgt spid="518191"/>
                                        </p:tgtEl>
                                        <p:attrNameLst>
                                          <p:attrName>style.visibility</p:attrName>
                                        </p:attrNameLst>
                                      </p:cBhvr>
                                      <p:to>
                                        <p:strVal val="visible"/>
                                      </p:to>
                                    </p:set>
                                  </p:childTnLst>
                                </p:cTn>
                              </p:par>
                            </p:childTnLst>
                          </p:cTn>
                        </p:par>
                        <p:par>
                          <p:cTn id="86" fill="hold">
                            <p:stCondLst>
                              <p:cond delay="2000"/>
                            </p:stCondLst>
                            <p:childTnLst>
                              <p:par>
                                <p:cTn id="87" presetID="1" presetClass="entr" presetSubtype="0" fill="hold" grpId="0" nodeType="afterEffect">
                                  <p:stCondLst>
                                    <p:cond delay="0"/>
                                  </p:stCondLst>
                                  <p:childTnLst>
                                    <p:set>
                                      <p:cBhvr>
                                        <p:cTn id="88" dur="1" fill="hold">
                                          <p:stCondLst>
                                            <p:cond delay="499"/>
                                          </p:stCondLst>
                                        </p:cTn>
                                        <p:tgtEl>
                                          <p:spTgt spid="518192"/>
                                        </p:tgtEl>
                                        <p:attrNameLst>
                                          <p:attrName>style.visibility</p:attrName>
                                        </p:attrNameLst>
                                      </p:cBhvr>
                                      <p:to>
                                        <p:strVal val="visible"/>
                                      </p:to>
                                    </p:set>
                                  </p:childTnLst>
                                </p:cTn>
                              </p:par>
                            </p:childTnLst>
                          </p:cTn>
                        </p:par>
                        <p:par>
                          <p:cTn id="89" fill="hold">
                            <p:stCondLst>
                              <p:cond delay="2500"/>
                            </p:stCondLst>
                            <p:childTnLst>
                              <p:par>
                                <p:cTn id="90" presetID="1" presetClass="entr" presetSubtype="0" fill="hold" grpId="0" nodeType="afterEffect">
                                  <p:stCondLst>
                                    <p:cond delay="0"/>
                                  </p:stCondLst>
                                  <p:childTnLst>
                                    <p:set>
                                      <p:cBhvr>
                                        <p:cTn id="91" dur="1" fill="hold">
                                          <p:stCondLst>
                                            <p:cond delay="499"/>
                                          </p:stCondLst>
                                        </p:cTn>
                                        <p:tgtEl>
                                          <p:spTgt spid="518193"/>
                                        </p:tgtEl>
                                        <p:attrNameLst>
                                          <p:attrName>style.visibility</p:attrName>
                                        </p:attrNameLst>
                                      </p:cBhvr>
                                      <p:to>
                                        <p:strVal val="visible"/>
                                      </p:to>
                                    </p:set>
                                  </p:childTnLst>
                                </p:cTn>
                              </p:par>
                            </p:childTnLst>
                          </p:cTn>
                        </p:par>
                        <p:par>
                          <p:cTn id="92" fill="hold">
                            <p:stCondLst>
                              <p:cond delay="3000"/>
                            </p:stCondLst>
                            <p:childTnLst>
                              <p:par>
                                <p:cTn id="93" presetID="1" presetClass="entr" presetSubtype="0" fill="hold" grpId="0" nodeType="afterEffect">
                                  <p:stCondLst>
                                    <p:cond delay="0"/>
                                  </p:stCondLst>
                                  <p:childTnLst>
                                    <p:set>
                                      <p:cBhvr>
                                        <p:cTn id="94" dur="1" fill="hold">
                                          <p:stCondLst>
                                            <p:cond delay="499"/>
                                          </p:stCondLst>
                                        </p:cTn>
                                        <p:tgtEl>
                                          <p:spTgt spid="518194"/>
                                        </p:tgtEl>
                                        <p:attrNameLst>
                                          <p:attrName>style.visibility</p:attrName>
                                        </p:attrNameLst>
                                      </p:cBhvr>
                                      <p:to>
                                        <p:strVal val="visible"/>
                                      </p:to>
                                    </p:set>
                                  </p:childTnLst>
                                </p:cTn>
                              </p:par>
                            </p:childTnLst>
                          </p:cTn>
                        </p:par>
                        <p:par>
                          <p:cTn id="95" fill="hold">
                            <p:stCondLst>
                              <p:cond delay="3500"/>
                            </p:stCondLst>
                            <p:childTnLst>
                              <p:par>
                                <p:cTn id="96" presetID="1" presetClass="entr" presetSubtype="0" fill="hold" grpId="0" nodeType="afterEffect">
                                  <p:stCondLst>
                                    <p:cond delay="0"/>
                                  </p:stCondLst>
                                  <p:childTnLst>
                                    <p:set>
                                      <p:cBhvr>
                                        <p:cTn id="97" dur="1" fill="hold">
                                          <p:stCondLst>
                                            <p:cond delay="499"/>
                                          </p:stCondLst>
                                        </p:cTn>
                                        <p:tgtEl>
                                          <p:spTgt spid="518195"/>
                                        </p:tgtEl>
                                        <p:attrNameLst>
                                          <p:attrName>style.visibility</p:attrName>
                                        </p:attrNameLst>
                                      </p:cBhvr>
                                      <p:to>
                                        <p:strVal val="visible"/>
                                      </p:to>
                                    </p:set>
                                  </p:childTnLst>
                                </p:cTn>
                              </p:par>
                            </p:childTnLst>
                          </p:cTn>
                        </p:par>
                        <p:par>
                          <p:cTn id="98" fill="hold">
                            <p:stCondLst>
                              <p:cond delay="4000"/>
                            </p:stCondLst>
                            <p:childTnLst>
                              <p:par>
                                <p:cTn id="99" presetID="1" presetClass="entr" presetSubtype="0" fill="hold" grpId="0" nodeType="afterEffect">
                                  <p:stCondLst>
                                    <p:cond delay="0"/>
                                  </p:stCondLst>
                                  <p:childTnLst>
                                    <p:set>
                                      <p:cBhvr>
                                        <p:cTn id="100" dur="1" fill="hold">
                                          <p:stCondLst>
                                            <p:cond delay="499"/>
                                          </p:stCondLst>
                                        </p:cTn>
                                        <p:tgtEl>
                                          <p:spTgt spid="518196"/>
                                        </p:tgtEl>
                                        <p:attrNameLst>
                                          <p:attrName>style.visibility</p:attrName>
                                        </p:attrNameLst>
                                      </p:cBhvr>
                                      <p:to>
                                        <p:strVal val="visible"/>
                                      </p:to>
                                    </p:set>
                                  </p:childTnLst>
                                </p:cTn>
                              </p:par>
                            </p:childTnLst>
                          </p:cTn>
                        </p:par>
                        <p:par>
                          <p:cTn id="101" fill="hold">
                            <p:stCondLst>
                              <p:cond delay="4500"/>
                            </p:stCondLst>
                            <p:childTnLst>
                              <p:par>
                                <p:cTn id="102" presetID="1" presetClass="entr" presetSubtype="0" fill="hold" nodeType="afterEffect">
                                  <p:stCondLst>
                                    <p:cond delay="0"/>
                                  </p:stCondLst>
                                  <p:childTnLst>
                                    <p:set>
                                      <p:cBhvr>
                                        <p:cTn id="103" dur="1" fill="hold">
                                          <p:stCondLst>
                                            <p:cond delay="499"/>
                                          </p:stCondLst>
                                        </p:cTn>
                                        <p:tgtEl>
                                          <p:spTgt spid="518197"/>
                                        </p:tgtEl>
                                        <p:attrNameLst>
                                          <p:attrName>style.visibility</p:attrName>
                                        </p:attrNameLst>
                                      </p:cBhvr>
                                      <p:to>
                                        <p:strVal val="visible"/>
                                      </p:to>
                                    </p:set>
                                  </p:childTnLst>
                                </p:cTn>
                              </p:par>
                            </p:childTnLst>
                          </p:cTn>
                        </p:par>
                        <p:par>
                          <p:cTn id="104" fill="hold">
                            <p:stCondLst>
                              <p:cond delay="5000"/>
                            </p:stCondLst>
                            <p:childTnLst>
                              <p:par>
                                <p:cTn id="105" presetID="1" presetClass="entr" presetSubtype="0" fill="hold" nodeType="afterEffect">
                                  <p:stCondLst>
                                    <p:cond delay="0"/>
                                  </p:stCondLst>
                                  <p:childTnLst>
                                    <p:set>
                                      <p:cBhvr>
                                        <p:cTn id="106" dur="1" fill="hold">
                                          <p:stCondLst>
                                            <p:cond delay="499"/>
                                          </p:stCondLst>
                                        </p:cTn>
                                        <p:tgtEl>
                                          <p:spTgt spid="518198"/>
                                        </p:tgtEl>
                                        <p:attrNameLst>
                                          <p:attrName>style.visibility</p:attrName>
                                        </p:attrNameLst>
                                      </p:cBhvr>
                                      <p:to>
                                        <p:strVal val="visible"/>
                                      </p:to>
                                    </p:set>
                                  </p:childTnLst>
                                </p:cTn>
                              </p:par>
                            </p:childTnLst>
                          </p:cTn>
                        </p:par>
                        <p:par>
                          <p:cTn id="107" fill="hold">
                            <p:stCondLst>
                              <p:cond delay="5500"/>
                            </p:stCondLst>
                            <p:childTnLst>
                              <p:par>
                                <p:cTn id="108" presetID="1" presetClass="entr" presetSubtype="0" fill="hold" nodeType="afterEffect">
                                  <p:stCondLst>
                                    <p:cond delay="0"/>
                                  </p:stCondLst>
                                  <p:childTnLst>
                                    <p:set>
                                      <p:cBhvr>
                                        <p:cTn id="109" dur="1" fill="hold">
                                          <p:stCondLst>
                                            <p:cond delay="499"/>
                                          </p:stCondLst>
                                        </p:cTn>
                                        <p:tgtEl>
                                          <p:spTgt spid="518199"/>
                                        </p:tgtEl>
                                        <p:attrNameLst>
                                          <p:attrName>style.visibility</p:attrName>
                                        </p:attrNameLst>
                                      </p:cBhvr>
                                      <p:to>
                                        <p:strVal val="visible"/>
                                      </p:to>
                                    </p:set>
                                  </p:childTnLst>
                                </p:cTn>
                              </p:par>
                            </p:childTnLst>
                          </p:cTn>
                        </p:par>
                        <p:par>
                          <p:cTn id="110" fill="hold">
                            <p:stCondLst>
                              <p:cond delay="6000"/>
                            </p:stCondLst>
                            <p:childTnLst>
                              <p:par>
                                <p:cTn id="111" presetID="1" presetClass="entr" presetSubtype="0" fill="hold" nodeType="afterEffect">
                                  <p:stCondLst>
                                    <p:cond delay="0"/>
                                  </p:stCondLst>
                                  <p:childTnLst>
                                    <p:set>
                                      <p:cBhvr>
                                        <p:cTn id="112" dur="1" fill="hold">
                                          <p:stCondLst>
                                            <p:cond delay="499"/>
                                          </p:stCondLst>
                                        </p:cTn>
                                        <p:tgtEl>
                                          <p:spTgt spid="518200"/>
                                        </p:tgtEl>
                                        <p:attrNameLst>
                                          <p:attrName>style.visibility</p:attrName>
                                        </p:attrNameLst>
                                      </p:cBhvr>
                                      <p:to>
                                        <p:strVal val="visible"/>
                                      </p:to>
                                    </p:set>
                                  </p:childTnLst>
                                </p:cTn>
                              </p:par>
                            </p:childTnLst>
                          </p:cTn>
                        </p:par>
                        <p:par>
                          <p:cTn id="113" fill="hold">
                            <p:stCondLst>
                              <p:cond delay="6500"/>
                            </p:stCondLst>
                            <p:childTnLst>
                              <p:par>
                                <p:cTn id="114" presetID="1" presetClass="entr" presetSubtype="0" fill="hold" nodeType="afterEffect">
                                  <p:stCondLst>
                                    <p:cond delay="0"/>
                                  </p:stCondLst>
                                  <p:childTnLst>
                                    <p:set>
                                      <p:cBhvr>
                                        <p:cTn id="115" dur="1" fill="hold">
                                          <p:stCondLst>
                                            <p:cond delay="499"/>
                                          </p:stCondLst>
                                        </p:cTn>
                                        <p:tgtEl>
                                          <p:spTgt spid="518201"/>
                                        </p:tgtEl>
                                        <p:attrNameLst>
                                          <p:attrName>style.visibility</p:attrName>
                                        </p:attrNameLst>
                                      </p:cBhvr>
                                      <p:to>
                                        <p:strVal val="visible"/>
                                      </p:to>
                                    </p:set>
                                  </p:childTnLst>
                                </p:cTn>
                              </p:par>
                            </p:childTnLst>
                          </p:cTn>
                        </p:par>
                        <p:par>
                          <p:cTn id="116" fill="hold">
                            <p:stCondLst>
                              <p:cond delay="7000"/>
                            </p:stCondLst>
                            <p:childTnLst>
                              <p:par>
                                <p:cTn id="117" presetID="1" presetClass="entr" presetSubtype="0" fill="hold" nodeType="afterEffect">
                                  <p:stCondLst>
                                    <p:cond delay="0"/>
                                  </p:stCondLst>
                                  <p:childTnLst>
                                    <p:set>
                                      <p:cBhvr>
                                        <p:cTn id="118" dur="1" fill="hold">
                                          <p:stCondLst>
                                            <p:cond delay="499"/>
                                          </p:stCondLst>
                                        </p:cTn>
                                        <p:tgtEl>
                                          <p:spTgt spid="518202"/>
                                        </p:tgtEl>
                                        <p:attrNameLst>
                                          <p:attrName>style.visibility</p:attrName>
                                        </p:attrNameLst>
                                      </p:cBhvr>
                                      <p:to>
                                        <p:strVal val="visible"/>
                                      </p:to>
                                    </p:set>
                                  </p:childTnLst>
                                </p:cTn>
                              </p:par>
                            </p:childTnLst>
                          </p:cTn>
                        </p:par>
                        <p:par>
                          <p:cTn id="119" fill="hold">
                            <p:stCondLst>
                              <p:cond delay="7500"/>
                            </p:stCondLst>
                            <p:childTnLst>
                              <p:par>
                                <p:cTn id="120" presetID="1" presetClass="entr" presetSubtype="0" fill="hold" nodeType="afterEffect">
                                  <p:stCondLst>
                                    <p:cond delay="0"/>
                                  </p:stCondLst>
                                  <p:childTnLst>
                                    <p:set>
                                      <p:cBhvr>
                                        <p:cTn id="121" dur="1" fill="hold">
                                          <p:stCondLst>
                                            <p:cond delay="499"/>
                                          </p:stCondLst>
                                        </p:cTn>
                                        <p:tgtEl>
                                          <p:spTgt spid="518203"/>
                                        </p:tgtEl>
                                        <p:attrNameLst>
                                          <p:attrName>style.visibility</p:attrName>
                                        </p:attrNameLst>
                                      </p:cBhvr>
                                      <p:to>
                                        <p:strVal val="visible"/>
                                      </p:to>
                                    </p:set>
                                  </p:childTnLst>
                                </p:cTn>
                              </p:par>
                            </p:childTnLst>
                          </p:cTn>
                        </p:par>
                      </p:childTnLst>
                    </p:cTn>
                  </p:par>
                  <p:par>
                    <p:cTn id="122" fill="hold">
                      <p:stCondLst>
                        <p:cond delay="indefinite"/>
                      </p:stCondLst>
                      <p:childTnLst>
                        <p:par>
                          <p:cTn id="123" fill="hold">
                            <p:stCondLst>
                              <p:cond delay="0"/>
                            </p:stCondLst>
                            <p:childTnLst>
                              <p:par>
                                <p:cTn id="124" presetID="1" presetClass="entr" presetSubtype="0" fill="hold" grpId="0" nodeType="clickEffect">
                                  <p:stCondLst>
                                    <p:cond delay="0"/>
                                  </p:stCondLst>
                                  <p:childTnLst>
                                    <p:set>
                                      <p:cBhvr>
                                        <p:cTn id="125" dur="1" fill="hold">
                                          <p:stCondLst>
                                            <p:cond delay="499"/>
                                          </p:stCondLst>
                                        </p:cTn>
                                        <p:tgtEl>
                                          <p:spTgt spid="518229"/>
                                        </p:tgtEl>
                                        <p:attrNameLst>
                                          <p:attrName>style.visibility</p:attrName>
                                        </p:attrNameLst>
                                      </p:cBhvr>
                                      <p:to>
                                        <p:strVal val="visible"/>
                                      </p:to>
                                    </p:set>
                                  </p:childTnLst>
                                </p:cTn>
                              </p:par>
                            </p:childTnLst>
                          </p:cTn>
                        </p:par>
                        <p:par>
                          <p:cTn id="126" fill="hold">
                            <p:stCondLst>
                              <p:cond delay="500"/>
                            </p:stCondLst>
                            <p:childTnLst>
                              <p:par>
                                <p:cTn id="127" presetID="1" presetClass="entr" presetSubtype="0" fill="hold" grpId="0" nodeType="afterEffect">
                                  <p:stCondLst>
                                    <p:cond delay="0"/>
                                  </p:stCondLst>
                                  <p:childTnLst>
                                    <p:set>
                                      <p:cBhvr>
                                        <p:cTn id="128" dur="1" fill="hold">
                                          <p:stCondLst>
                                            <p:cond delay="499"/>
                                          </p:stCondLst>
                                        </p:cTn>
                                        <p:tgtEl>
                                          <p:spTgt spid="518230"/>
                                        </p:tgtEl>
                                        <p:attrNameLst>
                                          <p:attrName>style.visibility</p:attrName>
                                        </p:attrNameLst>
                                      </p:cBhvr>
                                      <p:to>
                                        <p:strVal val="visible"/>
                                      </p:to>
                                    </p:set>
                                  </p:childTnLst>
                                </p:cTn>
                              </p:par>
                            </p:childTnLst>
                          </p:cTn>
                        </p:par>
                        <p:par>
                          <p:cTn id="129" fill="hold">
                            <p:stCondLst>
                              <p:cond delay="1000"/>
                            </p:stCondLst>
                            <p:childTnLst>
                              <p:par>
                                <p:cTn id="130" presetID="1" presetClass="entr" presetSubtype="0" fill="hold" grpId="0" nodeType="afterEffect">
                                  <p:stCondLst>
                                    <p:cond delay="0"/>
                                  </p:stCondLst>
                                  <p:childTnLst>
                                    <p:set>
                                      <p:cBhvr>
                                        <p:cTn id="131" dur="1" fill="hold">
                                          <p:stCondLst>
                                            <p:cond delay="499"/>
                                          </p:stCondLst>
                                        </p:cTn>
                                        <p:tgtEl>
                                          <p:spTgt spid="518231"/>
                                        </p:tgtEl>
                                        <p:attrNameLst>
                                          <p:attrName>style.visibility</p:attrName>
                                        </p:attrNameLst>
                                      </p:cBhvr>
                                      <p:to>
                                        <p:strVal val="visible"/>
                                      </p:to>
                                    </p:set>
                                  </p:childTnLst>
                                </p:cTn>
                              </p:par>
                            </p:childTnLst>
                          </p:cTn>
                        </p:par>
                        <p:par>
                          <p:cTn id="132" fill="hold">
                            <p:stCondLst>
                              <p:cond delay="1500"/>
                            </p:stCondLst>
                            <p:childTnLst>
                              <p:par>
                                <p:cTn id="133" presetID="1" presetClass="entr" presetSubtype="0" fill="hold" grpId="0" nodeType="afterEffect">
                                  <p:stCondLst>
                                    <p:cond delay="0"/>
                                  </p:stCondLst>
                                  <p:childTnLst>
                                    <p:set>
                                      <p:cBhvr>
                                        <p:cTn id="134" dur="1" fill="hold">
                                          <p:stCondLst>
                                            <p:cond delay="499"/>
                                          </p:stCondLst>
                                        </p:cTn>
                                        <p:tgtEl>
                                          <p:spTgt spid="518232"/>
                                        </p:tgtEl>
                                        <p:attrNameLst>
                                          <p:attrName>style.visibility</p:attrName>
                                        </p:attrNameLst>
                                      </p:cBhvr>
                                      <p:to>
                                        <p:strVal val="visible"/>
                                      </p:to>
                                    </p:set>
                                  </p:childTnLst>
                                </p:cTn>
                              </p:par>
                            </p:childTnLst>
                          </p:cTn>
                        </p:par>
                        <p:par>
                          <p:cTn id="135" fill="hold">
                            <p:stCondLst>
                              <p:cond delay="2000"/>
                            </p:stCondLst>
                            <p:childTnLst>
                              <p:par>
                                <p:cTn id="136" presetID="1" presetClass="entr" presetSubtype="0" fill="hold" grpId="0" nodeType="afterEffect">
                                  <p:stCondLst>
                                    <p:cond delay="0"/>
                                  </p:stCondLst>
                                  <p:childTnLst>
                                    <p:set>
                                      <p:cBhvr>
                                        <p:cTn id="137" dur="1" fill="hold">
                                          <p:stCondLst>
                                            <p:cond delay="499"/>
                                          </p:stCondLst>
                                        </p:cTn>
                                        <p:tgtEl>
                                          <p:spTgt spid="518233"/>
                                        </p:tgtEl>
                                        <p:attrNameLst>
                                          <p:attrName>style.visibility</p:attrName>
                                        </p:attrNameLst>
                                      </p:cBhvr>
                                      <p:to>
                                        <p:strVal val="visible"/>
                                      </p:to>
                                    </p:set>
                                  </p:childTnLst>
                                </p:cTn>
                              </p:par>
                            </p:childTnLst>
                          </p:cTn>
                        </p:par>
                        <p:par>
                          <p:cTn id="138" fill="hold">
                            <p:stCondLst>
                              <p:cond delay="2500"/>
                            </p:stCondLst>
                            <p:childTnLst>
                              <p:par>
                                <p:cTn id="139" presetID="1" presetClass="entr" presetSubtype="0" fill="hold" grpId="0" nodeType="afterEffect">
                                  <p:stCondLst>
                                    <p:cond delay="0"/>
                                  </p:stCondLst>
                                  <p:childTnLst>
                                    <p:set>
                                      <p:cBhvr>
                                        <p:cTn id="140" dur="1" fill="hold">
                                          <p:stCondLst>
                                            <p:cond delay="499"/>
                                          </p:stCondLst>
                                        </p:cTn>
                                        <p:tgtEl>
                                          <p:spTgt spid="518234"/>
                                        </p:tgtEl>
                                        <p:attrNameLst>
                                          <p:attrName>style.visibility</p:attrName>
                                        </p:attrNameLst>
                                      </p:cBhvr>
                                      <p:to>
                                        <p:strVal val="visible"/>
                                      </p:to>
                                    </p:set>
                                  </p:childTnLst>
                                </p:cTn>
                              </p:par>
                            </p:childTnLst>
                          </p:cTn>
                        </p:par>
                        <p:par>
                          <p:cTn id="141" fill="hold">
                            <p:stCondLst>
                              <p:cond delay="3000"/>
                            </p:stCondLst>
                            <p:childTnLst>
                              <p:par>
                                <p:cTn id="142" presetID="1" presetClass="entr" presetSubtype="0" fill="hold" grpId="0" nodeType="afterEffect">
                                  <p:stCondLst>
                                    <p:cond delay="0"/>
                                  </p:stCondLst>
                                  <p:childTnLst>
                                    <p:set>
                                      <p:cBhvr>
                                        <p:cTn id="143" dur="1" fill="hold">
                                          <p:stCondLst>
                                            <p:cond delay="499"/>
                                          </p:stCondLst>
                                        </p:cTn>
                                        <p:tgtEl>
                                          <p:spTgt spid="518235"/>
                                        </p:tgtEl>
                                        <p:attrNameLst>
                                          <p:attrName>style.visibility</p:attrName>
                                        </p:attrNameLst>
                                      </p:cBhvr>
                                      <p:to>
                                        <p:strVal val="visible"/>
                                      </p:to>
                                    </p:set>
                                  </p:childTnLst>
                                </p:cTn>
                              </p:par>
                            </p:childTnLst>
                          </p:cTn>
                        </p:par>
                        <p:par>
                          <p:cTn id="144" fill="hold">
                            <p:stCondLst>
                              <p:cond delay="3500"/>
                            </p:stCondLst>
                            <p:childTnLst>
                              <p:par>
                                <p:cTn id="145" presetID="1" presetClass="entr" presetSubtype="0" fill="hold" grpId="0" nodeType="afterEffect">
                                  <p:stCondLst>
                                    <p:cond delay="0"/>
                                  </p:stCondLst>
                                  <p:childTnLst>
                                    <p:set>
                                      <p:cBhvr>
                                        <p:cTn id="146" dur="1" fill="hold">
                                          <p:stCondLst>
                                            <p:cond delay="499"/>
                                          </p:stCondLst>
                                        </p:cTn>
                                        <p:tgtEl>
                                          <p:spTgt spid="518236"/>
                                        </p:tgtEl>
                                        <p:attrNameLst>
                                          <p:attrName>style.visibility</p:attrName>
                                        </p:attrNameLst>
                                      </p:cBhvr>
                                      <p:to>
                                        <p:strVal val="visible"/>
                                      </p:to>
                                    </p:set>
                                  </p:childTnLst>
                                </p:cTn>
                              </p:par>
                            </p:childTnLst>
                          </p:cTn>
                        </p:par>
                        <p:par>
                          <p:cTn id="147" fill="hold">
                            <p:stCondLst>
                              <p:cond delay="4000"/>
                            </p:stCondLst>
                            <p:childTnLst>
                              <p:par>
                                <p:cTn id="148" presetID="1" presetClass="entr" presetSubtype="0" fill="hold" grpId="0" nodeType="afterEffect">
                                  <p:stCondLst>
                                    <p:cond delay="0"/>
                                  </p:stCondLst>
                                  <p:childTnLst>
                                    <p:set>
                                      <p:cBhvr>
                                        <p:cTn id="149" dur="1" fill="hold">
                                          <p:stCondLst>
                                            <p:cond delay="499"/>
                                          </p:stCondLst>
                                        </p:cTn>
                                        <p:tgtEl>
                                          <p:spTgt spid="518237"/>
                                        </p:tgtEl>
                                        <p:attrNameLst>
                                          <p:attrName>style.visibility</p:attrName>
                                        </p:attrNameLst>
                                      </p:cBhvr>
                                      <p:to>
                                        <p:strVal val="visible"/>
                                      </p:to>
                                    </p:set>
                                  </p:childTnLst>
                                </p:cTn>
                              </p:par>
                            </p:childTnLst>
                          </p:cTn>
                        </p:par>
                        <p:par>
                          <p:cTn id="150" fill="hold">
                            <p:stCondLst>
                              <p:cond delay="4500"/>
                            </p:stCondLst>
                            <p:childTnLst>
                              <p:par>
                                <p:cTn id="151" presetID="1" presetClass="entr" presetSubtype="0" fill="hold" nodeType="afterEffect">
                                  <p:stCondLst>
                                    <p:cond delay="0"/>
                                  </p:stCondLst>
                                  <p:childTnLst>
                                    <p:set>
                                      <p:cBhvr>
                                        <p:cTn id="152" dur="1" fill="hold">
                                          <p:stCondLst>
                                            <p:cond delay="499"/>
                                          </p:stCondLst>
                                        </p:cTn>
                                        <p:tgtEl>
                                          <p:spTgt spid="518238"/>
                                        </p:tgtEl>
                                        <p:attrNameLst>
                                          <p:attrName>style.visibility</p:attrName>
                                        </p:attrNameLst>
                                      </p:cBhvr>
                                      <p:to>
                                        <p:strVal val="visible"/>
                                      </p:to>
                                    </p:set>
                                  </p:childTnLst>
                                </p:cTn>
                              </p:par>
                            </p:childTnLst>
                          </p:cTn>
                        </p:par>
                        <p:par>
                          <p:cTn id="153" fill="hold">
                            <p:stCondLst>
                              <p:cond delay="5000"/>
                            </p:stCondLst>
                            <p:childTnLst>
                              <p:par>
                                <p:cTn id="154" presetID="1" presetClass="entr" presetSubtype="0" fill="hold" nodeType="afterEffect">
                                  <p:stCondLst>
                                    <p:cond delay="0"/>
                                  </p:stCondLst>
                                  <p:childTnLst>
                                    <p:set>
                                      <p:cBhvr>
                                        <p:cTn id="155" dur="1" fill="hold">
                                          <p:stCondLst>
                                            <p:cond delay="499"/>
                                          </p:stCondLst>
                                        </p:cTn>
                                        <p:tgtEl>
                                          <p:spTgt spid="518239"/>
                                        </p:tgtEl>
                                        <p:attrNameLst>
                                          <p:attrName>style.visibility</p:attrName>
                                        </p:attrNameLst>
                                      </p:cBhvr>
                                      <p:to>
                                        <p:strVal val="visible"/>
                                      </p:to>
                                    </p:set>
                                  </p:childTnLst>
                                </p:cTn>
                              </p:par>
                            </p:childTnLst>
                          </p:cTn>
                        </p:par>
                        <p:par>
                          <p:cTn id="156" fill="hold">
                            <p:stCondLst>
                              <p:cond delay="5500"/>
                            </p:stCondLst>
                            <p:childTnLst>
                              <p:par>
                                <p:cTn id="157" presetID="1" presetClass="entr" presetSubtype="0" fill="hold" nodeType="afterEffect">
                                  <p:stCondLst>
                                    <p:cond delay="0"/>
                                  </p:stCondLst>
                                  <p:childTnLst>
                                    <p:set>
                                      <p:cBhvr>
                                        <p:cTn id="158" dur="1" fill="hold">
                                          <p:stCondLst>
                                            <p:cond delay="499"/>
                                          </p:stCondLst>
                                        </p:cTn>
                                        <p:tgtEl>
                                          <p:spTgt spid="518240"/>
                                        </p:tgtEl>
                                        <p:attrNameLst>
                                          <p:attrName>style.visibility</p:attrName>
                                        </p:attrNameLst>
                                      </p:cBhvr>
                                      <p:to>
                                        <p:strVal val="visible"/>
                                      </p:to>
                                    </p:set>
                                  </p:childTnLst>
                                </p:cTn>
                              </p:par>
                            </p:childTnLst>
                          </p:cTn>
                        </p:par>
                        <p:par>
                          <p:cTn id="159" fill="hold">
                            <p:stCondLst>
                              <p:cond delay="6000"/>
                            </p:stCondLst>
                            <p:childTnLst>
                              <p:par>
                                <p:cTn id="160" presetID="1" presetClass="entr" presetSubtype="0" fill="hold" nodeType="afterEffect">
                                  <p:stCondLst>
                                    <p:cond delay="0"/>
                                  </p:stCondLst>
                                  <p:childTnLst>
                                    <p:set>
                                      <p:cBhvr>
                                        <p:cTn id="161" dur="1" fill="hold">
                                          <p:stCondLst>
                                            <p:cond delay="499"/>
                                          </p:stCondLst>
                                        </p:cTn>
                                        <p:tgtEl>
                                          <p:spTgt spid="518241"/>
                                        </p:tgtEl>
                                        <p:attrNameLst>
                                          <p:attrName>style.visibility</p:attrName>
                                        </p:attrNameLst>
                                      </p:cBhvr>
                                      <p:to>
                                        <p:strVal val="visible"/>
                                      </p:to>
                                    </p:set>
                                  </p:childTnLst>
                                </p:cTn>
                              </p:par>
                            </p:childTnLst>
                          </p:cTn>
                        </p:par>
                        <p:par>
                          <p:cTn id="162" fill="hold">
                            <p:stCondLst>
                              <p:cond delay="6500"/>
                            </p:stCondLst>
                            <p:childTnLst>
                              <p:par>
                                <p:cTn id="163" presetID="1" presetClass="entr" presetSubtype="0" fill="hold" nodeType="afterEffect">
                                  <p:stCondLst>
                                    <p:cond delay="0"/>
                                  </p:stCondLst>
                                  <p:childTnLst>
                                    <p:set>
                                      <p:cBhvr>
                                        <p:cTn id="164" dur="1" fill="hold">
                                          <p:stCondLst>
                                            <p:cond delay="499"/>
                                          </p:stCondLst>
                                        </p:cTn>
                                        <p:tgtEl>
                                          <p:spTgt spid="518242"/>
                                        </p:tgtEl>
                                        <p:attrNameLst>
                                          <p:attrName>style.visibility</p:attrName>
                                        </p:attrNameLst>
                                      </p:cBhvr>
                                      <p:to>
                                        <p:strVal val="visible"/>
                                      </p:to>
                                    </p:set>
                                  </p:childTnLst>
                                </p:cTn>
                              </p:par>
                            </p:childTnLst>
                          </p:cTn>
                        </p:par>
                        <p:par>
                          <p:cTn id="165" fill="hold">
                            <p:stCondLst>
                              <p:cond delay="7000"/>
                            </p:stCondLst>
                            <p:childTnLst>
                              <p:par>
                                <p:cTn id="166" presetID="1" presetClass="entr" presetSubtype="0" fill="hold" nodeType="afterEffect">
                                  <p:stCondLst>
                                    <p:cond delay="0"/>
                                  </p:stCondLst>
                                  <p:childTnLst>
                                    <p:set>
                                      <p:cBhvr>
                                        <p:cTn id="167" dur="1" fill="hold">
                                          <p:stCondLst>
                                            <p:cond delay="499"/>
                                          </p:stCondLst>
                                        </p:cTn>
                                        <p:tgtEl>
                                          <p:spTgt spid="518243"/>
                                        </p:tgtEl>
                                        <p:attrNameLst>
                                          <p:attrName>style.visibility</p:attrName>
                                        </p:attrNameLst>
                                      </p:cBhvr>
                                      <p:to>
                                        <p:strVal val="visible"/>
                                      </p:to>
                                    </p:set>
                                  </p:childTnLst>
                                </p:cTn>
                              </p:par>
                            </p:childTnLst>
                          </p:cTn>
                        </p:par>
                        <p:par>
                          <p:cTn id="168" fill="hold">
                            <p:stCondLst>
                              <p:cond delay="7500"/>
                            </p:stCondLst>
                            <p:childTnLst>
                              <p:par>
                                <p:cTn id="169" presetID="1" presetClass="entr" presetSubtype="0" fill="hold" nodeType="afterEffect">
                                  <p:stCondLst>
                                    <p:cond delay="0"/>
                                  </p:stCondLst>
                                  <p:childTnLst>
                                    <p:set>
                                      <p:cBhvr>
                                        <p:cTn id="170" dur="1" fill="hold">
                                          <p:stCondLst>
                                            <p:cond delay="499"/>
                                          </p:stCondLst>
                                        </p:cTn>
                                        <p:tgtEl>
                                          <p:spTgt spid="518244"/>
                                        </p:tgtEl>
                                        <p:attrNameLst>
                                          <p:attrName>style.visibility</p:attrName>
                                        </p:attrNameLst>
                                      </p:cBhvr>
                                      <p:to>
                                        <p:strVal val="visible"/>
                                      </p:to>
                                    </p:set>
                                  </p:childTnLst>
                                </p:cTn>
                              </p:par>
                            </p:childTnLst>
                          </p:cTn>
                        </p:par>
                        <p:par>
                          <p:cTn id="171" fill="hold">
                            <p:stCondLst>
                              <p:cond delay="8000"/>
                            </p:stCondLst>
                            <p:childTnLst>
                              <p:par>
                                <p:cTn id="172" presetID="1" presetClass="entr" presetSubtype="0" fill="hold" nodeType="afterEffect">
                                  <p:stCondLst>
                                    <p:cond delay="0"/>
                                  </p:stCondLst>
                                  <p:childTnLst>
                                    <p:set>
                                      <p:cBhvr>
                                        <p:cTn id="173" dur="1" fill="hold">
                                          <p:stCondLst>
                                            <p:cond delay="499"/>
                                          </p:stCondLst>
                                        </p:cTn>
                                        <p:tgtEl>
                                          <p:spTgt spid="518245"/>
                                        </p:tgtEl>
                                        <p:attrNameLst>
                                          <p:attrName>style.visibility</p:attrName>
                                        </p:attrNameLst>
                                      </p:cBhvr>
                                      <p:to>
                                        <p:strVal val="visible"/>
                                      </p:to>
                                    </p:set>
                                  </p:childTnLst>
                                </p:cTn>
                              </p:par>
                            </p:childTnLst>
                          </p:cTn>
                        </p:par>
                        <p:par>
                          <p:cTn id="174" fill="hold">
                            <p:stCondLst>
                              <p:cond delay="8500"/>
                            </p:stCondLst>
                            <p:childTnLst>
                              <p:par>
                                <p:cTn id="175" presetID="1" presetClass="entr" presetSubtype="0" fill="hold" nodeType="afterEffect">
                                  <p:stCondLst>
                                    <p:cond delay="0"/>
                                  </p:stCondLst>
                                  <p:childTnLst>
                                    <p:set>
                                      <p:cBhvr>
                                        <p:cTn id="176" dur="1" fill="hold">
                                          <p:stCondLst>
                                            <p:cond delay="499"/>
                                          </p:stCondLst>
                                        </p:cTn>
                                        <p:tgtEl>
                                          <p:spTgt spid="518246"/>
                                        </p:tgtEl>
                                        <p:attrNameLst>
                                          <p:attrName>style.visibility</p:attrName>
                                        </p:attrNameLst>
                                      </p:cBhvr>
                                      <p:to>
                                        <p:strVal val="visible"/>
                                      </p:to>
                                    </p:set>
                                  </p:childTnLst>
                                </p:cTn>
                              </p:par>
                            </p:childTnLst>
                          </p:cTn>
                        </p:par>
                        <p:par>
                          <p:cTn id="177" fill="hold">
                            <p:stCondLst>
                              <p:cond delay="9000"/>
                            </p:stCondLst>
                            <p:childTnLst>
                              <p:par>
                                <p:cTn id="178" presetID="1" presetClass="entr" presetSubtype="0" fill="hold" nodeType="afterEffect">
                                  <p:stCondLst>
                                    <p:cond delay="0"/>
                                  </p:stCondLst>
                                  <p:childTnLst>
                                    <p:set>
                                      <p:cBhvr>
                                        <p:cTn id="179" dur="1" fill="hold">
                                          <p:stCondLst>
                                            <p:cond delay="499"/>
                                          </p:stCondLst>
                                        </p:cTn>
                                        <p:tgtEl>
                                          <p:spTgt spid="518247"/>
                                        </p:tgtEl>
                                        <p:attrNameLst>
                                          <p:attrName>style.visibility</p:attrName>
                                        </p:attrNameLst>
                                      </p:cBhvr>
                                      <p:to>
                                        <p:strVal val="visible"/>
                                      </p:to>
                                    </p:set>
                                  </p:childTnLst>
                                </p:cTn>
                              </p:par>
                            </p:childTnLst>
                          </p:cTn>
                        </p:par>
                      </p:childTnLst>
                    </p:cTn>
                  </p:par>
                  <p:par>
                    <p:cTn id="180" fill="hold">
                      <p:stCondLst>
                        <p:cond delay="indefinite"/>
                      </p:stCondLst>
                      <p:childTnLst>
                        <p:par>
                          <p:cTn id="181" fill="hold">
                            <p:stCondLst>
                              <p:cond delay="0"/>
                            </p:stCondLst>
                            <p:childTnLst>
                              <p:par>
                                <p:cTn id="182" presetID="1" presetClass="entr" presetSubtype="0" fill="hold" nodeType="clickEffect">
                                  <p:stCondLst>
                                    <p:cond delay="0"/>
                                  </p:stCondLst>
                                  <p:childTnLst>
                                    <p:set>
                                      <p:cBhvr>
                                        <p:cTn id="183" dur="1" fill="hold">
                                          <p:stCondLst>
                                            <p:cond delay="499"/>
                                          </p:stCondLst>
                                        </p:cTn>
                                        <p:tgtEl>
                                          <p:spTgt spid="518248"/>
                                        </p:tgtEl>
                                        <p:attrNameLst>
                                          <p:attrName>style.visibility</p:attrName>
                                        </p:attrNameLst>
                                      </p:cBhvr>
                                      <p:to>
                                        <p:strVal val="visible"/>
                                      </p:to>
                                    </p:set>
                                  </p:childTnLst>
                                </p:cTn>
                              </p:par>
                            </p:childTnLst>
                          </p:cTn>
                        </p:par>
                      </p:childTnLst>
                    </p:cTn>
                  </p:par>
                  <p:par>
                    <p:cTn id="184" fill="hold">
                      <p:stCondLst>
                        <p:cond delay="indefinite"/>
                      </p:stCondLst>
                      <p:childTnLst>
                        <p:par>
                          <p:cTn id="185" fill="hold">
                            <p:stCondLst>
                              <p:cond delay="0"/>
                            </p:stCondLst>
                            <p:childTnLst>
                              <p:par>
                                <p:cTn id="186" presetID="1" presetClass="entr" presetSubtype="0" fill="hold" nodeType="clickEffect">
                                  <p:stCondLst>
                                    <p:cond delay="0"/>
                                  </p:stCondLst>
                                  <p:childTnLst>
                                    <p:set>
                                      <p:cBhvr>
                                        <p:cTn id="187" dur="1" fill="hold">
                                          <p:stCondLst>
                                            <p:cond delay="499"/>
                                          </p:stCondLst>
                                        </p:cTn>
                                        <p:tgtEl>
                                          <p:spTgt spid="518249"/>
                                        </p:tgtEl>
                                        <p:attrNameLst>
                                          <p:attrName>style.visibility</p:attrName>
                                        </p:attrNameLst>
                                      </p:cBhvr>
                                      <p:to>
                                        <p:strVal val="visible"/>
                                      </p:to>
                                    </p:set>
                                  </p:childTnLst>
                                </p:cTn>
                              </p:par>
                            </p:childTnLst>
                          </p:cTn>
                        </p:par>
                      </p:childTnLst>
                    </p:cTn>
                  </p:par>
                  <p:par>
                    <p:cTn id="188" fill="hold">
                      <p:stCondLst>
                        <p:cond delay="indefinite"/>
                      </p:stCondLst>
                      <p:childTnLst>
                        <p:par>
                          <p:cTn id="189" fill="hold">
                            <p:stCondLst>
                              <p:cond delay="0"/>
                            </p:stCondLst>
                            <p:childTnLst>
                              <p:par>
                                <p:cTn id="190" presetID="1" presetClass="entr" presetSubtype="0" fill="hold" nodeType="clickEffect">
                                  <p:stCondLst>
                                    <p:cond delay="0"/>
                                  </p:stCondLst>
                                  <p:childTnLst>
                                    <p:set>
                                      <p:cBhvr>
                                        <p:cTn id="191" dur="1" fill="hold">
                                          <p:stCondLst>
                                            <p:cond delay="499"/>
                                          </p:stCondLst>
                                        </p:cTn>
                                        <p:tgtEl>
                                          <p:spTgt spid="518250"/>
                                        </p:tgtEl>
                                        <p:attrNameLst>
                                          <p:attrName>style.visibility</p:attrName>
                                        </p:attrNameLst>
                                      </p:cBhvr>
                                      <p:to>
                                        <p:strVal val="visible"/>
                                      </p:to>
                                    </p:set>
                                  </p:childTnLst>
                                </p:cTn>
                              </p:par>
                            </p:childTnLst>
                          </p:cTn>
                        </p:par>
                      </p:childTnLst>
                    </p:cTn>
                  </p:par>
                  <p:par>
                    <p:cTn id="192" fill="hold">
                      <p:stCondLst>
                        <p:cond delay="indefinite"/>
                      </p:stCondLst>
                      <p:childTnLst>
                        <p:par>
                          <p:cTn id="193" fill="hold">
                            <p:stCondLst>
                              <p:cond delay="0"/>
                            </p:stCondLst>
                            <p:childTnLst>
                              <p:par>
                                <p:cTn id="194" presetID="1" presetClass="entr" presetSubtype="0" fill="hold" grpId="0" nodeType="clickEffect">
                                  <p:stCondLst>
                                    <p:cond delay="0"/>
                                  </p:stCondLst>
                                  <p:childTnLst>
                                    <p:set>
                                      <p:cBhvr>
                                        <p:cTn id="195" dur="1" fill="hold">
                                          <p:stCondLst>
                                            <p:cond delay="499"/>
                                          </p:stCondLst>
                                        </p:cTn>
                                        <p:tgtEl>
                                          <p:spTgt spid="518251"/>
                                        </p:tgtEl>
                                        <p:attrNameLst>
                                          <p:attrName>style.visibility</p:attrName>
                                        </p:attrNameLst>
                                      </p:cBhvr>
                                      <p:to>
                                        <p:strVal val="visible"/>
                                      </p:to>
                                    </p:set>
                                  </p:childTnLst>
                                </p:cTn>
                              </p:par>
                            </p:childTnLst>
                          </p:cTn>
                        </p:par>
                        <p:par>
                          <p:cTn id="196" fill="hold">
                            <p:stCondLst>
                              <p:cond delay="500"/>
                            </p:stCondLst>
                            <p:childTnLst>
                              <p:par>
                                <p:cTn id="197" presetID="1" presetClass="entr" presetSubtype="0" fill="hold" grpId="0" nodeType="afterEffect">
                                  <p:stCondLst>
                                    <p:cond delay="0"/>
                                  </p:stCondLst>
                                  <p:childTnLst>
                                    <p:set>
                                      <p:cBhvr>
                                        <p:cTn id="198" dur="1" fill="hold">
                                          <p:stCondLst>
                                            <p:cond delay="499"/>
                                          </p:stCondLst>
                                        </p:cTn>
                                        <p:tgtEl>
                                          <p:spTgt spid="518252"/>
                                        </p:tgtEl>
                                        <p:attrNameLst>
                                          <p:attrName>style.visibility</p:attrName>
                                        </p:attrNameLst>
                                      </p:cBhvr>
                                      <p:to>
                                        <p:strVal val="visible"/>
                                      </p:to>
                                    </p:set>
                                  </p:childTnLst>
                                </p:cTn>
                              </p:par>
                            </p:childTnLst>
                          </p:cTn>
                        </p:par>
                        <p:par>
                          <p:cTn id="199" fill="hold">
                            <p:stCondLst>
                              <p:cond delay="1000"/>
                            </p:stCondLst>
                            <p:childTnLst>
                              <p:par>
                                <p:cTn id="200" presetID="1" presetClass="entr" presetSubtype="0" fill="hold" grpId="0" nodeType="afterEffect">
                                  <p:stCondLst>
                                    <p:cond delay="0"/>
                                  </p:stCondLst>
                                  <p:childTnLst>
                                    <p:set>
                                      <p:cBhvr>
                                        <p:cTn id="201" dur="1" fill="hold">
                                          <p:stCondLst>
                                            <p:cond delay="499"/>
                                          </p:stCondLst>
                                        </p:cTn>
                                        <p:tgtEl>
                                          <p:spTgt spid="518253"/>
                                        </p:tgtEl>
                                        <p:attrNameLst>
                                          <p:attrName>style.visibility</p:attrName>
                                        </p:attrNameLst>
                                      </p:cBhvr>
                                      <p:to>
                                        <p:strVal val="visible"/>
                                      </p:to>
                                    </p:set>
                                  </p:childTnLst>
                                </p:cTn>
                              </p:par>
                            </p:childTnLst>
                          </p:cTn>
                        </p:par>
                        <p:par>
                          <p:cTn id="202" fill="hold">
                            <p:stCondLst>
                              <p:cond delay="1500"/>
                            </p:stCondLst>
                            <p:childTnLst>
                              <p:par>
                                <p:cTn id="203" presetID="1" presetClass="entr" presetSubtype="0" fill="hold" grpId="0" nodeType="afterEffect">
                                  <p:stCondLst>
                                    <p:cond delay="0"/>
                                  </p:stCondLst>
                                  <p:childTnLst>
                                    <p:set>
                                      <p:cBhvr>
                                        <p:cTn id="204" dur="1" fill="hold">
                                          <p:stCondLst>
                                            <p:cond delay="499"/>
                                          </p:stCondLst>
                                        </p:cTn>
                                        <p:tgtEl>
                                          <p:spTgt spid="518254"/>
                                        </p:tgtEl>
                                        <p:attrNameLst>
                                          <p:attrName>style.visibility</p:attrName>
                                        </p:attrNameLst>
                                      </p:cBhvr>
                                      <p:to>
                                        <p:strVal val="visible"/>
                                      </p:to>
                                    </p:set>
                                  </p:childTnLst>
                                </p:cTn>
                              </p:par>
                            </p:childTnLst>
                          </p:cTn>
                        </p:par>
                        <p:par>
                          <p:cTn id="205" fill="hold">
                            <p:stCondLst>
                              <p:cond delay="2000"/>
                            </p:stCondLst>
                            <p:childTnLst>
                              <p:par>
                                <p:cTn id="206" presetID="1" presetClass="entr" presetSubtype="0" fill="hold" grpId="0" nodeType="afterEffect">
                                  <p:stCondLst>
                                    <p:cond delay="0"/>
                                  </p:stCondLst>
                                  <p:childTnLst>
                                    <p:set>
                                      <p:cBhvr>
                                        <p:cTn id="207" dur="1" fill="hold">
                                          <p:stCondLst>
                                            <p:cond delay="499"/>
                                          </p:stCondLst>
                                        </p:cTn>
                                        <p:tgtEl>
                                          <p:spTgt spid="518255"/>
                                        </p:tgtEl>
                                        <p:attrNameLst>
                                          <p:attrName>style.visibility</p:attrName>
                                        </p:attrNameLst>
                                      </p:cBhvr>
                                      <p:to>
                                        <p:strVal val="visible"/>
                                      </p:to>
                                    </p:set>
                                  </p:childTnLst>
                                </p:cTn>
                              </p:par>
                            </p:childTnLst>
                          </p:cTn>
                        </p:par>
                        <p:par>
                          <p:cTn id="208" fill="hold">
                            <p:stCondLst>
                              <p:cond delay="2500"/>
                            </p:stCondLst>
                            <p:childTnLst>
                              <p:par>
                                <p:cTn id="209" presetID="1" presetClass="entr" presetSubtype="0" fill="hold" grpId="0" nodeType="afterEffect">
                                  <p:stCondLst>
                                    <p:cond delay="0"/>
                                  </p:stCondLst>
                                  <p:childTnLst>
                                    <p:set>
                                      <p:cBhvr>
                                        <p:cTn id="210" dur="1" fill="hold">
                                          <p:stCondLst>
                                            <p:cond delay="499"/>
                                          </p:stCondLst>
                                        </p:cTn>
                                        <p:tgtEl>
                                          <p:spTgt spid="518256"/>
                                        </p:tgtEl>
                                        <p:attrNameLst>
                                          <p:attrName>style.visibility</p:attrName>
                                        </p:attrNameLst>
                                      </p:cBhvr>
                                      <p:to>
                                        <p:strVal val="visible"/>
                                      </p:to>
                                    </p:set>
                                  </p:childTnLst>
                                </p:cTn>
                              </p:par>
                            </p:childTnLst>
                          </p:cTn>
                        </p:par>
                        <p:par>
                          <p:cTn id="211" fill="hold">
                            <p:stCondLst>
                              <p:cond delay="3000"/>
                            </p:stCondLst>
                            <p:childTnLst>
                              <p:par>
                                <p:cTn id="212" presetID="1" presetClass="entr" presetSubtype="0" fill="hold" grpId="0" nodeType="afterEffect">
                                  <p:stCondLst>
                                    <p:cond delay="0"/>
                                  </p:stCondLst>
                                  <p:childTnLst>
                                    <p:set>
                                      <p:cBhvr>
                                        <p:cTn id="213" dur="1" fill="hold">
                                          <p:stCondLst>
                                            <p:cond delay="499"/>
                                          </p:stCondLst>
                                        </p:cTn>
                                        <p:tgtEl>
                                          <p:spTgt spid="518257"/>
                                        </p:tgtEl>
                                        <p:attrNameLst>
                                          <p:attrName>style.visibility</p:attrName>
                                        </p:attrNameLst>
                                      </p:cBhvr>
                                      <p:to>
                                        <p:strVal val="visible"/>
                                      </p:to>
                                    </p:set>
                                  </p:childTnLst>
                                </p:cTn>
                              </p:par>
                            </p:childTnLst>
                          </p:cTn>
                        </p:par>
                        <p:par>
                          <p:cTn id="214" fill="hold">
                            <p:stCondLst>
                              <p:cond delay="3500"/>
                            </p:stCondLst>
                            <p:childTnLst>
                              <p:par>
                                <p:cTn id="215" presetID="1" presetClass="entr" presetSubtype="0" fill="hold" grpId="0" nodeType="afterEffect">
                                  <p:stCondLst>
                                    <p:cond delay="0"/>
                                  </p:stCondLst>
                                  <p:childTnLst>
                                    <p:set>
                                      <p:cBhvr>
                                        <p:cTn id="216" dur="1" fill="hold">
                                          <p:stCondLst>
                                            <p:cond delay="499"/>
                                          </p:stCondLst>
                                        </p:cTn>
                                        <p:tgtEl>
                                          <p:spTgt spid="518258"/>
                                        </p:tgtEl>
                                        <p:attrNameLst>
                                          <p:attrName>style.visibility</p:attrName>
                                        </p:attrNameLst>
                                      </p:cBhvr>
                                      <p:to>
                                        <p:strVal val="visible"/>
                                      </p:to>
                                    </p:set>
                                  </p:childTnLst>
                                </p:cTn>
                              </p:par>
                            </p:childTnLst>
                          </p:cTn>
                        </p:par>
                        <p:par>
                          <p:cTn id="217" fill="hold">
                            <p:stCondLst>
                              <p:cond delay="4000"/>
                            </p:stCondLst>
                            <p:childTnLst>
                              <p:par>
                                <p:cTn id="218" presetID="1" presetClass="entr" presetSubtype="0" fill="hold" grpId="0" nodeType="afterEffect">
                                  <p:stCondLst>
                                    <p:cond delay="0"/>
                                  </p:stCondLst>
                                  <p:childTnLst>
                                    <p:set>
                                      <p:cBhvr>
                                        <p:cTn id="219" dur="1" fill="hold">
                                          <p:stCondLst>
                                            <p:cond delay="499"/>
                                          </p:stCondLst>
                                        </p:cTn>
                                        <p:tgtEl>
                                          <p:spTgt spid="518259"/>
                                        </p:tgtEl>
                                        <p:attrNameLst>
                                          <p:attrName>style.visibility</p:attrName>
                                        </p:attrNameLst>
                                      </p:cBhvr>
                                      <p:to>
                                        <p:strVal val="visible"/>
                                      </p:to>
                                    </p:set>
                                  </p:childTnLst>
                                </p:cTn>
                              </p:par>
                            </p:childTnLst>
                          </p:cTn>
                        </p:par>
                        <p:par>
                          <p:cTn id="220" fill="hold">
                            <p:stCondLst>
                              <p:cond delay="4500"/>
                            </p:stCondLst>
                            <p:childTnLst>
                              <p:par>
                                <p:cTn id="221" presetID="1" presetClass="entr" presetSubtype="0" fill="hold" nodeType="afterEffect">
                                  <p:stCondLst>
                                    <p:cond delay="0"/>
                                  </p:stCondLst>
                                  <p:childTnLst>
                                    <p:set>
                                      <p:cBhvr>
                                        <p:cTn id="222" dur="1" fill="hold">
                                          <p:stCondLst>
                                            <p:cond delay="499"/>
                                          </p:stCondLst>
                                        </p:cTn>
                                        <p:tgtEl>
                                          <p:spTgt spid="518260"/>
                                        </p:tgtEl>
                                        <p:attrNameLst>
                                          <p:attrName>style.visibility</p:attrName>
                                        </p:attrNameLst>
                                      </p:cBhvr>
                                      <p:to>
                                        <p:strVal val="visible"/>
                                      </p:to>
                                    </p:set>
                                  </p:childTnLst>
                                </p:cTn>
                              </p:par>
                            </p:childTnLst>
                          </p:cTn>
                        </p:par>
                        <p:par>
                          <p:cTn id="223" fill="hold">
                            <p:stCondLst>
                              <p:cond delay="5000"/>
                            </p:stCondLst>
                            <p:childTnLst>
                              <p:par>
                                <p:cTn id="224" presetID="1" presetClass="entr" presetSubtype="0" fill="hold" nodeType="afterEffect">
                                  <p:stCondLst>
                                    <p:cond delay="0"/>
                                  </p:stCondLst>
                                  <p:childTnLst>
                                    <p:set>
                                      <p:cBhvr>
                                        <p:cTn id="225" dur="1" fill="hold">
                                          <p:stCondLst>
                                            <p:cond delay="499"/>
                                          </p:stCondLst>
                                        </p:cTn>
                                        <p:tgtEl>
                                          <p:spTgt spid="518261"/>
                                        </p:tgtEl>
                                        <p:attrNameLst>
                                          <p:attrName>style.visibility</p:attrName>
                                        </p:attrNameLst>
                                      </p:cBhvr>
                                      <p:to>
                                        <p:strVal val="visible"/>
                                      </p:to>
                                    </p:set>
                                  </p:childTnLst>
                                </p:cTn>
                              </p:par>
                            </p:childTnLst>
                          </p:cTn>
                        </p:par>
                        <p:par>
                          <p:cTn id="226" fill="hold">
                            <p:stCondLst>
                              <p:cond delay="5500"/>
                            </p:stCondLst>
                            <p:childTnLst>
                              <p:par>
                                <p:cTn id="227" presetID="1" presetClass="entr" presetSubtype="0" fill="hold" nodeType="afterEffect">
                                  <p:stCondLst>
                                    <p:cond delay="0"/>
                                  </p:stCondLst>
                                  <p:childTnLst>
                                    <p:set>
                                      <p:cBhvr>
                                        <p:cTn id="228" dur="1" fill="hold">
                                          <p:stCondLst>
                                            <p:cond delay="499"/>
                                          </p:stCondLst>
                                        </p:cTn>
                                        <p:tgtEl>
                                          <p:spTgt spid="51826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8166" grpId="0"/>
      <p:bldP spid="518167" grpId="0" animBg="1"/>
      <p:bldP spid="518168" grpId="0" animBg="1"/>
      <p:bldP spid="518169" grpId="0" animBg="1"/>
      <p:bldP spid="518170" grpId="0" animBg="1"/>
      <p:bldP spid="518171" grpId="0" animBg="1"/>
      <p:bldP spid="518172" grpId="0" animBg="1"/>
      <p:bldP spid="518173" grpId="0" animBg="1"/>
      <p:bldP spid="518174" grpId="0" animBg="1"/>
      <p:bldP spid="518188" grpId="0"/>
      <p:bldP spid="518189" grpId="0" animBg="1"/>
      <p:bldP spid="518190" grpId="0" animBg="1"/>
      <p:bldP spid="518191" grpId="0" animBg="1"/>
      <p:bldP spid="518192" grpId="0" animBg="1"/>
      <p:bldP spid="518193" grpId="0" animBg="1"/>
      <p:bldP spid="518194" grpId="0" animBg="1"/>
      <p:bldP spid="518195" grpId="0" animBg="1"/>
      <p:bldP spid="518196" grpId="0" animBg="1"/>
      <p:bldP spid="518229" grpId="0"/>
      <p:bldP spid="518230" grpId="0" animBg="1"/>
      <p:bldP spid="518231" grpId="0" animBg="1"/>
      <p:bldP spid="518232" grpId="0" animBg="1"/>
      <p:bldP spid="518233" grpId="0" animBg="1"/>
      <p:bldP spid="518234" grpId="0" animBg="1"/>
      <p:bldP spid="518235" grpId="0" animBg="1"/>
      <p:bldP spid="518236" grpId="0" animBg="1"/>
      <p:bldP spid="518237" grpId="0" animBg="1"/>
      <p:bldP spid="518251" grpId="0"/>
      <p:bldP spid="518252" grpId="0" animBg="1"/>
      <p:bldP spid="518253" grpId="0" animBg="1"/>
      <p:bldP spid="518254" grpId="0" animBg="1"/>
      <p:bldP spid="518255" grpId="0" animBg="1"/>
      <p:bldP spid="518256" grpId="0" animBg="1"/>
      <p:bldP spid="518257" grpId="0" animBg="1"/>
      <p:bldP spid="518258" grpId="0" animBg="1"/>
      <p:bldP spid="518259"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Footer Placeholder 4"/>
          <p:cNvSpPr txBox="1">
            <a:spLocks noGrp="1"/>
          </p:cNvSpPr>
          <p:nvPr>
            <p:ph type="ftr" sz="quarter" idx="11"/>
          </p:nvPr>
        </p:nvSpPr>
        <p:spPr>
          <a:noFill/>
          <a:ln>
            <a:noFill/>
          </a:ln>
        </p:spPr>
        <p:txBody>
          <a:bodyPr anchor="ctr" anchorCtr="0"/>
          <a:lstStyle/>
          <a:p>
            <a:pPr marL="0" indent="0" algn="ctr" eaLnBrk="1" hangingPunct="1">
              <a:spcBef>
                <a:spcPct val="0"/>
              </a:spcBef>
              <a:buFontTx/>
              <a:buNone/>
            </a:pPr>
            <a:r>
              <a:rPr lang="en-US" altLang="en-US" sz="1200" dirty="0">
                <a:solidFill>
                  <a:srgbClr val="898989"/>
                </a:solidFill>
                <a:latin typeface="Arial" panose="020B0604020202020204" pitchFamily="34" charset="0"/>
              </a:rPr>
              <a:t>Data Structures and Algorithms in Java </a:t>
            </a:r>
          </a:p>
        </p:txBody>
      </p:sp>
      <p:sp>
        <p:nvSpPr>
          <p:cNvPr id="38915" name="Slide Number Placeholder 5"/>
          <p:cNvSpPr txBox="1">
            <a:spLocks noGrp="1"/>
          </p:cNvSpPr>
          <p:nvPr>
            <p:ph type="sldNum" sz="quarter" idx="12"/>
          </p:nvPr>
        </p:nvSpPr>
        <p:spPr>
          <a:noFill/>
          <a:ln>
            <a:noFill/>
          </a:ln>
        </p:spPr>
        <p:txBody>
          <a:bodyPr anchor="ctr" anchorCtr="0"/>
          <a:lstStyle/>
          <a:p>
            <a:pPr marL="0" indent="0" algn="r" eaLnBrk="1" hangingPunct="1">
              <a:spcBef>
                <a:spcPct val="0"/>
              </a:spcBef>
              <a:buFontTx/>
              <a:buNone/>
            </a:pPr>
            <a:fld id="{9A0DB2DC-4C9A-4742-B13C-FB6460FD3503}" type="slidenum">
              <a:rPr lang="en-US" altLang="zh-CN" sz="1200" dirty="0">
                <a:solidFill>
                  <a:srgbClr val="898989"/>
                </a:solidFill>
                <a:latin typeface="Arial" panose="020B0604020202020204" pitchFamily="34" charset="0"/>
                <a:ea typeface="SimSun" panose="02010600030101010101" pitchFamily="2" charset="-122"/>
              </a:rPr>
              <a:t>21</a:t>
            </a:fld>
            <a:r>
              <a:rPr lang="en-US" altLang="en-US" sz="1200" dirty="0">
                <a:solidFill>
                  <a:srgbClr val="898989"/>
                </a:solidFill>
                <a:latin typeface="Arial" panose="020B0604020202020204" pitchFamily="34" charset="0"/>
              </a:rPr>
              <a:t>/30</a:t>
            </a:r>
          </a:p>
        </p:txBody>
      </p:sp>
      <p:sp>
        <p:nvSpPr>
          <p:cNvPr id="38916" name="Rectangle 2"/>
          <p:cNvSpPr>
            <a:spLocks noGrp="1"/>
          </p:cNvSpPr>
          <p:nvPr>
            <p:ph type="title"/>
          </p:nvPr>
        </p:nvSpPr>
        <p:spPr>
          <a:xfrm>
            <a:off x="0" y="106363"/>
            <a:ext cx="8991600" cy="701675"/>
          </a:xfrm>
        </p:spPr>
        <p:txBody>
          <a:bodyPr vert="horz" wrap="square" lIns="91440" tIns="45720" rIns="91440" bIns="45720" anchor="ctr" anchorCtr="0">
            <a:spAutoFit/>
          </a:bodyPr>
          <a:lstStyle/>
          <a:p>
            <a:r>
              <a:rPr lang="en-US" altLang="en-US" sz="4000" b="1" dirty="0">
                <a:solidFill>
                  <a:srgbClr val="CC3300"/>
                </a:solidFill>
              </a:rPr>
              <a:t>Example (cont.)</a:t>
            </a:r>
          </a:p>
        </p:txBody>
      </p:sp>
      <p:sp>
        <p:nvSpPr>
          <p:cNvPr id="520195" name="Oval 3"/>
          <p:cNvSpPr/>
          <p:nvPr/>
        </p:nvSpPr>
        <p:spPr>
          <a:xfrm>
            <a:off x="1828800" y="1524000"/>
            <a:ext cx="76200" cy="76200"/>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Font typeface="Arial" panose="020B0604020202020204" pitchFamily="34" charset="0"/>
              <a:buChar char="•"/>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eaLnBrk="1" hangingPunct="1">
              <a:spcBef>
                <a:spcPct val="0"/>
              </a:spcBef>
              <a:buFontTx/>
              <a:buNone/>
            </a:pPr>
            <a:endParaRPr lang="en-US" altLang="en-US" sz="4400" b="1" dirty="0">
              <a:latin typeface="Arial" panose="020B0604020202020204" pitchFamily="34" charset="0"/>
            </a:endParaRPr>
          </a:p>
        </p:txBody>
      </p:sp>
      <p:sp>
        <p:nvSpPr>
          <p:cNvPr id="520196" name="Oval 4"/>
          <p:cNvSpPr/>
          <p:nvPr/>
        </p:nvSpPr>
        <p:spPr>
          <a:xfrm>
            <a:off x="2667000" y="1524000"/>
            <a:ext cx="76200" cy="76200"/>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Font typeface="Arial" panose="020B0604020202020204" pitchFamily="34" charset="0"/>
              <a:buChar char="•"/>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eaLnBrk="1" hangingPunct="1">
              <a:spcBef>
                <a:spcPct val="0"/>
              </a:spcBef>
              <a:buFontTx/>
              <a:buNone/>
            </a:pPr>
            <a:endParaRPr lang="en-US" altLang="en-US" sz="4400" b="1" dirty="0">
              <a:latin typeface="Arial" panose="020B0604020202020204" pitchFamily="34" charset="0"/>
            </a:endParaRPr>
          </a:p>
        </p:txBody>
      </p:sp>
      <p:sp>
        <p:nvSpPr>
          <p:cNvPr id="520197" name="Oval 5"/>
          <p:cNvSpPr/>
          <p:nvPr/>
        </p:nvSpPr>
        <p:spPr>
          <a:xfrm>
            <a:off x="3505200" y="1524000"/>
            <a:ext cx="76200" cy="76200"/>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Font typeface="Arial" panose="020B0604020202020204" pitchFamily="34" charset="0"/>
              <a:buChar char="•"/>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eaLnBrk="1" hangingPunct="1">
              <a:spcBef>
                <a:spcPct val="0"/>
              </a:spcBef>
              <a:buFontTx/>
              <a:buNone/>
            </a:pPr>
            <a:endParaRPr lang="en-US" altLang="en-US" sz="4400" b="1" dirty="0">
              <a:latin typeface="Arial" panose="020B0604020202020204" pitchFamily="34" charset="0"/>
            </a:endParaRPr>
          </a:p>
        </p:txBody>
      </p:sp>
      <p:sp>
        <p:nvSpPr>
          <p:cNvPr id="520198" name="Oval 6"/>
          <p:cNvSpPr/>
          <p:nvPr/>
        </p:nvSpPr>
        <p:spPr>
          <a:xfrm>
            <a:off x="1828800" y="2286000"/>
            <a:ext cx="76200" cy="76200"/>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Font typeface="Arial" panose="020B0604020202020204" pitchFamily="34" charset="0"/>
              <a:buChar char="•"/>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eaLnBrk="1" hangingPunct="1">
              <a:spcBef>
                <a:spcPct val="0"/>
              </a:spcBef>
              <a:buFontTx/>
              <a:buNone/>
            </a:pPr>
            <a:endParaRPr lang="en-US" altLang="en-US" sz="4400" b="1" dirty="0">
              <a:latin typeface="Arial" panose="020B0604020202020204" pitchFamily="34" charset="0"/>
            </a:endParaRPr>
          </a:p>
        </p:txBody>
      </p:sp>
      <p:sp>
        <p:nvSpPr>
          <p:cNvPr id="520199" name="Oval 7"/>
          <p:cNvSpPr/>
          <p:nvPr/>
        </p:nvSpPr>
        <p:spPr>
          <a:xfrm>
            <a:off x="3505200" y="2286000"/>
            <a:ext cx="76200" cy="76200"/>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Font typeface="Arial" panose="020B0604020202020204" pitchFamily="34" charset="0"/>
              <a:buChar char="•"/>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eaLnBrk="1" hangingPunct="1">
              <a:spcBef>
                <a:spcPct val="0"/>
              </a:spcBef>
              <a:buFontTx/>
              <a:buNone/>
            </a:pPr>
            <a:endParaRPr lang="en-US" altLang="en-US" sz="4400" b="1" dirty="0">
              <a:latin typeface="Arial" panose="020B0604020202020204" pitchFamily="34" charset="0"/>
            </a:endParaRPr>
          </a:p>
        </p:txBody>
      </p:sp>
      <p:sp>
        <p:nvSpPr>
          <p:cNvPr id="520200" name="Oval 8"/>
          <p:cNvSpPr/>
          <p:nvPr/>
        </p:nvSpPr>
        <p:spPr>
          <a:xfrm>
            <a:off x="2667000" y="2286000"/>
            <a:ext cx="76200" cy="76200"/>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Font typeface="Arial" panose="020B0604020202020204" pitchFamily="34" charset="0"/>
              <a:buChar char="•"/>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eaLnBrk="1" hangingPunct="1">
              <a:spcBef>
                <a:spcPct val="0"/>
              </a:spcBef>
              <a:buFontTx/>
              <a:buNone/>
            </a:pPr>
            <a:endParaRPr lang="en-US" altLang="en-US" sz="4400" b="1" dirty="0">
              <a:latin typeface="Arial" panose="020B0604020202020204" pitchFamily="34" charset="0"/>
            </a:endParaRPr>
          </a:p>
        </p:txBody>
      </p:sp>
      <p:sp>
        <p:nvSpPr>
          <p:cNvPr id="520201" name="Oval 9"/>
          <p:cNvSpPr/>
          <p:nvPr/>
        </p:nvSpPr>
        <p:spPr>
          <a:xfrm>
            <a:off x="4343400" y="2286000"/>
            <a:ext cx="76200" cy="76200"/>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Font typeface="Arial" panose="020B0604020202020204" pitchFamily="34" charset="0"/>
              <a:buChar char="•"/>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eaLnBrk="1" hangingPunct="1">
              <a:spcBef>
                <a:spcPct val="0"/>
              </a:spcBef>
              <a:buFontTx/>
              <a:buNone/>
            </a:pPr>
            <a:endParaRPr lang="en-US" altLang="en-US" sz="4400" b="1" dirty="0">
              <a:latin typeface="Arial" panose="020B0604020202020204" pitchFamily="34" charset="0"/>
            </a:endParaRPr>
          </a:p>
        </p:txBody>
      </p:sp>
      <p:sp>
        <p:nvSpPr>
          <p:cNvPr id="520202" name="Oval 10"/>
          <p:cNvSpPr/>
          <p:nvPr/>
        </p:nvSpPr>
        <p:spPr>
          <a:xfrm>
            <a:off x="4343400" y="1524000"/>
            <a:ext cx="76200" cy="76200"/>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Font typeface="Arial" panose="020B0604020202020204" pitchFamily="34" charset="0"/>
              <a:buChar char="•"/>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eaLnBrk="1" hangingPunct="1">
              <a:spcBef>
                <a:spcPct val="0"/>
              </a:spcBef>
              <a:buFontTx/>
              <a:buNone/>
            </a:pPr>
            <a:endParaRPr lang="en-US" altLang="en-US" sz="4400" b="1" dirty="0">
              <a:latin typeface="Arial" panose="020B0604020202020204" pitchFamily="34" charset="0"/>
            </a:endParaRPr>
          </a:p>
        </p:txBody>
      </p:sp>
      <p:sp>
        <p:nvSpPr>
          <p:cNvPr id="520203" name="Line 11"/>
          <p:cNvSpPr/>
          <p:nvPr/>
        </p:nvSpPr>
        <p:spPr>
          <a:xfrm>
            <a:off x="1905000" y="1600200"/>
            <a:ext cx="762000" cy="0"/>
          </a:xfrm>
          <a:prstGeom prst="line">
            <a:avLst/>
          </a:prstGeom>
          <a:ln w="9525" cap="flat" cmpd="sng">
            <a:solidFill>
              <a:schemeClr val="tx1"/>
            </a:solidFill>
            <a:prstDash val="solid"/>
            <a:headEnd type="none" w="med" len="med"/>
            <a:tailEnd type="none" w="med" len="med"/>
          </a:ln>
        </p:spPr>
      </p:sp>
      <p:sp>
        <p:nvSpPr>
          <p:cNvPr id="520204" name="Line 12"/>
          <p:cNvSpPr/>
          <p:nvPr/>
        </p:nvSpPr>
        <p:spPr>
          <a:xfrm>
            <a:off x="2743200" y="1600200"/>
            <a:ext cx="762000" cy="0"/>
          </a:xfrm>
          <a:prstGeom prst="line">
            <a:avLst/>
          </a:prstGeom>
          <a:ln w="38100" cap="flat" cmpd="sng">
            <a:solidFill>
              <a:srgbClr val="FF3300"/>
            </a:solidFill>
            <a:prstDash val="solid"/>
            <a:headEnd type="none" w="med" len="med"/>
            <a:tailEnd type="none" w="med" len="med"/>
          </a:ln>
        </p:spPr>
      </p:sp>
      <p:sp>
        <p:nvSpPr>
          <p:cNvPr id="520205" name="Line 13"/>
          <p:cNvSpPr/>
          <p:nvPr/>
        </p:nvSpPr>
        <p:spPr>
          <a:xfrm>
            <a:off x="2743200" y="2286000"/>
            <a:ext cx="762000" cy="0"/>
          </a:xfrm>
          <a:prstGeom prst="line">
            <a:avLst/>
          </a:prstGeom>
          <a:ln w="38100" cap="flat" cmpd="sng">
            <a:solidFill>
              <a:srgbClr val="FF3300"/>
            </a:solidFill>
            <a:prstDash val="solid"/>
            <a:headEnd type="none" w="med" len="med"/>
            <a:tailEnd type="none" w="med" len="med"/>
          </a:ln>
        </p:spPr>
      </p:sp>
      <p:sp>
        <p:nvSpPr>
          <p:cNvPr id="520206" name="Line 14"/>
          <p:cNvSpPr/>
          <p:nvPr/>
        </p:nvSpPr>
        <p:spPr>
          <a:xfrm>
            <a:off x="3581400" y="2286000"/>
            <a:ext cx="762000" cy="0"/>
          </a:xfrm>
          <a:prstGeom prst="line">
            <a:avLst/>
          </a:prstGeom>
          <a:ln w="9525" cap="flat" cmpd="sng">
            <a:solidFill>
              <a:schemeClr val="tx1"/>
            </a:solidFill>
            <a:prstDash val="solid"/>
            <a:headEnd type="none" w="med" len="med"/>
            <a:tailEnd type="none" w="med" len="med"/>
          </a:ln>
        </p:spPr>
      </p:sp>
      <p:sp>
        <p:nvSpPr>
          <p:cNvPr id="520207" name="Line 15"/>
          <p:cNvSpPr/>
          <p:nvPr/>
        </p:nvSpPr>
        <p:spPr>
          <a:xfrm>
            <a:off x="1905000" y="1600200"/>
            <a:ext cx="0" cy="685800"/>
          </a:xfrm>
          <a:prstGeom prst="line">
            <a:avLst/>
          </a:prstGeom>
          <a:ln w="9525" cap="flat" cmpd="sng">
            <a:solidFill>
              <a:schemeClr val="tx1"/>
            </a:solidFill>
            <a:prstDash val="solid"/>
            <a:headEnd type="none" w="med" len="med"/>
            <a:tailEnd type="none" w="med" len="med"/>
          </a:ln>
        </p:spPr>
      </p:sp>
      <p:sp>
        <p:nvSpPr>
          <p:cNvPr id="520208" name="Line 16"/>
          <p:cNvSpPr/>
          <p:nvPr/>
        </p:nvSpPr>
        <p:spPr>
          <a:xfrm>
            <a:off x="4343400" y="1600200"/>
            <a:ext cx="0" cy="685800"/>
          </a:xfrm>
          <a:prstGeom prst="line">
            <a:avLst/>
          </a:prstGeom>
          <a:ln w="9525" cap="flat" cmpd="sng">
            <a:solidFill>
              <a:schemeClr val="tx1"/>
            </a:solidFill>
            <a:prstDash val="solid"/>
            <a:headEnd type="none" w="med" len="med"/>
            <a:tailEnd type="none" w="med" len="med"/>
          </a:ln>
        </p:spPr>
      </p:sp>
      <p:sp>
        <p:nvSpPr>
          <p:cNvPr id="520209" name="Line 17"/>
          <p:cNvSpPr/>
          <p:nvPr/>
        </p:nvSpPr>
        <p:spPr>
          <a:xfrm>
            <a:off x="2743200" y="1600200"/>
            <a:ext cx="0" cy="685800"/>
          </a:xfrm>
          <a:prstGeom prst="line">
            <a:avLst/>
          </a:prstGeom>
          <a:ln w="38100" cap="flat" cmpd="sng">
            <a:solidFill>
              <a:srgbClr val="FF3300"/>
            </a:solidFill>
            <a:prstDash val="solid"/>
            <a:headEnd type="none" w="med" len="med"/>
            <a:tailEnd type="none" w="med" len="med"/>
          </a:ln>
        </p:spPr>
      </p:sp>
      <p:sp>
        <p:nvSpPr>
          <p:cNvPr id="520210" name="Line 18"/>
          <p:cNvSpPr/>
          <p:nvPr/>
        </p:nvSpPr>
        <p:spPr>
          <a:xfrm>
            <a:off x="3505200" y="1600200"/>
            <a:ext cx="0" cy="685800"/>
          </a:xfrm>
          <a:prstGeom prst="line">
            <a:avLst/>
          </a:prstGeom>
          <a:ln w="38100" cap="flat" cmpd="sng">
            <a:solidFill>
              <a:srgbClr val="FF3300"/>
            </a:solidFill>
            <a:prstDash val="solid"/>
            <a:headEnd type="none" w="med" len="med"/>
            <a:tailEnd type="none" w="med" len="med"/>
          </a:ln>
        </p:spPr>
      </p:sp>
      <p:sp>
        <p:nvSpPr>
          <p:cNvPr id="520211" name="Line 19"/>
          <p:cNvSpPr/>
          <p:nvPr/>
        </p:nvSpPr>
        <p:spPr>
          <a:xfrm flipH="1">
            <a:off x="1905000" y="1600200"/>
            <a:ext cx="762000" cy="685800"/>
          </a:xfrm>
          <a:prstGeom prst="line">
            <a:avLst/>
          </a:prstGeom>
          <a:ln w="9525" cap="flat" cmpd="sng">
            <a:solidFill>
              <a:schemeClr val="tx1"/>
            </a:solidFill>
            <a:prstDash val="solid"/>
            <a:headEnd type="none" w="med" len="med"/>
            <a:tailEnd type="none" w="med" len="med"/>
          </a:ln>
        </p:spPr>
      </p:sp>
      <p:sp>
        <p:nvSpPr>
          <p:cNvPr id="520212" name="Line 20"/>
          <p:cNvSpPr/>
          <p:nvPr/>
        </p:nvSpPr>
        <p:spPr>
          <a:xfrm flipH="1">
            <a:off x="3581400" y="1600200"/>
            <a:ext cx="762000" cy="685800"/>
          </a:xfrm>
          <a:prstGeom prst="line">
            <a:avLst/>
          </a:prstGeom>
          <a:ln w="9525" cap="flat" cmpd="sng">
            <a:solidFill>
              <a:schemeClr val="tx1"/>
            </a:solidFill>
            <a:prstDash val="solid"/>
            <a:headEnd type="none" w="med" len="med"/>
            <a:tailEnd type="none" w="med" len="med"/>
          </a:ln>
        </p:spPr>
      </p:sp>
      <p:sp>
        <p:nvSpPr>
          <p:cNvPr id="520213" name="Line 21"/>
          <p:cNvSpPr/>
          <p:nvPr/>
        </p:nvSpPr>
        <p:spPr>
          <a:xfrm>
            <a:off x="1905000" y="1600200"/>
            <a:ext cx="0" cy="685800"/>
          </a:xfrm>
          <a:prstGeom prst="line">
            <a:avLst/>
          </a:prstGeom>
          <a:ln w="38100" cap="flat" cmpd="sng">
            <a:solidFill>
              <a:srgbClr val="FF3300"/>
            </a:solidFill>
            <a:prstDash val="solid"/>
            <a:headEnd type="none" w="med" len="med"/>
            <a:tailEnd type="none" w="med" len="med"/>
          </a:ln>
        </p:spPr>
      </p:sp>
      <p:sp>
        <p:nvSpPr>
          <p:cNvPr id="520214" name="Line 22"/>
          <p:cNvSpPr/>
          <p:nvPr/>
        </p:nvSpPr>
        <p:spPr>
          <a:xfrm flipH="1">
            <a:off x="1905000" y="1600200"/>
            <a:ext cx="762000" cy="685800"/>
          </a:xfrm>
          <a:prstGeom prst="line">
            <a:avLst/>
          </a:prstGeom>
          <a:ln w="38100" cap="flat" cmpd="sng">
            <a:solidFill>
              <a:srgbClr val="FF3300"/>
            </a:solidFill>
            <a:prstDash val="solid"/>
            <a:headEnd type="none" w="med" len="med"/>
            <a:tailEnd type="none" w="med" len="med"/>
          </a:ln>
        </p:spPr>
      </p:sp>
      <p:sp>
        <p:nvSpPr>
          <p:cNvPr id="520215" name="Line 23"/>
          <p:cNvSpPr/>
          <p:nvPr/>
        </p:nvSpPr>
        <p:spPr>
          <a:xfrm>
            <a:off x="1905000" y="1600200"/>
            <a:ext cx="762000" cy="0"/>
          </a:xfrm>
          <a:prstGeom prst="line">
            <a:avLst/>
          </a:prstGeom>
          <a:ln w="38100" cap="flat" cmpd="sng">
            <a:solidFill>
              <a:srgbClr val="FF3300"/>
            </a:solidFill>
            <a:prstDash val="solid"/>
            <a:headEnd type="none" w="med" len="med"/>
            <a:tailEnd type="none" w="med" len="med"/>
          </a:ln>
        </p:spPr>
      </p:sp>
      <p:sp>
        <p:nvSpPr>
          <p:cNvPr id="520216" name="Text Box 24"/>
          <p:cNvSpPr txBox="1"/>
          <p:nvPr/>
        </p:nvSpPr>
        <p:spPr>
          <a:xfrm>
            <a:off x="5181600" y="1752600"/>
            <a:ext cx="404813"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Font typeface="Arial" panose="020B0604020202020204" pitchFamily="34" charset="0"/>
              <a:buChar char="•"/>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a:spcBef>
                <a:spcPct val="0"/>
              </a:spcBef>
              <a:buFontTx/>
              <a:buNone/>
            </a:pPr>
            <a:r>
              <a:rPr lang="en-US" altLang="en-US" sz="2400" i="1" dirty="0">
                <a:solidFill>
                  <a:srgbClr val="3333FF"/>
                </a:solidFill>
                <a:latin typeface="Times New Roman" panose="02020603050405020304" pitchFamily="18" charset="0"/>
              </a:rPr>
              <a:t>H</a:t>
            </a:r>
            <a:endParaRPr lang="en-US" altLang="en-US" sz="2400" dirty="0">
              <a:latin typeface="Times New Roman" panose="02020603050405020304" pitchFamily="18" charset="0"/>
            </a:endParaRPr>
          </a:p>
        </p:txBody>
      </p:sp>
      <p:sp>
        <p:nvSpPr>
          <p:cNvPr id="520217" name="Oval 25"/>
          <p:cNvSpPr/>
          <p:nvPr/>
        </p:nvSpPr>
        <p:spPr>
          <a:xfrm>
            <a:off x="6121400" y="1524000"/>
            <a:ext cx="76200" cy="76200"/>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Font typeface="Arial" panose="020B0604020202020204" pitchFamily="34" charset="0"/>
              <a:buChar char="•"/>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eaLnBrk="1" hangingPunct="1">
              <a:spcBef>
                <a:spcPct val="0"/>
              </a:spcBef>
              <a:buFontTx/>
              <a:buNone/>
            </a:pPr>
            <a:endParaRPr lang="en-US" altLang="en-US" sz="4400" b="1" dirty="0">
              <a:latin typeface="Arial" panose="020B0604020202020204" pitchFamily="34" charset="0"/>
            </a:endParaRPr>
          </a:p>
        </p:txBody>
      </p:sp>
      <p:sp>
        <p:nvSpPr>
          <p:cNvPr id="520218" name="Oval 26"/>
          <p:cNvSpPr/>
          <p:nvPr/>
        </p:nvSpPr>
        <p:spPr>
          <a:xfrm>
            <a:off x="6959600" y="1524000"/>
            <a:ext cx="76200" cy="76200"/>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Font typeface="Arial" panose="020B0604020202020204" pitchFamily="34" charset="0"/>
              <a:buChar char="•"/>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eaLnBrk="1" hangingPunct="1">
              <a:spcBef>
                <a:spcPct val="0"/>
              </a:spcBef>
              <a:buFontTx/>
              <a:buNone/>
            </a:pPr>
            <a:endParaRPr lang="en-US" altLang="en-US" sz="4400" b="1" dirty="0">
              <a:latin typeface="Arial" panose="020B0604020202020204" pitchFamily="34" charset="0"/>
            </a:endParaRPr>
          </a:p>
        </p:txBody>
      </p:sp>
      <p:sp>
        <p:nvSpPr>
          <p:cNvPr id="520219" name="Oval 27"/>
          <p:cNvSpPr/>
          <p:nvPr/>
        </p:nvSpPr>
        <p:spPr>
          <a:xfrm>
            <a:off x="7797800" y="1524000"/>
            <a:ext cx="76200" cy="76200"/>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Font typeface="Arial" panose="020B0604020202020204" pitchFamily="34" charset="0"/>
              <a:buChar char="•"/>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eaLnBrk="1" hangingPunct="1">
              <a:spcBef>
                <a:spcPct val="0"/>
              </a:spcBef>
              <a:buFontTx/>
              <a:buNone/>
            </a:pPr>
            <a:endParaRPr lang="en-US" altLang="en-US" sz="4400" b="1" dirty="0">
              <a:latin typeface="Arial" panose="020B0604020202020204" pitchFamily="34" charset="0"/>
            </a:endParaRPr>
          </a:p>
        </p:txBody>
      </p:sp>
      <p:sp>
        <p:nvSpPr>
          <p:cNvPr id="520220" name="Oval 28"/>
          <p:cNvSpPr/>
          <p:nvPr/>
        </p:nvSpPr>
        <p:spPr>
          <a:xfrm>
            <a:off x="6121400" y="2286000"/>
            <a:ext cx="76200" cy="76200"/>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Font typeface="Arial" panose="020B0604020202020204" pitchFamily="34" charset="0"/>
              <a:buChar char="•"/>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eaLnBrk="1" hangingPunct="1">
              <a:spcBef>
                <a:spcPct val="0"/>
              </a:spcBef>
              <a:buFontTx/>
              <a:buNone/>
            </a:pPr>
            <a:endParaRPr lang="en-US" altLang="en-US" sz="4400" b="1" dirty="0">
              <a:latin typeface="Arial" panose="020B0604020202020204" pitchFamily="34" charset="0"/>
            </a:endParaRPr>
          </a:p>
        </p:txBody>
      </p:sp>
      <p:sp>
        <p:nvSpPr>
          <p:cNvPr id="520221" name="Oval 29"/>
          <p:cNvSpPr/>
          <p:nvPr/>
        </p:nvSpPr>
        <p:spPr>
          <a:xfrm>
            <a:off x="7797800" y="2286000"/>
            <a:ext cx="76200" cy="76200"/>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Font typeface="Arial" panose="020B0604020202020204" pitchFamily="34" charset="0"/>
              <a:buChar char="•"/>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eaLnBrk="1" hangingPunct="1">
              <a:spcBef>
                <a:spcPct val="0"/>
              </a:spcBef>
              <a:buFontTx/>
              <a:buNone/>
            </a:pPr>
            <a:endParaRPr lang="en-US" altLang="en-US" sz="4400" b="1" dirty="0">
              <a:latin typeface="Arial" panose="020B0604020202020204" pitchFamily="34" charset="0"/>
            </a:endParaRPr>
          </a:p>
        </p:txBody>
      </p:sp>
      <p:sp>
        <p:nvSpPr>
          <p:cNvPr id="520222" name="Oval 30"/>
          <p:cNvSpPr/>
          <p:nvPr/>
        </p:nvSpPr>
        <p:spPr>
          <a:xfrm>
            <a:off x="6959600" y="2286000"/>
            <a:ext cx="76200" cy="76200"/>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Font typeface="Arial" panose="020B0604020202020204" pitchFamily="34" charset="0"/>
              <a:buChar char="•"/>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eaLnBrk="1" hangingPunct="1">
              <a:spcBef>
                <a:spcPct val="0"/>
              </a:spcBef>
              <a:buFontTx/>
              <a:buNone/>
            </a:pPr>
            <a:endParaRPr lang="en-US" altLang="en-US" sz="4400" b="1" dirty="0">
              <a:latin typeface="Arial" panose="020B0604020202020204" pitchFamily="34" charset="0"/>
            </a:endParaRPr>
          </a:p>
        </p:txBody>
      </p:sp>
      <p:sp>
        <p:nvSpPr>
          <p:cNvPr id="520223" name="Oval 31"/>
          <p:cNvSpPr/>
          <p:nvPr/>
        </p:nvSpPr>
        <p:spPr>
          <a:xfrm>
            <a:off x="8636000" y="2286000"/>
            <a:ext cx="76200" cy="76200"/>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Font typeface="Arial" panose="020B0604020202020204" pitchFamily="34" charset="0"/>
              <a:buChar char="•"/>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eaLnBrk="1" hangingPunct="1">
              <a:spcBef>
                <a:spcPct val="0"/>
              </a:spcBef>
              <a:buFontTx/>
              <a:buNone/>
            </a:pPr>
            <a:endParaRPr lang="en-US" altLang="en-US" sz="4400" b="1" dirty="0">
              <a:latin typeface="Arial" panose="020B0604020202020204" pitchFamily="34" charset="0"/>
            </a:endParaRPr>
          </a:p>
        </p:txBody>
      </p:sp>
      <p:sp>
        <p:nvSpPr>
          <p:cNvPr id="520224" name="Oval 32"/>
          <p:cNvSpPr/>
          <p:nvPr/>
        </p:nvSpPr>
        <p:spPr>
          <a:xfrm>
            <a:off x="8636000" y="1524000"/>
            <a:ext cx="76200" cy="76200"/>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Font typeface="Arial" panose="020B0604020202020204" pitchFamily="34" charset="0"/>
              <a:buChar char="•"/>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eaLnBrk="1" hangingPunct="1">
              <a:spcBef>
                <a:spcPct val="0"/>
              </a:spcBef>
              <a:buFontTx/>
              <a:buNone/>
            </a:pPr>
            <a:endParaRPr lang="en-US" altLang="en-US" sz="4400" b="1" dirty="0">
              <a:latin typeface="Arial" panose="020B0604020202020204" pitchFamily="34" charset="0"/>
            </a:endParaRPr>
          </a:p>
        </p:txBody>
      </p:sp>
      <p:sp>
        <p:nvSpPr>
          <p:cNvPr id="520225" name="Line 33"/>
          <p:cNvSpPr/>
          <p:nvPr/>
        </p:nvSpPr>
        <p:spPr>
          <a:xfrm>
            <a:off x="7874000" y="2286000"/>
            <a:ext cx="762000" cy="0"/>
          </a:xfrm>
          <a:prstGeom prst="line">
            <a:avLst/>
          </a:prstGeom>
          <a:ln w="38100" cap="flat" cmpd="sng">
            <a:solidFill>
              <a:srgbClr val="FF3300"/>
            </a:solidFill>
            <a:prstDash val="solid"/>
            <a:headEnd type="none" w="med" len="med"/>
            <a:tailEnd type="none" w="med" len="med"/>
          </a:ln>
        </p:spPr>
      </p:sp>
      <p:sp>
        <p:nvSpPr>
          <p:cNvPr id="520226" name="Line 34"/>
          <p:cNvSpPr/>
          <p:nvPr/>
        </p:nvSpPr>
        <p:spPr>
          <a:xfrm>
            <a:off x="8636000" y="1600200"/>
            <a:ext cx="0" cy="685800"/>
          </a:xfrm>
          <a:prstGeom prst="line">
            <a:avLst/>
          </a:prstGeom>
          <a:ln w="38100" cap="flat" cmpd="sng">
            <a:solidFill>
              <a:srgbClr val="FF3300"/>
            </a:solidFill>
            <a:prstDash val="solid"/>
            <a:headEnd type="none" w="med" len="med"/>
            <a:tailEnd type="none" w="med" len="med"/>
          </a:ln>
        </p:spPr>
      </p:sp>
      <p:sp>
        <p:nvSpPr>
          <p:cNvPr id="520227" name="Line 35"/>
          <p:cNvSpPr/>
          <p:nvPr/>
        </p:nvSpPr>
        <p:spPr>
          <a:xfrm flipH="1">
            <a:off x="7874000" y="1600200"/>
            <a:ext cx="762000" cy="685800"/>
          </a:xfrm>
          <a:prstGeom prst="line">
            <a:avLst/>
          </a:prstGeom>
          <a:ln w="38100" cap="flat" cmpd="sng">
            <a:solidFill>
              <a:srgbClr val="FF3300"/>
            </a:solidFill>
            <a:prstDash val="solid"/>
            <a:headEnd type="none" w="med" len="med"/>
            <a:tailEnd type="none" w="med" len="med"/>
          </a:ln>
        </p:spPr>
      </p:sp>
      <p:sp>
        <p:nvSpPr>
          <p:cNvPr id="38950" name="Text Box 36"/>
          <p:cNvSpPr txBox="1"/>
          <p:nvPr/>
        </p:nvSpPr>
        <p:spPr>
          <a:xfrm>
            <a:off x="1752600" y="1219200"/>
            <a:ext cx="2895600" cy="1465263"/>
          </a:xfrm>
          <a:prstGeom prst="rect">
            <a:avLst/>
          </a:prstGeom>
          <a:noFill/>
          <a:ln w="9525">
            <a:noFill/>
          </a:ln>
        </p:spPr>
        <p:txBody>
          <a:bodyPr>
            <a:spAutoFit/>
          </a:bodyPr>
          <a:lstStyle>
            <a:lvl1pPr marL="342900" indent="-342900" algn="l" rtl="0" eaLnBrk="0" fontAlgn="base" hangingPunct="0">
              <a:spcBef>
                <a:spcPct val="20000"/>
              </a:spcBef>
              <a:spcAft>
                <a:spcPct val="0"/>
              </a:spcAft>
              <a:buFont typeface="Arial" panose="020B0604020202020204" pitchFamily="34" charset="0"/>
              <a:buChar char="•"/>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a:spcBef>
                <a:spcPct val="0"/>
              </a:spcBef>
              <a:buFontTx/>
              <a:buNone/>
            </a:pPr>
            <a:r>
              <a:rPr lang="en-US" altLang="en-US" sz="1800" dirty="0">
                <a:latin typeface="Times New Roman" panose="02020603050405020304" pitchFamily="18" charset="0"/>
              </a:rPr>
              <a:t>1            3            5            7   </a:t>
            </a:r>
          </a:p>
          <a:p>
            <a:pPr marL="0" lvl="0" indent="0">
              <a:spcBef>
                <a:spcPct val="0"/>
              </a:spcBef>
              <a:buFontTx/>
              <a:buNone/>
            </a:pPr>
            <a:r>
              <a:rPr lang="en-US" altLang="en-US" sz="1800" dirty="0">
                <a:latin typeface="Times New Roman" panose="02020603050405020304" pitchFamily="18" charset="0"/>
              </a:rPr>
              <a:t>	</a:t>
            </a:r>
          </a:p>
          <a:p>
            <a:pPr marL="0" lvl="0" indent="0">
              <a:spcBef>
                <a:spcPct val="0"/>
              </a:spcBef>
              <a:buFontTx/>
              <a:buNone/>
            </a:pPr>
            <a:r>
              <a:rPr lang="en-US" altLang="en-US" sz="1800" dirty="0">
                <a:latin typeface="Times New Roman" panose="02020603050405020304" pitchFamily="18" charset="0"/>
              </a:rPr>
              <a:t>		</a:t>
            </a:r>
          </a:p>
          <a:p>
            <a:pPr marL="0" lvl="0" indent="0">
              <a:spcBef>
                <a:spcPct val="0"/>
              </a:spcBef>
              <a:buFontTx/>
              <a:buNone/>
            </a:pPr>
            <a:endParaRPr lang="en-US" altLang="en-US" sz="1800" dirty="0">
              <a:latin typeface="Times New Roman" panose="02020603050405020304" pitchFamily="18" charset="0"/>
            </a:endParaRPr>
          </a:p>
          <a:p>
            <a:pPr marL="0" lvl="0" indent="0">
              <a:spcBef>
                <a:spcPct val="0"/>
              </a:spcBef>
              <a:buFontTx/>
              <a:buNone/>
            </a:pPr>
            <a:r>
              <a:rPr lang="en-US" altLang="en-US" sz="1800" dirty="0">
                <a:latin typeface="Times New Roman" panose="02020603050405020304" pitchFamily="18" charset="0"/>
              </a:rPr>
              <a:t>2            4            6             8</a:t>
            </a:r>
          </a:p>
        </p:txBody>
      </p:sp>
      <p:sp>
        <p:nvSpPr>
          <p:cNvPr id="520229" name="Oval 37"/>
          <p:cNvSpPr/>
          <p:nvPr/>
        </p:nvSpPr>
        <p:spPr>
          <a:xfrm>
            <a:off x="1752600" y="3505200"/>
            <a:ext cx="76200" cy="76200"/>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Font typeface="Arial" panose="020B0604020202020204" pitchFamily="34" charset="0"/>
              <a:buChar char="•"/>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eaLnBrk="1" hangingPunct="1">
              <a:spcBef>
                <a:spcPct val="0"/>
              </a:spcBef>
              <a:buFontTx/>
              <a:buNone/>
            </a:pPr>
            <a:endParaRPr lang="en-US" altLang="en-US" sz="4400" b="1" dirty="0">
              <a:latin typeface="Arial" panose="020B0604020202020204" pitchFamily="34" charset="0"/>
            </a:endParaRPr>
          </a:p>
        </p:txBody>
      </p:sp>
      <p:sp>
        <p:nvSpPr>
          <p:cNvPr id="520230" name="Oval 38"/>
          <p:cNvSpPr/>
          <p:nvPr/>
        </p:nvSpPr>
        <p:spPr>
          <a:xfrm>
            <a:off x="2590800" y="3505200"/>
            <a:ext cx="76200" cy="76200"/>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Font typeface="Arial" panose="020B0604020202020204" pitchFamily="34" charset="0"/>
              <a:buChar char="•"/>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eaLnBrk="1" hangingPunct="1">
              <a:spcBef>
                <a:spcPct val="0"/>
              </a:spcBef>
              <a:buFontTx/>
              <a:buNone/>
            </a:pPr>
            <a:endParaRPr lang="en-US" altLang="en-US" sz="4400" b="1" dirty="0">
              <a:latin typeface="Arial" panose="020B0604020202020204" pitchFamily="34" charset="0"/>
            </a:endParaRPr>
          </a:p>
        </p:txBody>
      </p:sp>
      <p:sp>
        <p:nvSpPr>
          <p:cNvPr id="520231" name="Oval 39"/>
          <p:cNvSpPr/>
          <p:nvPr/>
        </p:nvSpPr>
        <p:spPr>
          <a:xfrm>
            <a:off x="3429000" y="3505200"/>
            <a:ext cx="76200" cy="76200"/>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Font typeface="Arial" panose="020B0604020202020204" pitchFamily="34" charset="0"/>
              <a:buChar char="•"/>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eaLnBrk="1" hangingPunct="1">
              <a:spcBef>
                <a:spcPct val="0"/>
              </a:spcBef>
              <a:buFontTx/>
              <a:buNone/>
            </a:pPr>
            <a:endParaRPr lang="en-US" altLang="en-US" sz="4400" b="1" dirty="0">
              <a:latin typeface="Arial" panose="020B0604020202020204" pitchFamily="34" charset="0"/>
            </a:endParaRPr>
          </a:p>
        </p:txBody>
      </p:sp>
      <p:sp>
        <p:nvSpPr>
          <p:cNvPr id="520232" name="Oval 40"/>
          <p:cNvSpPr/>
          <p:nvPr/>
        </p:nvSpPr>
        <p:spPr>
          <a:xfrm>
            <a:off x="1752600" y="4267200"/>
            <a:ext cx="76200" cy="76200"/>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Font typeface="Arial" panose="020B0604020202020204" pitchFamily="34" charset="0"/>
              <a:buChar char="•"/>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eaLnBrk="1" hangingPunct="1">
              <a:spcBef>
                <a:spcPct val="0"/>
              </a:spcBef>
              <a:buFontTx/>
              <a:buNone/>
            </a:pPr>
            <a:endParaRPr lang="en-US" altLang="en-US" sz="4400" b="1" dirty="0">
              <a:latin typeface="Arial" panose="020B0604020202020204" pitchFamily="34" charset="0"/>
            </a:endParaRPr>
          </a:p>
        </p:txBody>
      </p:sp>
      <p:sp>
        <p:nvSpPr>
          <p:cNvPr id="520233" name="Oval 41"/>
          <p:cNvSpPr/>
          <p:nvPr/>
        </p:nvSpPr>
        <p:spPr>
          <a:xfrm>
            <a:off x="3429000" y="4267200"/>
            <a:ext cx="76200" cy="76200"/>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Font typeface="Arial" panose="020B0604020202020204" pitchFamily="34" charset="0"/>
              <a:buChar char="•"/>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eaLnBrk="1" hangingPunct="1">
              <a:spcBef>
                <a:spcPct val="0"/>
              </a:spcBef>
              <a:buFontTx/>
              <a:buNone/>
            </a:pPr>
            <a:endParaRPr lang="en-US" altLang="en-US" sz="4400" b="1" dirty="0">
              <a:latin typeface="Arial" panose="020B0604020202020204" pitchFamily="34" charset="0"/>
            </a:endParaRPr>
          </a:p>
        </p:txBody>
      </p:sp>
      <p:sp>
        <p:nvSpPr>
          <p:cNvPr id="520234" name="Oval 42"/>
          <p:cNvSpPr/>
          <p:nvPr/>
        </p:nvSpPr>
        <p:spPr>
          <a:xfrm>
            <a:off x="2590800" y="4267200"/>
            <a:ext cx="76200" cy="76200"/>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Font typeface="Arial" panose="020B0604020202020204" pitchFamily="34" charset="0"/>
              <a:buChar char="•"/>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eaLnBrk="1" hangingPunct="1">
              <a:spcBef>
                <a:spcPct val="0"/>
              </a:spcBef>
              <a:buFontTx/>
              <a:buNone/>
            </a:pPr>
            <a:endParaRPr lang="en-US" altLang="en-US" sz="4400" b="1" dirty="0">
              <a:latin typeface="Arial" panose="020B0604020202020204" pitchFamily="34" charset="0"/>
            </a:endParaRPr>
          </a:p>
        </p:txBody>
      </p:sp>
      <p:sp>
        <p:nvSpPr>
          <p:cNvPr id="520235" name="Oval 43"/>
          <p:cNvSpPr/>
          <p:nvPr/>
        </p:nvSpPr>
        <p:spPr>
          <a:xfrm>
            <a:off x="4267200" y="4267200"/>
            <a:ext cx="76200" cy="76200"/>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Font typeface="Arial" panose="020B0604020202020204" pitchFamily="34" charset="0"/>
              <a:buChar char="•"/>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eaLnBrk="1" hangingPunct="1">
              <a:spcBef>
                <a:spcPct val="0"/>
              </a:spcBef>
              <a:buFontTx/>
              <a:buNone/>
            </a:pPr>
            <a:endParaRPr lang="en-US" altLang="en-US" sz="4400" b="1" dirty="0">
              <a:latin typeface="Arial" panose="020B0604020202020204" pitchFamily="34" charset="0"/>
            </a:endParaRPr>
          </a:p>
        </p:txBody>
      </p:sp>
      <p:sp>
        <p:nvSpPr>
          <p:cNvPr id="520236" name="Oval 44"/>
          <p:cNvSpPr/>
          <p:nvPr/>
        </p:nvSpPr>
        <p:spPr>
          <a:xfrm>
            <a:off x="4267200" y="3505200"/>
            <a:ext cx="76200" cy="76200"/>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Font typeface="Arial" panose="020B0604020202020204" pitchFamily="34" charset="0"/>
              <a:buChar char="•"/>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eaLnBrk="1" hangingPunct="1">
              <a:spcBef>
                <a:spcPct val="0"/>
              </a:spcBef>
              <a:buFontTx/>
              <a:buNone/>
            </a:pPr>
            <a:endParaRPr lang="en-US" altLang="en-US" sz="4400" b="1" dirty="0">
              <a:latin typeface="Arial" panose="020B0604020202020204" pitchFamily="34" charset="0"/>
            </a:endParaRPr>
          </a:p>
        </p:txBody>
      </p:sp>
      <p:sp>
        <p:nvSpPr>
          <p:cNvPr id="520237" name="Line 45"/>
          <p:cNvSpPr/>
          <p:nvPr/>
        </p:nvSpPr>
        <p:spPr>
          <a:xfrm>
            <a:off x="1828800" y="3581400"/>
            <a:ext cx="762000" cy="0"/>
          </a:xfrm>
          <a:prstGeom prst="line">
            <a:avLst/>
          </a:prstGeom>
          <a:ln w="9525" cap="flat" cmpd="sng">
            <a:solidFill>
              <a:schemeClr val="tx1"/>
            </a:solidFill>
            <a:prstDash val="solid"/>
            <a:headEnd type="none" w="med" len="med"/>
            <a:tailEnd type="none" w="med" len="med"/>
          </a:ln>
        </p:spPr>
      </p:sp>
      <p:sp>
        <p:nvSpPr>
          <p:cNvPr id="520238" name="Line 46"/>
          <p:cNvSpPr/>
          <p:nvPr/>
        </p:nvSpPr>
        <p:spPr>
          <a:xfrm>
            <a:off x="2667000" y="3581400"/>
            <a:ext cx="762000" cy="0"/>
          </a:xfrm>
          <a:prstGeom prst="line">
            <a:avLst/>
          </a:prstGeom>
          <a:ln w="38100" cap="flat" cmpd="sng">
            <a:solidFill>
              <a:srgbClr val="FF3300"/>
            </a:solidFill>
            <a:prstDash val="solid"/>
            <a:headEnd type="none" w="med" len="med"/>
            <a:tailEnd type="none" w="med" len="med"/>
          </a:ln>
        </p:spPr>
      </p:sp>
      <p:sp>
        <p:nvSpPr>
          <p:cNvPr id="520239" name="Line 47"/>
          <p:cNvSpPr/>
          <p:nvPr/>
        </p:nvSpPr>
        <p:spPr>
          <a:xfrm>
            <a:off x="2667000" y="4267200"/>
            <a:ext cx="762000" cy="0"/>
          </a:xfrm>
          <a:prstGeom prst="line">
            <a:avLst/>
          </a:prstGeom>
          <a:ln w="38100" cap="flat" cmpd="sng">
            <a:solidFill>
              <a:srgbClr val="FF3300"/>
            </a:solidFill>
            <a:prstDash val="solid"/>
            <a:headEnd type="none" w="med" len="med"/>
            <a:tailEnd type="none" w="med" len="med"/>
          </a:ln>
        </p:spPr>
      </p:sp>
      <p:sp>
        <p:nvSpPr>
          <p:cNvPr id="520240" name="Line 48"/>
          <p:cNvSpPr/>
          <p:nvPr/>
        </p:nvSpPr>
        <p:spPr>
          <a:xfrm>
            <a:off x="3505200" y="4267200"/>
            <a:ext cx="762000" cy="0"/>
          </a:xfrm>
          <a:prstGeom prst="line">
            <a:avLst/>
          </a:prstGeom>
          <a:ln w="38100" cap="flat" cmpd="sng">
            <a:solidFill>
              <a:srgbClr val="FF3300"/>
            </a:solidFill>
            <a:prstDash val="solid"/>
            <a:headEnd type="none" w="med" len="med"/>
            <a:tailEnd type="none" w="med" len="med"/>
          </a:ln>
        </p:spPr>
      </p:sp>
      <p:sp>
        <p:nvSpPr>
          <p:cNvPr id="520241" name="Line 49"/>
          <p:cNvSpPr/>
          <p:nvPr/>
        </p:nvSpPr>
        <p:spPr>
          <a:xfrm>
            <a:off x="1828800" y="3581400"/>
            <a:ext cx="0" cy="685800"/>
          </a:xfrm>
          <a:prstGeom prst="line">
            <a:avLst/>
          </a:prstGeom>
          <a:ln w="9525" cap="flat" cmpd="sng">
            <a:solidFill>
              <a:schemeClr val="tx1"/>
            </a:solidFill>
            <a:prstDash val="solid"/>
            <a:headEnd type="none" w="med" len="med"/>
            <a:tailEnd type="none" w="med" len="med"/>
          </a:ln>
        </p:spPr>
      </p:sp>
      <p:sp>
        <p:nvSpPr>
          <p:cNvPr id="520242" name="Line 50"/>
          <p:cNvSpPr/>
          <p:nvPr/>
        </p:nvSpPr>
        <p:spPr>
          <a:xfrm>
            <a:off x="4267200" y="3581400"/>
            <a:ext cx="0" cy="685800"/>
          </a:xfrm>
          <a:prstGeom prst="line">
            <a:avLst/>
          </a:prstGeom>
          <a:ln w="38100" cap="flat" cmpd="sng">
            <a:solidFill>
              <a:srgbClr val="FF3300"/>
            </a:solidFill>
            <a:prstDash val="solid"/>
            <a:headEnd type="none" w="med" len="med"/>
            <a:tailEnd type="none" w="med" len="med"/>
          </a:ln>
        </p:spPr>
      </p:sp>
      <p:sp>
        <p:nvSpPr>
          <p:cNvPr id="520243" name="Line 51"/>
          <p:cNvSpPr/>
          <p:nvPr/>
        </p:nvSpPr>
        <p:spPr>
          <a:xfrm>
            <a:off x="2667000" y="3581400"/>
            <a:ext cx="0" cy="685800"/>
          </a:xfrm>
          <a:prstGeom prst="line">
            <a:avLst/>
          </a:prstGeom>
          <a:ln w="38100" cap="flat" cmpd="sng">
            <a:solidFill>
              <a:srgbClr val="FF3300"/>
            </a:solidFill>
            <a:prstDash val="solid"/>
            <a:headEnd type="none" w="med" len="med"/>
            <a:tailEnd type="none" w="med" len="med"/>
          </a:ln>
        </p:spPr>
      </p:sp>
      <p:sp>
        <p:nvSpPr>
          <p:cNvPr id="520244" name="Line 52"/>
          <p:cNvSpPr/>
          <p:nvPr/>
        </p:nvSpPr>
        <p:spPr>
          <a:xfrm>
            <a:off x="3429000" y="3581400"/>
            <a:ext cx="0" cy="685800"/>
          </a:xfrm>
          <a:prstGeom prst="line">
            <a:avLst/>
          </a:prstGeom>
          <a:ln w="38100" cap="flat" cmpd="sng">
            <a:solidFill>
              <a:srgbClr val="FF3300"/>
            </a:solidFill>
            <a:prstDash val="solid"/>
            <a:headEnd type="none" w="med" len="med"/>
            <a:tailEnd type="none" w="med" len="med"/>
          </a:ln>
        </p:spPr>
      </p:sp>
      <p:sp>
        <p:nvSpPr>
          <p:cNvPr id="520245" name="Line 53"/>
          <p:cNvSpPr/>
          <p:nvPr/>
        </p:nvSpPr>
        <p:spPr>
          <a:xfrm flipH="1">
            <a:off x="1828800" y="3581400"/>
            <a:ext cx="762000" cy="685800"/>
          </a:xfrm>
          <a:prstGeom prst="line">
            <a:avLst/>
          </a:prstGeom>
          <a:ln w="9525" cap="flat" cmpd="sng">
            <a:solidFill>
              <a:schemeClr val="tx1"/>
            </a:solidFill>
            <a:prstDash val="solid"/>
            <a:headEnd type="none" w="med" len="med"/>
            <a:tailEnd type="none" w="med" len="med"/>
          </a:ln>
        </p:spPr>
      </p:sp>
      <p:sp>
        <p:nvSpPr>
          <p:cNvPr id="520246" name="Line 54"/>
          <p:cNvSpPr/>
          <p:nvPr/>
        </p:nvSpPr>
        <p:spPr>
          <a:xfrm flipH="1">
            <a:off x="3505200" y="3581400"/>
            <a:ext cx="762000" cy="685800"/>
          </a:xfrm>
          <a:prstGeom prst="line">
            <a:avLst/>
          </a:prstGeom>
          <a:ln w="38100" cap="flat" cmpd="sng">
            <a:solidFill>
              <a:srgbClr val="FF3300"/>
            </a:solidFill>
            <a:prstDash val="solid"/>
            <a:headEnd type="none" w="med" len="med"/>
            <a:tailEnd type="none" w="med" len="med"/>
          </a:ln>
        </p:spPr>
      </p:sp>
      <p:sp>
        <p:nvSpPr>
          <p:cNvPr id="520247" name="Line 55"/>
          <p:cNvSpPr/>
          <p:nvPr/>
        </p:nvSpPr>
        <p:spPr>
          <a:xfrm>
            <a:off x="1828800" y="3581400"/>
            <a:ext cx="0" cy="685800"/>
          </a:xfrm>
          <a:prstGeom prst="line">
            <a:avLst/>
          </a:prstGeom>
          <a:ln w="38100" cap="flat" cmpd="sng">
            <a:solidFill>
              <a:srgbClr val="FF3300"/>
            </a:solidFill>
            <a:prstDash val="solid"/>
            <a:headEnd type="none" w="med" len="med"/>
            <a:tailEnd type="none" w="med" len="med"/>
          </a:ln>
        </p:spPr>
      </p:sp>
      <p:sp>
        <p:nvSpPr>
          <p:cNvPr id="520248" name="Line 56"/>
          <p:cNvSpPr/>
          <p:nvPr/>
        </p:nvSpPr>
        <p:spPr>
          <a:xfrm flipH="1">
            <a:off x="1828800" y="3581400"/>
            <a:ext cx="762000" cy="685800"/>
          </a:xfrm>
          <a:prstGeom prst="line">
            <a:avLst/>
          </a:prstGeom>
          <a:ln w="38100" cap="flat" cmpd="sng">
            <a:solidFill>
              <a:srgbClr val="FF3300"/>
            </a:solidFill>
            <a:prstDash val="solid"/>
            <a:headEnd type="none" w="med" len="med"/>
            <a:tailEnd type="none" w="med" len="med"/>
          </a:ln>
        </p:spPr>
      </p:sp>
      <p:sp>
        <p:nvSpPr>
          <p:cNvPr id="520249" name="Line 57"/>
          <p:cNvSpPr/>
          <p:nvPr/>
        </p:nvSpPr>
        <p:spPr>
          <a:xfrm>
            <a:off x="1828800" y="3581400"/>
            <a:ext cx="762000" cy="0"/>
          </a:xfrm>
          <a:prstGeom prst="line">
            <a:avLst/>
          </a:prstGeom>
          <a:ln w="38100" cap="flat" cmpd="sng">
            <a:solidFill>
              <a:srgbClr val="FF3300"/>
            </a:solidFill>
            <a:prstDash val="solid"/>
            <a:headEnd type="none" w="med" len="med"/>
            <a:tailEnd type="none" w="med" len="med"/>
          </a:ln>
        </p:spPr>
      </p:sp>
      <p:sp>
        <p:nvSpPr>
          <p:cNvPr id="520250" name="Text Box 58"/>
          <p:cNvSpPr txBox="1"/>
          <p:nvPr/>
        </p:nvSpPr>
        <p:spPr>
          <a:xfrm>
            <a:off x="5105400" y="3733800"/>
            <a:ext cx="404813"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Font typeface="Arial" panose="020B0604020202020204" pitchFamily="34" charset="0"/>
              <a:buChar char="•"/>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a:spcBef>
                <a:spcPct val="0"/>
              </a:spcBef>
              <a:buFontTx/>
              <a:buNone/>
            </a:pPr>
            <a:r>
              <a:rPr lang="en-US" altLang="en-US" sz="2400" i="1" dirty="0">
                <a:solidFill>
                  <a:srgbClr val="3333FF"/>
                </a:solidFill>
                <a:latin typeface="Times New Roman" panose="02020603050405020304" pitchFamily="18" charset="0"/>
              </a:rPr>
              <a:t>H</a:t>
            </a:r>
            <a:endParaRPr lang="en-US" altLang="en-US" sz="2400" dirty="0">
              <a:latin typeface="Times New Roman" panose="02020603050405020304" pitchFamily="18" charset="0"/>
            </a:endParaRPr>
          </a:p>
        </p:txBody>
      </p:sp>
      <p:sp>
        <p:nvSpPr>
          <p:cNvPr id="520251" name="Oval 59"/>
          <p:cNvSpPr/>
          <p:nvPr/>
        </p:nvSpPr>
        <p:spPr>
          <a:xfrm>
            <a:off x="6045200" y="3505200"/>
            <a:ext cx="76200" cy="76200"/>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Font typeface="Arial" panose="020B0604020202020204" pitchFamily="34" charset="0"/>
              <a:buChar char="•"/>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eaLnBrk="1" hangingPunct="1">
              <a:spcBef>
                <a:spcPct val="0"/>
              </a:spcBef>
              <a:buFontTx/>
              <a:buNone/>
            </a:pPr>
            <a:endParaRPr lang="en-US" altLang="en-US" sz="4400" b="1" dirty="0">
              <a:latin typeface="Arial" panose="020B0604020202020204" pitchFamily="34" charset="0"/>
            </a:endParaRPr>
          </a:p>
        </p:txBody>
      </p:sp>
      <p:sp>
        <p:nvSpPr>
          <p:cNvPr id="520252" name="Oval 60"/>
          <p:cNvSpPr/>
          <p:nvPr/>
        </p:nvSpPr>
        <p:spPr>
          <a:xfrm>
            <a:off x="6883400" y="3505200"/>
            <a:ext cx="76200" cy="76200"/>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Font typeface="Arial" panose="020B0604020202020204" pitchFamily="34" charset="0"/>
              <a:buChar char="•"/>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eaLnBrk="1" hangingPunct="1">
              <a:spcBef>
                <a:spcPct val="0"/>
              </a:spcBef>
              <a:buFontTx/>
              <a:buNone/>
            </a:pPr>
            <a:endParaRPr lang="en-US" altLang="en-US" sz="4400" b="1" dirty="0">
              <a:latin typeface="Arial" panose="020B0604020202020204" pitchFamily="34" charset="0"/>
            </a:endParaRPr>
          </a:p>
        </p:txBody>
      </p:sp>
      <p:sp>
        <p:nvSpPr>
          <p:cNvPr id="520253" name="Oval 61"/>
          <p:cNvSpPr/>
          <p:nvPr/>
        </p:nvSpPr>
        <p:spPr>
          <a:xfrm>
            <a:off x="7721600" y="3505200"/>
            <a:ext cx="76200" cy="76200"/>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Font typeface="Arial" panose="020B0604020202020204" pitchFamily="34" charset="0"/>
              <a:buChar char="•"/>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eaLnBrk="1" hangingPunct="1">
              <a:spcBef>
                <a:spcPct val="0"/>
              </a:spcBef>
              <a:buFontTx/>
              <a:buNone/>
            </a:pPr>
            <a:endParaRPr lang="en-US" altLang="en-US" sz="4400" b="1" dirty="0">
              <a:latin typeface="Arial" panose="020B0604020202020204" pitchFamily="34" charset="0"/>
            </a:endParaRPr>
          </a:p>
        </p:txBody>
      </p:sp>
      <p:sp>
        <p:nvSpPr>
          <p:cNvPr id="520254" name="Oval 62"/>
          <p:cNvSpPr/>
          <p:nvPr/>
        </p:nvSpPr>
        <p:spPr>
          <a:xfrm>
            <a:off x="6045200" y="4267200"/>
            <a:ext cx="76200" cy="76200"/>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Font typeface="Arial" panose="020B0604020202020204" pitchFamily="34" charset="0"/>
              <a:buChar char="•"/>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eaLnBrk="1" hangingPunct="1">
              <a:spcBef>
                <a:spcPct val="0"/>
              </a:spcBef>
              <a:buFontTx/>
              <a:buNone/>
            </a:pPr>
            <a:endParaRPr lang="en-US" altLang="en-US" sz="4400" b="1" dirty="0">
              <a:latin typeface="Arial" panose="020B0604020202020204" pitchFamily="34" charset="0"/>
            </a:endParaRPr>
          </a:p>
        </p:txBody>
      </p:sp>
      <p:sp>
        <p:nvSpPr>
          <p:cNvPr id="520255" name="Oval 63"/>
          <p:cNvSpPr/>
          <p:nvPr/>
        </p:nvSpPr>
        <p:spPr>
          <a:xfrm>
            <a:off x="7721600" y="4267200"/>
            <a:ext cx="76200" cy="76200"/>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Font typeface="Arial" panose="020B0604020202020204" pitchFamily="34" charset="0"/>
              <a:buChar char="•"/>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eaLnBrk="1" hangingPunct="1">
              <a:spcBef>
                <a:spcPct val="0"/>
              </a:spcBef>
              <a:buFontTx/>
              <a:buNone/>
            </a:pPr>
            <a:endParaRPr lang="en-US" altLang="en-US" sz="4400" b="1" dirty="0">
              <a:latin typeface="Arial" panose="020B0604020202020204" pitchFamily="34" charset="0"/>
            </a:endParaRPr>
          </a:p>
        </p:txBody>
      </p:sp>
      <p:sp>
        <p:nvSpPr>
          <p:cNvPr id="520256" name="Oval 64"/>
          <p:cNvSpPr/>
          <p:nvPr/>
        </p:nvSpPr>
        <p:spPr>
          <a:xfrm>
            <a:off x="6883400" y="4267200"/>
            <a:ext cx="76200" cy="76200"/>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Font typeface="Arial" panose="020B0604020202020204" pitchFamily="34" charset="0"/>
              <a:buChar char="•"/>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eaLnBrk="1" hangingPunct="1">
              <a:spcBef>
                <a:spcPct val="0"/>
              </a:spcBef>
              <a:buFontTx/>
              <a:buNone/>
            </a:pPr>
            <a:endParaRPr lang="en-US" altLang="en-US" sz="4400" b="1" dirty="0">
              <a:latin typeface="Arial" panose="020B0604020202020204" pitchFamily="34" charset="0"/>
            </a:endParaRPr>
          </a:p>
        </p:txBody>
      </p:sp>
      <p:sp>
        <p:nvSpPr>
          <p:cNvPr id="520257" name="Text Box 65"/>
          <p:cNvSpPr txBox="1">
            <a:spLocks noChangeArrowheads="1"/>
          </p:cNvSpPr>
          <p:nvPr/>
        </p:nvSpPr>
        <p:spPr bwMode="auto">
          <a:xfrm>
            <a:off x="6019800" y="1219200"/>
            <a:ext cx="2870200" cy="1465263"/>
          </a:xfrm>
          <a:prstGeom prst="rect">
            <a:avLst/>
          </a:prstGeom>
          <a:noFill/>
          <a:ln w="9525">
            <a:noFill/>
            <a:miter lim="800000"/>
          </a:ln>
          <a:effectLst/>
        </p:spPr>
        <p:txBody>
          <a:bodyPr wrap="none">
            <a:spAutoFit/>
          </a:bodyPr>
          <a:lstStyle/>
          <a:p>
            <a:pPr marR="0" defTabSz="914400">
              <a:buClrTx/>
              <a:buSzTx/>
              <a:buFontTx/>
              <a:buNone/>
              <a:defRPr/>
            </a:pPr>
            <a:r>
              <a:rPr kumimoji="0" lang="en-US" sz="1800" b="0" kern="1200" cap="none" spc="0" normalizeH="0" baseline="0" noProof="0">
                <a:latin typeface="Times New Roman" panose="02020603050405020304" pitchFamily="18" charset="0"/>
                <a:ea typeface="+mn-ea"/>
                <a:cs typeface="+mn-cs"/>
              </a:rPr>
              <a:t>1            3            5            7   </a:t>
            </a:r>
          </a:p>
          <a:p>
            <a:pPr marR="0" defTabSz="914400">
              <a:buClrTx/>
              <a:buSzTx/>
              <a:buFontTx/>
              <a:buNone/>
              <a:defRPr/>
            </a:pPr>
            <a:endParaRPr kumimoji="0" lang="en-US" sz="1800" b="0" kern="1200" cap="none" spc="0" normalizeH="0" baseline="0" noProof="0">
              <a:latin typeface="Times New Roman" panose="02020603050405020304" pitchFamily="18" charset="0"/>
              <a:ea typeface="+mn-ea"/>
              <a:cs typeface="+mn-cs"/>
            </a:endParaRPr>
          </a:p>
          <a:p>
            <a:pPr marR="0" defTabSz="914400">
              <a:buClrTx/>
              <a:buSzTx/>
              <a:buFontTx/>
              <a:buNone/>
              <a:defRPr/>
            </a:pPr>
            <a:endParaRPr kumimoji="0" lang="en-US" sz="1800" b="0" kern="1200" cap="none" spc="0" normalizeH="0" baseline="0" noProof="0">
              <a:latin typeface="Times New Roman" panose="02020603050405020304" pitchFamily="18" charset="0"/>
              <a:ea typeface="+mn-ea"/>
              <a:cs typeface="+mn-cs"/>
            </a:endParaRPr>
          </a:p>
          <a:p>
            <a:pPr marR="0" defTabSz="914400">
              <a:buClrTx/>
              <a:buSzTx/>
              <a:buFontTx/>
              <a:buNone/>
              <a:defRPr/>
            </a:pPr>
            <a:endParaRPr kumimoji="0" lang="en-US" sz="1800" b="0" kern="1200" cap="none" spc="0" normalizeH="0" baseline="0" noProof="0">
              <a:latin typeface="Times New Roman" panose="02020603050405020304" pitchFamily="18" charset="0"/>
              <a:ea typeface="+mn-ea"/>
              <a:cs typeface="+mn-cs"/>
            </a:endParaRPr>
          </a:p>
          <a:p>
            <a:pPr marR="0" defTabSz="914400">
              <a:buClrTx/>
              <a:buSzTx/>
              <a:buFontTx/>
              <a:buNone/>
              <a:defRPr/>
            </a:pPr>
            <a:r>
              <a:rPr kumimoji="0" lang="en-US" sz="1800" b="0" kern="1200" cap="none" spc="0" normalizeH="0" baseline="0" noProof="0">
                <a:latin typeface="Times New Roman" panose="02020603050405020304" pitchFamily="18" charset="0"/>
                <a:ea typeface="+mn-ea"/>
                <a:cs typeface="+mn-cs"/>
              </a:rPr>
              <a:t>2            4            </a:t>
            </a:r>
            <a:r>
              <a:rPr kumimoji="0" lang="en-US" sz="1800" kern="1200" cap="none" spc="0" normalizeH="0" baseline="0" noProof="0">
                <a:solidFill>
                  <a:srgbClr val="FF3300"/>
                </a:solidFill>
                <a:effectLst>
                  <a:outerShdw blurRad="38100" dist="38100" dir="2700000" algn="tl">
                    <a:srgbClr val="C0C0C0"/>
                  </a:outerShdw>
                </a:effectLst>
                <a:latin typeface="Times New Roman" panose="02020603050405020304" pitchFamily="18" charset="0"/>
                <a:ea typeface="+mn-ea"/>
                <a:cs typeface="+mn-cs"/>
              </a:rPr>
              <a:t>6</a:t>
            </a:r>
            <a:r>
              <a:rPr kumimoji="0" lang="en-US" sz="1800" b="0" kern="1200" cap="none" spc="0" normalizeH="0" baseline="0" noProof="0">
                <a:latin typeface="Times New Roman" panose="02020603050405020304" pitchFamily="18" charset="0"/>
                <a:ea typeface="+mn-ea"/>
                <a:cs typeface="+mn-cs"/>
              </a:rPr>
              <a:t>             8</a:t>
            </a:r>
          </a:p>
        </p:txBody>
      </p:sp>
      <p:sp>
        <p:nvSpPr>
          <p:cNvPr id="520258" name="Oval 66"/>
          <p:cNvSpPr/>
          <p:nvPr/>
        </p:nvSpPr>
        <p:spPr>
          <a:xfrm>
            <a:off x="8534400" y="3505200"/>
            <a:ext cx="76200" cy="76200"/>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Font typeface="Arial" panose="020B0604020202020204" pitchFamily="34" charset="0"/>
              <a:buChar char="•"/>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eaLnBrk="1" hangingPunct="1">
              <a:spcBef>
                <a:spcPct val="0"/>
              </a:spcBef>
              <a:buFontTx/>
              <a:buNone/>
            </a:pPr>
            <a:endParaRPr lang="en-US" altLang="en-US" sz="4400" b="1" dirty="0">
              <a:latin typeface="Arial" panose="020B0604020202020204" pitchFamily="34" charset="0"/>
            </a:endParaRPr>
          </a:p>
        </p:txBody>
      </p:sp>
      <p:sp>
        <p:nvSpPr>
          <p:cNvPr id="520259" name="Oval 67"/>
          <p:cNvSpPr/>
          <p:nvPr/>
        </p:nvSpPr>
        <p:spPr>
          <a:xfrm>
            <a:off x="8534400" y="4267200"/>
            <a:ext cx="76200" cy="76200"/>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Font typeface="Arial" panose="020B0604020202020204" pitchFamily="34" charset="0"/>
              <a:buChar char="•"/>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eaLnBrk="1" hangingPunct="1">
              <a:spcBef>
                <a:spcPct val="0"/>
              </a:spcBef>
              <a:buFontTx/>
              <a:buNone/>
            </a:pPr>
            <a:endParaRPr lang="en-US" altLang="en-US" sz="4400" b="1" dirty="0">
              <a:latin typeface="Arial" panose="020B0604020202020204" pitchFamily="34" charset="0"/>
            </a:endParaRPr>
          </a:p>
        </p:txBody>
      </p:sp>
      <p:sp>
        <p:nvSpPr>
          <p:cNvPr id="520260" name="Text Box 68"/>
          <p:cNvSpPr txBox="1"/>
          <p:nvPr/>
        </p:nvSpPr>
        <p:spPr>
          <a:xfrm>
            <a:off x="228600" y="3276600"/>
            <a:ext cx="1447800" cy="1187450"/>
          </a:xfrm>
          <a:prstGeom prst="rect">
            <a:avLst/>
          </a:prstGeom>
          <a:noFill/>
          <a:ln w="9525">
            <a:noFill/>
          </a:ln>
        </p:spPr>
        <p:txBody>
          <a:bodyPr>
            <a:spAutoFit/>
          </a:bodyPr>
          <a:lstStyle>
            <a:lvl1pPr marL="342900" indent="-342900" algn="l" rtl="0" eaLnBrk="0" fontAlgn="base" hangingPunct="0">
              <a:spcBef>
                <a:spcPct val="20000"/>
              </a:spcBef>
              <a:spcAft>
                <a:spcPct val="0"/>
              </a:spcAft>
              <a:buFont typeface="Arial" panose="020B0604020202020204" pitchFamily="34" charset="0"/>
              <a:buChar char="•"/>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a:spcBef>
                <a:spcPct val="0"/>
              </a:spcBef>
              <a:buFontTx/>
              <a:buNone/>
            </a:pPr>
            <a:r>
              <a:rPr lang="en-US" altLang="en-US" sz="2400" i="1" dirty="0">
                <a:solidFill>
                  <a:srgbClr val="3333FF"/>
                </a:solidFill>
                <a:latin typeface="Times New Roman" panose="02020603050405020304" pitchFamily="18" charset="0"/>
              </a:rPr>
              <a:t>splicing</a:t>
            </a:r>
          </a:p>
          <a:p>
            <a:pPr marL="0" lvl="0" indent="0">
              <a:spcBef>
                <a:spcPct val="0"/>
              </a:spcBef>
              <a:buFontTx/>
              <a:buNone/>
            </a:pPr>
            <a:r>
              <a:rPr lang="en-US" altLang="en-US" sz="2400" dirty="0">
                <a:latin typeface="Times New Roman" panose="02020603050405020304" pitchFamily="18" charset="0"/>
              </a:rPr>
              <a:t>6786 into</a:t>
            </a:r>
            <a:endParaRPr lang="en-US" altLang="en-US" sz="2400" i="1" dirty="0">
              <a:solidFill>
                <a:srgbClr val="3333FF"/>
              </a:solidFill>
              <a:latin typeface="Times New Roman" panose="02020603050405020304" pitchFamily="18" charset="0"/>
            </a:endParaRPr>
          </a:p>
          <a:p>
            <a:pPr marL="0" lvl="0" indent="0">
              <a:spcBef>
                <a:spcPct val="0"/>
              </a:spcBef>
              <a:buFontTx/>
              <a:buNone/>
            </a:pPr>
            <a:r>
              <a:rPr lang="en-US" altLang="en-US" sz="2400" dirty="0">
                <a:latin typeface="Times New Roman" panose="02020603050405020304" pitchFamily="18" charset="0"/>
              </a:rPr>
              <a:t>12346531</a:t>
            </a:r>
          </a:p>
        </p:txBody>
      </p:sp>
      <p:sp>
        <p:nvSpPr>
          <p:cNvPr id="38983" name="Text Box 69"/>
          <p:cNvSpPr txBox="1"/>
          <p:nvPr/>
        </p:nvSpPr>
        <p:spPr>
          <a:xfrm>
            <a:off x="5943600" y="3200400"/>
            <a:ext cx="2870200" cy="1465263"/>
          </a:xfrm>
          <a:prstGeom prst="rect">
            <a:avLst/>
          </a:prstGeom>
          <a:noFill/>
          <a:ln w="9525">
            <a:noFill/>
          </a:ln>
        </p:spPr>
        <p:txBody>
          <a:bodyPr wrap="none">
            <a:spAutoFit/>
          </a:bodyPr>
          <a:lstStyle>
            <a:lvl1pPr marL="342900" indent="-342900" algn="l" rtl="0" eaLnBrk="0" fontAlgn="base" hangingPunct="0">
              <a:spcBef>
                <a:spcPct val="20000"/>
              </a:spcBef>
              <a:spcAft>
                <a:spcPct val="0"/>
              </a:spcAft>
              <a:buFont typeface="Arial" panose="020B0604020202020204" pitchFamily="34" charset="0"/>
              <a:buChar char="•"/>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a:spcBef>
                <a:spcPct val="0"/>
              </a:spcBef>
              <a:buFontTx/>
              <a:buNone/>
            </a:pPr>
            <a:r>
              <a:rPr lang="en-US" altLang="en-US" sz="1800" dirty="0">
                <a:latin typeface="Times New Roman" panose="02020603050405020304" pitchFamily="18" charset="0"/>
              </a:rPr>
              <a:t>1            3            5            7   </a:t>
            </a:r>
          </a:p>
          <a:p>
            <a:pPr marL="0" lvl="0" indent="0">
              <a:spcBef>
                <a:spcPct val="0"/>
              </a:spcBef>
              <a:buFontTx/>
              <a:buNone/>
            </a:pPr>
            <a:endParaRPr lang="en-US" altLang="en-US" sz="1800" dirty="0">
              <a:latin typeface="Times New Roman" panose="02020603050405020304" pitchFamily="18" charset="0"/>
            </a:endParaRPr>
          </a:p>
          <a:p>
            <a:pPr marL="0" lvl="0" indent="0">
              <a:spcBef>
                <a:spcPct val="0"/>
              </a:spcBef>
              <a:buFontTx/>
              <a:buNone/>
            </a:pPr>
            <a:endParaRPr lang="en-US" altLang="en-US" sz="1800" dirty="0">
              <a:latin typeface="Times New Roman" panose="02020603050405020304" pitchFamily="18" charset="0"/>
            </a:endParaRPr>
          </a:p>
          <a:p>
            <a:pPr marL="0" lvl="0" indent="0">
              <a:spcBef>
                <a:spcPct val="0"/>
              </a:spcBef>
              <a:buFontTx/>
              <a:buNone/>
            </a:pPr>
            <a:endParaRPr lang="en-US" altLang="en-US" sz="1800" dirty="0">
              <a:latin typeface="Times New Roman" panose="02020603050405020304" pitchFamily="18" charset="0"/>
            </a:endParaRPr>
          </a:p>
          <a:p>
            <a:pPr marL="0" lvl="0" indent="0">
              <a:spcBef>
                <a:spcPct val="0"/>
              </a:spcBef>
              <a:buFontTx/>
              <a:buNone/>
            </a:pPr>
            <a:r>
              <a:rPr lang="en-US" altLang="en-US" sz="1800" dirty="0">
                <a:latin typeface="Times New Roman" panose="02020603050405020304" pitchFamily="18" charset="0"/>
              </a:rPr>
              <a:t>2            4            6             8</a:t>
            </a:r>
          </a:p>
        </p:txBody>
      </p:sp>
      <p:sp>
        <p:nvSpPr>
          <p:cNvPr id="520262" name="Text Box 70"/>
          <p:cNvSpPr txBox="1"/>
          <p:nvPr/>
        </p:nvSpPr>
        <p:spPr>
          <a:xfrm>
            <a:off x="304800" y="5105400"/>
            <a:ext cx="3048000" cy="822325"/>
          </a:xfrm>
          <a:prstGeom prst="rect">
            <a:avLst/>
          </a:prstGeom>
          <a:noFill/>
          <a:ln w="9525">
            <a:noFill/>
          </a:ln>
        </p:spPr>
        <p:txBody>
          <a:bodyPr>
            <a:spAutoFit/>
          </a:bodyPr>
          <a:lstStyle>
            <a:lvl1pPr marL="342900" indent="-342900" algn="l" rtl="0" eaLnBrk="0" fontAlgn="base" hangingPunct="0">
              <a:spcBef>
                <a:spcPct val="20000"/>
              </a:spcBef>
              <a:spcAft>
                <a:spcPct val="0"/>
              </a:spcAft>
              <a:buFont typeface="Arial" panose="020B0604020202020204" pitchFamily="34" charset="0"/>
              <a:buChar char="•"/>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a:spcBef>
                <a:spcPct val="0"/>
              </a:spcBef>
              <a:buFontTx/>
              <a:buNone/>
            </a:pPr>
            <a:r>
              <a:rPr lang="en-US" altLang="en-US" sz="2400" i="1" dirty="0">
                <a:solidFill>
                  <a:srgbClr val="3333FF"/>
                </a:solidFill>
                <a:latin typeface="Times New Roman" panose="02020603050405020304" pitchFamily="18" charset="0"/>
              </a:rPr>
              <a:t>Euler cycle obtained</a:t>
            </a:r>
          </a:p>
          <a:p>
            <a:pPr marL="0" lvl="0" indent="0">
              <a:spcBef>
                <a:spcPct val="0"/>
              </a:spcBef>
              <a:buFontTx/>
              <a:buNone/>
            </a:pPr>
            <a:r>
              <a:rPr lang="en-US" altLang="en-US" sz="2400" dirty="0">
                <a:latin typeface="Times New Roman" panose="02020603050405020304" pitchFamily="18" charset="0"/>
              </a:rPr>
              <a:t>12346786531</a:t>
            </a:r>
          </a:p>
        </p:txBody>
      </p:sp>
      <p:sp>
        <p:nvSpPr>
          <p:cNvPr id="38985" name="Text Box 71"/>
          <p:cNvSpPr txBox="1"/>
          <p:nvPr/>
        </p:nvSpPr>
        <p:spPr>
          <a:xfrm>
            <a:off x="1676400" y="3200400"/>
            <a:ext cx="2870200" cy="1465263"/>
          </a:xfrm>
          <a:prstGeom prst="rect">
            <a:avLst/>
          </a:prstGeom>
          <a:noFill/>
          <a:ln w="9525">
            <a:noFill/>
          </a:ln>
        </p:spPr>
        <p:txBody>
          <a:bodyPr wrap="none">
            <a:spAutoFit/>
          </a:bodyPr>
          <a:lstStyle>
            <a:lvl1pPr marL="342900" indent="-342900" algn="l" rtl="0" eaLnBrk="0" fontAlgn="base" hangingPunct="0">
              <a:spcBef>
                <a:spcPct val="20000"/>
              </a:spcBef>
              <a:spcAft>
                <a:spcPct val="0"/>
              </a:spcAft>
              <a:buFont typeface="Arial" panose="020B0604020202020204" pitchFamily="34" charset="0"/>
              <a:buChar char="•"/>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a:spcBef>
                <a:spcPct val="0"/>
              </a:spcBef>
              <a:buFontTx/>
              <a:buNone/>
            </a:pPr>
            <a:r>
              <a:rPr lang="en-US" altLang="en-US" sz="1800" dirty="0">
                <a:latin typeface="Times New Roman" panose="02020603050405020304" pitchFamily="18" charset="0"/>
              </a:rPr>
              <a:t>1            3            5            7   </a:t>
            </a:r>
          </a:p>
          <a:p>
            <a:pPr marL="0" lvl="0" indent="0">
              <a:spcBef>
                <a:spcPct val="0"/>
              </a:spcBef>
              <a:buFontTx/>
              <a:buNone/>
            </a:pPr>
            <a:endParaRPr lang="en-US" altLang="en-US" sz="1800" dirty="0">
              <a:latin typeface="Times New Roman" panose="02020603050405020304" pitchFamily="18" charset="0"/>
            </a:endParaRPr>
          </a:p>
          <a:p>
            <a:pPr marL="0" lvl="0" indent="0">
              <a:spcBef>
                <a:spcPct val="0"/>
              </a:spcBef>
              <a:buFontTx/>
              <a:buNone/>
            </a:pPr>
            <a:endParaRPr lang="en-US" altLang="en-US" sz="1800" dirty="0">
              <a:latin typeface="Times New Roman" panose="02020603050405020304" pitchFamily="18" charset="0"/>
            </a:endParaRPr>
          </a:p>
          <a:p>
            <a:pPr marL="0" lvl="0" indent="0">
              <a:spcBef>
                <a:spcPct val="0"/>
              </a:spcBef>
              <a:buFontTx/>
              <a:buNone/>
            </a:pPr>
            <a:endParaRPr lang="en-US" altLang="en-US" sz="1800" dirty="0">
              <a:latin typeface="Times New Roman" panose="02020603050405020304" pitchFamily="18" charset="0"/>
            </a:endParaRPr>
          </a:p>
          <a:p>
            <a:pPr marL="0" lvl="0" indent="0">
              <a:spcBef>
                <a:spcPct val="0"/>
              </a:spcBef>
              <a:buFontTx/>
              <a:buNone/>
            </a:pPr>
            <a:r>
              <a:rPr lang="en-US" altLang="en-US" sz="1800" dirty="0">
                <a:latin typeface="Times New Roman" panose="02020603050405020304" pitchFamily="18" charset="0"/>
              </a:rPr>
              <a:t>2            4            6             8</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499"/>
                                          </p:stCondLst>
                                        </p:cTn>
                                        <p:tgtEl>
                                          <p:spTgt spid="520195"/>
                                        </p:tgtEl>
                                        <p:attrNameLst>
                                          <p:attrName>style.visibility</p:attrName>
                                        </p:attrNameLst>
                                      </p:cBhvr>
                                      <p:to>
                                        <p:strVal val="visible"/>
                                      </p:to>
                                    </p:set>
                                  </p:childTnLst>
                                </p:cTn>
                              </p:par>
                            </p:childTnLst>
                          </p:cTn>
                        </p:par>
                        <p:par>
                          <p:cTn id="7" fill="hold">
                            <p:stCondLst>
                              <p:cond delay="500"/>
                            </p:stCondLst>
                            <p:childTnLst>
                              <p:par>
                                <p:cTn id="8" presetID="1" presetClass="entr" presetSubtype="0" fill="hold" grpId="0" nodeType="afterEffect">
                                  <p:stCondLst>
                                    <p:cond delay="0"/>
                                  </p:stCondLst>
                                  <p:childTnLst>
                                    <p:set>
                                      <p:cBhvr>
                                        <p:cTn id="9" dur="1" fill="hold">
                                          <p:stCondLst>
                                            <p:cond delay="499"/>
                                          </p:stCondLst>
                                        </p:cTn>
                                        <p:tgtEl>
                                          <p:spTgt spid="520196"/>
                                        </p:tgtEl>
                                        <p:attrNameLst>
                                          <p:attrName>style.visibility</p:attrName>
                                        </p:attrNameLst>
                                      </p:cBhvr>
                                      <p:to>
                                        <p:strVal val="visible"/>
                                      </p:to>
                                    </p:set>
                                  </p:childTnLst>
                                </p:cTn>
                              </p:par>
                            </p:childTnLst>
                          </p:cTn>
                        </p:par>
                        <p:par>
                          <p:cTn id="10" fill="hold">
                            <p:stCondLst>
                              <p:cond delay="1000"/>
                            </p:stCondLst>
                            <p:childTnLst>
                              <p:par>
                                <p:cTn id="11" presetID="1" presetClass="entr" presetSubtype="0" fill="hold" grpId="0" nodeType="afterEffect">
                                  <p:stCondLst>
                                    <p:cond delay="0"/>
                                  </p:stCondLst>
                                  <p:childTnLst>
                                    <p:set>
                                      <p:cBhvr>
                                        <p:cTn id="12" dur="1" fill="hold">
                                          <p:stCondLst>
                                            <p:cond delay="499"/>
                                          </p:stCondLst>
                                        </p:cTn>
                                        <p:tgtEl>
                                          <p:spTgt spid="520197"/>
                                        </p:tgtEl>
                                        <p:attrNameLst>
                                          <p:attrName>style.visibility</p:attrName>
                                        </p:attrNameLst>
                                      </p:cBhvr>
                                      <p:to>
                                        <p:strVal val="visible"/>
                                      </p:to>
                                    </p:set>
                                  </p:childTnLst>
                                </p:cTn>
                              </p:par>
                            </p:childTnLst>
                          </p:cTn>
                        </p:par>
                        <p:par>
                          <p:cTn id="13" fill="hold">
                            <p:stCondLst>
                              <p:cond delay="1500"/>
                            </p:stCondLst>
                            <p:childTnLst>
                              <p:par>
                                <p:cTn id="14" presetID="1" presetClass="entr" presetSubtype="0" fill="hold" grpId="0" nodeType="afterEffect">
                                  <p:stCondLst>
                                    <p:cond delay="0"/>
                                  </p:stCondLst>
                                  <p:childTnLst>
                                    <p:set>
                                      <p:cBhvr>
                                        <p:cTn id="15" dur="1" fill="hold">
                                          <p:stCondLst>
                                            <p:cond delay="499"/>
                                          </p:stCondLst>
                                        </p:cTn>
                                        <p:tgtEl>
                                          <p:spTgt spid="520198"/>
                                        </p:tgtEl>
                                        <p:attrNameLst>
                                          <p:attrName>style.visibility</p:attrName>
                                        </p:attrNameLst>
                                      </p:cBhvr>
                                      <p:to>
                                        <p:strVal val="visible"/>
                                      </p:to>
                                    </p:set>
                                  </p:childTnLst>
                                </p:cTn>
                              </p:par>
                            </p:childTnLst>
                          </p:cTn>
                        </p:par>
                        <p:par>
                          <p:cTn id="16" fill="hold">
                            <p:stCondLst>
                              <p:cond delay="2000"/>
                            </p:stCondLst>
                            <p:childTnLst>
                              <p:par>
                                <p:cTn id="17" presetID="1" presetClass="entr" presetSubtype="0" fill="hold" grpId="0" nodeType="afterEffect">
                                  <p:stCondLst>
                                    <p:cond delay="0"/>
                                  </p:stCondLst>
                                  <p:childTnLst>
                                    <p:set>
                                      <p:cBhvr>
                                        <p:cTn id="18" dur="1" fill="hold">
                                          <p:stCondLst>
                                            <p:cond delay="499"/>
                                          </p:stCondLst>
                                        </p:cTn>
                                        <p:tgtEl>
                                          <p:spTgt spid="520199"/>
                                        </p:tgtEl>
                                        <p:attrNameLst>
                                          <p:attrName>style.visibility</p:attrName>
                                        </p:attrNameLst>
                                      </p:cBhvr>
                                      <p:to>
                                        <p:strVal val="visible"/>
                                      </p:to>
                                    </p:set>
                                  </p:childTnLst>
                                </p:cTn>
                              </p:par>
                            </p:childTnLst>
                          </p:cTn>
                        </p:par>
                        <p:par>
                          <p:cTn id="19" fill="hold">
                            <p:stCondLst>
                              <p:cond delay="2500"/>
                            </p:stCondLst>
                            <p:childTnLst>
                              <p:par>
                                <p:cTn id="20" presetID="1" presetClass="entr" presetSubtype="0" fill="hold" grpId="0" nodeType="afterEffect">
                                  <p:stCondLst>
                                    <p:cond delay="0"/>
                                  </p:stCondLst>
                                  <p:childTnLst>
                                    <p:set>
                                      <p:cBhvr>
                                        <p:cTn id="21" dur="1" fill="hold">
                                          <p:stCondLst>
                                            <p:cond delay="499"/>
                                          </p:stCondLst>
                                        </p:cTn>
                                        <p:tgtEl>
                                          <p:spTgt spid="520200"/>
                                        </p:tgtEl>
                                        <p:attrNameLst>
                                          <p:attrName>style.visibility</p:attrName>
                                        </p:attrNameLst>
                                      </p:cBhvr>
                                      <p:to>
                                        <p:strVal val="visible"/>
                                      </p:to>
                                    </p:set>
                                  </p:childTnLst>
                                </p:cTn>
                              </p:par>
                            </p:childTnLst>
                          </p:cTn>
                        </p:par>
                        <p:par>
                          <p:cTn id="22" fill="hold">
                            <p:stCondLst>
                              <p:cond delay="3000"/>
                            </p:stCondLst>
                            <p:childTnLst>
                              <p:par>
                                <p:cTn id="23" presetID="1" presetClass="entr" presetSubtype="0" fill="hold" grpId="0" nodeType="afterEffect">
                                  <p:stCondLst>
                                    <p:cond delay="0"/>
                                  </p:stCondLst>
                                  <p:childTnLst>
                                    <p:set>
                                      <p:cBhvr>
                                        <p:cTn id="24" dur="1" fill="hold">
                                          <p:stCondLst>
                                            <p:cond delay="499"/>
                                          </p:stCondLst>
                                        </p:cTn>
                                        <p:tgtEl>
                                          <p:spTgt spid="520201"/>
                                        </p:tgtEl>
                                        <p:attrNameLst>
                                          <p:attrName>style.visibility</p:attrName>
                                        </p:attrNameLst>
                                      </p:cBhvr>
                                      <p:to>
                                        <p:strVal val="visible"/>
                                      </p:to>
                                    </p:set>
                                  </p:childTnLst>
                                </p:cTn>
                              </p:par>
                            </p:childTnLst>
                          </p:cTn>
                        </p:par>
                        <p:par>
                          <p:cTn id="25" fill="hold">
                            <p:stCondLst>
                              <p:cond delay="3500"/>
                            </p:stCondLst>
                            <p:childTnLst>
                              <p:par>
                                <p:cTn id="26" presetID="1" presetClass="entr" presetSubtype="0" fill="hold" grpId="0" nodeType="afterEffect">
                                  <p:stCondLst>
                                    <p:cond delay="0"/>
                                  </p:stCondLst>
                                  <p:childTnLst>
                                    <p:set>
                                      <p:cBhvr>
                                        <p:cTn id="27" dur="1" fill="hold">
                                          <p:stCondLst>
                                            <p:cond delay="499"/>
                                          </p:stCondLst>
                                        </p:cTn>
                                        <p:tgtEl>
                                          <p:spTgt spid="520202"/>
                                        </p:tgtEl>
                                        <p:attrNameLst>
                                          <p:attrName>style.visibility</p:attrName>
                                        </p:attrNameLst>
                                      </p:cBhvr>
                                      <p:to>
                                        <p:strVal val="visible"/>
                                      </p:to>
                                    </p:set>
                                  </p:childTnLst>
                                </p:cTn>
                              </p:par>
                            </p:childTnLst>
                          </p:cTn>
                        </p:par>
                        <p:par>
                          <p:cTn id="28" fill="hold">
                            <p:stCondLst>
                              <p:cond delay="4000"/>
                            </p:stCondLst>
                            <p:childTnLst>
                              <p:par>
                                <p:cTn id="29" presetID="1" presetClass="entr" presetSubtype="0" fill="hold" nodeType="afterEffect">
                                  <p:stCondLst>
                                    <p:cond delay="0"/>
                                  </p:stCondLst>
                                  <p:childTnLst>
                                    <p:set>
                                      <p:cBhvr>
                                        <p:cTn id="30" dur="1" fill="hold">
                                          <p:stCondLst>
                                            <p:cond delay="499"/>
                                          </p:stCondLst>
                                        </p:cTn>
                                        <p:tgtEl>
                                          <p:spTgt spid="520203"/>
                                        </p:tgtEl>
                                        <p:attrNameLst>
                                          <p:attrName>style.visibility</p:attrName>
                                        </p:attrNameLst>
                                      </p:cBhvr>
                                      <p:to>
                                        <p:strVal val="visible"/>
                                      </p:to>
                                    </p:set>
                                  </p:childTnLst>
                                </p:cTn>
                              </p:par>
                            </p:childTnLst>
                          </p:cTn>
                        </p:par>
                        <p:par>
                          <p:cTn id="31" fill="hold">
                            <p:stCondLst>
                              <p:cond delay="4500"/>
                            </p:stCondLst>
                            <p:childTnLst>
                              <p:par>
                                <p:cTn id="32" presetID="1" presetClass="entr" presetSubtype="0" fill="hold" nodeType="afterEffect">
                                  <p:stCondLst>
                                    <p:cond delay="0"/>
                                  </p:stCondLst>
                                  <p:childTnLst>
                                    <p:set>
                                      <p:cBhvr>
                                        <p:cTn id="33" dur="1" fill="hold">
                                          <p:stCondLst>
                                            <p:cond delay="499"/>
                                          </p:stCondLst>
                                        </p:cTn>
                                        <p:tgtEl>
                                          <p:spTgt spid="520204"/>
                                        </p:tgtEl>
                                        <p:attrNameLst>
                                          <p:attrName>style.visibility</p:attrName>
                                        </p:attrNameLst>
                                      </p:cBhvr>
                                      <p:to>
                                        <p:strVal val="visible"/>
                                      </p:to>
                                    </p:set>
                                  </p:childTnLst>
                                </p:cTn>
                              </p:par>
                            </p:childTnLst>
                          </p:cTn>
                        </p:par>
                        <p:par>
                          <p:cTn id="34" fill="hold">
                            <p:stCondLst>
                              <p:cond delay="5000"/>
                            </p:stCondLst>
                            <p:childTnLst>
                              <p:par>
                                <p:cTn id="35" presetID="1" presetClass="entr" presetSubtype="0" fill="hold" nodeType="afterEffect">
                                  <p:stCondLst>
                                    <p:cond delay="0"/>
                                  </p:stCondLst>
                                  <p:childTnLst>
                                    <p:set>
                                      <p:cBhvr>
                                        <p:cTn id="36" dur="1" fill="hold">
                                          <p:stCondLst>
                                            <p:cond delay="499"/>
                                          </p:stCondLst>
                                        </p:cTn>
                                        <p:tgtEl>
                                          <p:spTgt spid="520205"/>
                                        </p:tgtEl>
                                        <p:attrNameLst>
                                          <p:attrName>style.visibility</p:attrName>
                                        </p:attrNameLst>
                                      </p:cBhvr>
                                      <p:to>
                                        <p:strVal val="visible"/>
                                      </p:to>
                                    </p:set>
                                  </p:childTnLst>
                                </p:cTn>
                              </p:par>
                            </p:childTnLst>
                          </p:cTn>
                        </p:par>
                        <p:par>
                          <p:cTn id="37" fill="hold">
                            <p:stCondLst>
                              <p:cond delay="5500"/>
                            </p:stCondLst>
                            <p:childTnLst>
                              <p:par>
                                <p:cTn id="38" presetID="1" presetClass="entr" presetSubtype="0" fill="hold" nodeType="afterEffect">
                                  <p:stCondLst>
                                    <p:cond delay="0"/>
                                  </p:stCondLst>
                                  <p:childTnLst>
                                    <p:set>
                                      <p:cBhvr>
                                        <p:cTn id="39" dur="1" fill="hold">
                                          <p:stCondLst>
                                            <p:cond delay="499"/>
                                          </p:stCondLst>
                                        </p:cTn>
                                        <p:tgtEl>
                                          <p:spTgt spid="520206"/>
                                        </p:tgtEl>
                                        <p:attrNameLst>
                                          <p:attrName>style.visibility</p:attrName>
                                        </p:attrNameLst>
                                      </p:cBhvr>
                                      <p:to>
                                        <p:strVal val="visible"/>
                                      </p:to>
                                    </p:set>
                                  </p:childTnLst>
                                </p:cTn>
                              </p:par>
                            </p:childTnLst>
                          </p:cTn>
                        </p:par>
                        <p:par>
                          <p:cTn id="40" fill="hold">
                            <p:stCondLst>
                              <p:cond delay="6000"/>
                            </p:stCondLst>
                            <p:childTnLst>
                              <p:par>
                                <p:cTn id="41" presetID="1" presetClass="entr" presetSubtype="0" fill="hold" nodeType="afterEffect">
                                  <p:stCondLst>
                                    <p:cond delay="0"/>
                                  </p:stCondLst>
                                  <p:childTnLst>
                                    <p:set>
                                      <p:cBhvr>
                                        <p:cTn id="42" dur="1" fill="hold">
                                          <p:stCondLst>
                                            <p:cond delay="499"/>
                                          </p:stCondLst>
                                        </p:cTn>
                                        <p:tgtEl>
                                          <p:spTgt spid="520207"/>
                                        </p:tgtEl>
                                        <p:attrNameLst>
                                          <p:attrName>style.visibility</p:attrName>
                                        </p:attrNameLst>
                                      </p:cBhvr>
                                      <p:to>
                                        <p:strVal val="visible"/>
                                      </p:to>
                                    </p:set>
                                  </p:childTnLst>
                                </p:cTn>
                              </p:par>
                            </p:childTnLst>
                          </p:cTn>
                        </p:par>
                        <p:par>
                          <p:cTn id="43" fill="hold">
                            <p:stCondLst>
                              <p:cond delay="6500"/>
                            </p:stCondLst>
                            <p:childTnLst>
                              <p:par>
                                <p:cTn id="44" presetID="1" presetClass="entr" presetSubtype="0" fill="hold" nodeType="afterEffect">
                                  <p:stCondLst>
                                    <p:cond delay="0"/>
                                  </p:stCondLst>
                                  <p:childTnLst>
                                    <p:set>
                                      <p:cBhvr>
                                        <p:cTn id="45" dur="1" fill="hold">
                                          <p:stCondLst>
                                            <p:cond delay="499"/>
                                          </p:stCondLst>
                                        </p:cTn>
                                        <p:tgtEl>
                                          <p:spTgt spid="520208"/>
                                        </p:tgtEl>
                                        <p:attrNameLst>
                                          <p:attrName>style.visibility</p:attrName>
                                        </p:attrNameLst>
                                      </p:cBhvr>
                                      <p:to>
                                        <p:strVal val="visible"/>
                                      </p:to>
                                    </p:set>
                                  </p:childTnLst>
                                </p:cTn>
                              </p:par>
                            </p:childTnLst>
                          </p:cTn>
                        </p:par>
                        <p:par>
                          <p:cTn id="46" fill="hold">
                            <p:stCondLst>
                              <p:cond delay="7000"/>
                            </p:stCondLst>
                            <p:childTnLst>
                              <p:par>
                                <p:cTn id="47" presetID="1" presetClass="entr" presetSubtype="0" fill="hold" nodeType="afterEffect">
                                  <p:stCondLst>
                                    <p:cond delay="0"/>
                                  </p:stCondLst>
                                  <p:childTnLst>
                                    <p:set>
                                      <p:cBhvr>
                                        <p:cTn id="48" dur="1" fill="hold">
                                          <p:stCondLst>
                                            <p:cond delay="499"/>
                                          </p:stCondLst>
                                        </p:cTn>
                                        <p:tgtEl>
                                          <p:spTgt spid="520209"/>
                                        </p:tgtEl>
                                        <p:attrNameLst>
                                          <p:attrName>style.visibility</p:attrName>
                                        </p:attrNameLst>
                                      </p:cBhvr>
                                      <p:to>
                                        <p:strVal val="visible"/>
                                      </p:to>
                                    </p:set>
                                  </p:childTnLst>
                                </p:cTn>
                              </p:par>
                            </p:childTnLst>
                          </p:cTn>
                        </p:par>
                        <p:par>
                          <p:cTn id="49" fill="hold">
                            <p:stCondLst>
                              <p:cond delay="7500"/>
                            </p:stCondLst>
                            <p:childTnLst>
                              <p:par>
                                <p:cTn id="50" presetID="1" presetClass="entr" presetSubtype="0" fill="hold" nodeType="afterEffect">
                                  <p:stCondLst>
                                    <p:cond delay="0"/>
                                  </p:stCondLst>
                                  <p:childTnLst>
                                    <p:set>
                                      <p:cBhvr>
                                        <p:cTn id="51" dur="1" fill="hold">
                                          <p:stCondLst>
                                            <p:cond delay="499"/>
                                          </p:stCondLst>
                                        </p:cTn>
                                        <p:tgtEl>
                                          <p:spTgt spid="520210"/>
                                        </p:tgtEl>
                                        <p:attrNameLst>
                                          <p:attrName>style.visibility</p:attrName>
                                        </p:attrNameLst>
                                      </p:cBhvr>
                                      <p:to>
                                        <p:strVal val="visible"/>
                                      </p:to>
                                    </p:set>
                                  </p:childTnLst>
                                </p:cTn>
                              </p:par>
                            </p:childTnLst>
                          </p:cTn>
                        </p:par>
                        <p:par>
                          <p:cTn id="52" fill="hold">
                            <p:stCondLst>
                              <p:cond delay="8000"/>
                            </p:stCondLst>
                            <p:childTnLst>
                              <p:par>
                                <p:cTn id="53" presetID="1" presetClass="entr" presetSubtype="0" fill="hold" nodeType="afterEffect">
                                  <p:stCondLst>
                                    <p:cond delay="0"/>
                                  </p:stCondLst>
                                  <p:childTnLst>
                                    <p:set>
                                      <p:cBhvr>
                                        <p:cTn id="54" dur="1" fill="hold">
                                          <p:stCondLst>
                                            <p:cond delay="499"/>
                                          </p:stCondLst>
                                        </p:cTn>
                                        <p:tgtEl>
                                          <p:spTgt spid="520211"/>
                                        </p:tgtEl>
                                        <p:attrNameLst>
                                          <p:attrName>style.visibility</p:attrName>
                                        </p:attrNameLst>
                                      </p:cBhvr>
                                      <p:to>
                                        <p:strVal val="visible"/>
                                      </p:to>
                                    </p:set>
                                  </p:childTnLst>
                                </p:cTn>
                              </p:par>
                            </p:childTnLst>
                          </p:cTn>
                        </p:par>
                        <p:par>
                          <p:cTn id="55" fill="hold">
                            <p:stCondLst>
                              <p:cond delay="8500"/>
                            </p:stCondLst>
                            <p:childTnLst>
                              <p:par>
                                <p:cTn id="56" presetID="1" presetClass="entr" presetSubtype="0" fill="hold" nodeType="afterEffect">
                                  <p:stCondLst>
                                    <p:cond delay="0"/>
                                  </p:stCondLst>
                                  <p:childTnLst>
                                    <p:set>
                                      <p:cBhvr>
                                        <p:cTn id="57" dur="1" fill="hold">
                                          <p:stCondLst>
                                            <p:cond delay="499"/>
                                          </p:stCondLst>
                                        </p:cTn>
                                        <p:tgtEl>
                                          <p:spTgt spid="520212"/>
                                        </p:tgtEl>
                                        <p:attrNameLst>
                                          <p:attrName>style.visibility</p:attrName>
                                        </p:attrNameLst>
                                      </p:cBhvr>
                                      <p:to>
                                        <p:strVal val="visible"/>
                                      </p:to>
                                    </p:set>
                                  </p:childTnLst>
                                </p:cTn>
                              </p:par>
                            </p:childTnLst>
                          </p:cTn>
                        </p:par>
                      </p:childTnLst>
                    </p:cTn>
                  </p:par>
                  <p:par>
                    <p:cTn id="58" fill="hold">
                      <p:stCondLst>
                        <p:cond delay="indefinite"/>
                      </p:stCondLst>
                      <p:childTnLst>
                        <p:par>
                          <p:cTn id="59" fill="hold">
                            <p:stCondLst>
                              <p:cond delay="0"/>
                            </p:stCondLst>
                            <p:childTnLst>
                              <p:par>
                                <p:cTn id="60" presetID="1" presetClass="entr" presetSubtype="0" fill="hold" nodeType="clickEffect">
                                  <p:stCondLst>
                                    <p:cond delay="0"/>
                                  </p:stCondLst>
                                  <p:childTnLst>
                                    <p:set>
                                      <p:cBhvr>
                                        <p:cTn id="61" dur="1" fill="hold">
                                          <p:stCondLst>
                                            <p:cond delay="499"/>
                                          </p:stCondLst>
                                        </p:cTn>
                                        <p:tgtEl>
                                          <p:spTgt spid="520213"/>
                                        </p:tgtEl>
                                        <p:attrNameLst>
                                          <p:attrName>style.visibility</p:attrName>
                                        </p:attrNameLst>
                                      </p:cBhvr>
                                      <p:to>
                                        <p:strVal val="visible"/>
                                      </p:to>
                                    </p:set>
                                  </p:childTnLst>
                                </p:cTn>
                              </p:par>
                            </p:childTnLst>
                          </p:cTn>
                        </p:par>
                      </p:childTnLst>
                    </p:cTn>
                  </p:par>
                  <p:par>
                    <p:cTn id="62" fill="hold">
                      <p:stCondLst>
                        <p:cond delay="indefinite"/>
                      </p:stCondLst>
                      <p:childTnLst>
                        <p:par>
                          <p:cTn id="63" fill="hold">
                            <p:stCondLst>
                              <p:cond delay="0"/>
                            </p:stCondLst>
                            <p:childTnLst>
                              <p:par>
                                <p:cTn id="64" presetID="1" presetClass="entr" presetSubtype="0" fill="hold" nodeType="clickEffect">
                                  <p:stCondLst>
                                    <p:cond delay="0"/>
                                  </p:stCondLst>
                                  <p:childTnLst>
                                    <p:set>
                                      <p:cBhvr>
                                        <p:cTn id="65" dur="1" fill="hold">
                                          <p:stCondLst>
                                            <p:cond delay="499"/>
                                          </p:stCondLst>
                                        </p:cTn>
                                        <p:tgtEl>
                                          <p:spTgt spid="520214"/>
                                        </p:tgtEl>
                                        <p:attrNameLst>
                                          <p:attrName>style.visibility</p:attrName>
                                        </p:attrNameLst>
                                      </p:cBhvr>
                                      <p:to>
                                        <p:strVal val="visible"/>
                                      </p:to>
                                    </p:set>
                                  </p:childTnLst>
                                </p:cTn>
                              </p:par>
                            </p:childTnLst>
                          </p:cTn>
                        </p:par>
                      </p:childTnLst>
                    </p:cTn>
                  </p:par>
                  <p:par>
                    <p:cTn id="66" fill="hold">
                      <p:stCondLst>
                        <p:cond delay="indefinite"/>
                      </p:stCondLst>
                      <p:childTnLst>
                        <p:par>
                          <p:cTn id="67" fill="hold">
                            <p:stCondLst>
                              <p:cond delay="0"/>
                            </p:stCondLst>
                            <p:childTnLst>
                              <p:par>
                                <p:cTn id="68" presetID="1" presetClass="entr" presetSubtype="0" fill="hold" nodeType="clickEffect">
                                  <p:stCondLst>
                                    <p:cond delay="0"/>
                                  </p:stCondLst>
                                  <p:childTnLst>
                                    <p:set>
                                      <p:cBhvr>
                                        <p:cTn id="69" dur="1" fill="hold">
                                          <p:stCondLst>
                                            <p:cond delay="499"/>
                                          </p:stCondLst>
                                        </p:cTn>
                                        <p:tgtEl>
                                          <p:spTgt spid="520215"/>
                                        </p:tgtEl>
                                        <p:attrNameLst>
                                          <p:attrName>style.visibility</p:attrName>
                                        </p:attrNameLst>
                                      </p:cBhvr>
                                      <p:to>
                                        <p:strVal val="visible"/>
                                      </p:to>
                                    </p:se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grpId="0" nodeType="clickEffect">
                                  <p:stCondLst>
                                    <p:cond delay="0"/>
                                  </p:stCondLst>
                                  <p:childTnLst>
                                    <p:set>
                                      <p:cBhvr>
                                        <p:cTn id="73" dur="1" fill="hold">
                                          <p:stCondLst>
                                            <p:cond delay="499"/>
                                          </p:stCondLst>
                                        </p:cTn>
                                        <p:tgtEl>
                                          <p:spTgt spid="520216"/>
                                        </p:tgtEl>
                                        <p:attrNameLst>
                                          <p:attrName>style.visibility</p:attrName>
                                        </p:attrNameLst>
                                      </p:cBhvr>
                                      <p:to>
                                        <p:strVal val="visible"/>
                                      </p:to>
                                    </p:set>
                                  </p:childTnLst>
                                </p:cTn>
                              </p:par>
                            </p:childTnLst>
                          </p:cTn>
                        </p:par>
                        <p:par>
                          <p:cTn id="74" fill="hold">
                            <p:stCondLst>
                              <p:cond delay="500"/>
                            </p:stCondLst>
                            <p:childTnLst>
                              <p:par>
                                <p:cTn id="75" presetID="1" presetClass="entr" presetSubtype="0" fill="hold" grpId="0" nodeType="afterEffect">
                                  <p:stCondLst>
                                    <p:cond delay="0"/>
                                  </p:stCondLst>
                                  <p:childTnLst>
                                    <p:set>
                                      <p:cBhvr>
                                        <p:cTn id="76" dur="1" fill="hold">
                                          <p:stCondLst>
                                            <p:cond delay="499"/>
                                          </p:stCondLst>
                                        </p:cTn>
                                        <p:tgtEl>
                                          <p:spTgt spid="520217"/>
                                        </p:tgtEl>
                                        <p:attrNameLst>
                                          <p:attrName>style.visibility</p:attrName>
                                        </p:attrNameLst>
                                      </p:cBhvr>
                                      <p:to>
                                        <p:strVal val="visible"/>
                                      </p:to>
                                    </p:set>
                                  </p:childTnLst>
                                </p:cTn>
                              </p:par>
                            </p:childTnLst>
                          </p:cTn>
                        </p:par>
                        <p:par>
                          <p:cTn id="77" fill="hold">
                            <p:stCondLst>
                              <p:cond delay="1000"/>
                            </p:stCondLst>
                            <p:childTnLst>
                              <p:par>
                                <p:cTn id="78" presetID="1" presetClass="entr" presetSubtype="0" fill="hold" grpId="0" nodeType="afterEffect">
                                  <p:stCondLst>
                                    <p:cond delay="0"/>
                                  </p:stCondLst>
                                  <p:childTnLst>
                                    <p:set>
                                      <p:cBhvr>
                                        <p:cTn id="79" dur="1" fill="hold">
                                          <p:stCondLst>
                                            <p:cond delay="499"/>
                                          </p:stCondLst>
                                        </p:cTn>
                                        <p:tgtEl>
                                          <p:spTgt spid="520218"/>
                                        </p:tgtEl>
                                        <p:attrNameLst>
                                          <p:attrName>style.visibility</p:attrName>
                                        </p:attrNameLst>
                                      </p:cBhvr>
                                      <p:to>
                                        <p:strVal val="visible"/>
                                      </p:to>
                                    </p:set>
                                  </p:childTnLst>
                                </p:cTn>
                              </p:par>
                            </p:childTnLst>
                          </p:cTn>
                        </p:par>
                        <p:par>
                          <p:cTn id="80" fill="hold">
                            <p:stCondLst>
                              <p:cond delay="1500"/>
                            </p:stCondLst>
                            <p:childTnLst>
                              <p:par>
                                <p:cTn id="81" presetID="1" presetClass="entr" presetSubtype="0" fill="hold" grpId="0" nodeType="afterEffect">
                                  <p:stCondLst>
                                    <p:cond delay="0"/>
                                  </p:stCondLst>
                                  <p:childTnLst>
                                    <p:set>
                                      <p:cBhvr>
                                        <p:cTn id="82" dur="1" fill="hold">
                                          <p:stCondLst>
                                            <p:cond delay="499"/>
                                          </p:stCondLst>
                                        </p:cTn>
                                        <p:tgtEl>
                                          <p:spTgt spid="520219"/>
                                        </p:tgtEl>
                                        <p:attrNameLst>
                                          <p:attrName>style.visibility</p:attrName>
                                        </p:attrNameLst>
                                      </p:cBhvr>
                                      <p:to>
                                        <p:strVal val="visible"/>
                                      </p:to>
                                    </p:set>
                                  </p:childTnLst>
                                </p:cTn>
                              </p:par>
                            </p:childTnLst>
                          </p:cTn>
                        </p:par>
                        <p:par>
                          <p:cTn id="83" fill="hold">
                            <p:stCondLst>
                              <p:cond delay="2000"/>
                            </p:stCondLst>
                            <p:childTnLst>
                              <p:par>
                                <p:cTn id="84" presetID="1" presetClass="entr" presetSubtype="0" fill="hold" grpId="0" nodeType="afterEffect">
                                  <p:stCondLst>
                                    <p:cond delay="0"/>
                                  </p:stCondLst>
                                  <p:childTnLst>
                                    <p:set>
                                      <p:cBhvr>
                                        <p:cTn id="85" dur="1" fill="hold">
                                          <p:stCondLst>
                                            <p:cond delay="499"/>
                                          </p:stCondLst>
                                        </p:cTn>
                                        <p:tgtEl>
                                          <p:spTgt spid="520220"/>
                                        </p:tgtEl>
                                        <p:attrNameLst>
                                          <p:attrName>style.visibility</p:attrName>
                                        </p:attrNameLst>
                                      </p:cBhvr>
                                      <p:to>
                                        <p:strVal val="visible"/>
                                      </p:to>
                                    </p:set>
                                  </p:childTnLst>
                                </p:cTn>
                              </p:par>
                            </p:childTnLst>
                          </p:cTn>
                        </p:par>
                        <p:par>
                          <p:cTn id="86" fill="hold">
                            <p:stCondLst>
                              <p:cond delay="2500"/>
                            </p:stCondLst>
                            <p:childTnLst>
                              <p:par>
                                <p:cTn id="87" presetID="1" presetClass="entr" presetSubtype="0" fill="hold" grpId="0" nodeType="afterEffect">
                                  <p:stCondLst>
                                    <p:cond delay="0"/>
                                  </p:stCondLst>
                                  <p:childTnLst>
                                    <p:set>
                                      <p:cBhvr>
                                        <p:cTn id="88" dur="1" fill="hold">
                                          <p:stCondLst>
                                            <p:cond delay="499"/>
                                          </p:stCondLst>
                                        </p:cTn>
                                        <p:tgtEl>
                                          <p:spTgt spid="520221"/>
                                        </p:tgtEl>
                                        <p:attrNameLst>
                                          <p:attrName>style.visibility</p:attrName>
                                        </p:attrNameLst>
                                      </p:cBhvr>
                                      <p:to>
                                        <p:strVal val="visible"/>
                                      </p:to>
                                    </p:set>
                                  </p:childTnLst>
                                </p:cTn>
                              </p:par>
                            </p:childTnLst>
                          </p:cTn>
                        </p:par>
                        <p:par>
                          <p:cTn id="89" fill="hold">
                            <p:stCondLst>
                              <p:cond delay="3000"/>
                            </p:stCondLst>
                            <p:childTnLst>
                              <p:par>
                                <p:cTn id="90" presetID="1" presetClass="entr" presetSubtype="0" fill="hold" grpId="0" nodeType="afterEffect">
                                  <p:stCondLst>
                                    <p:cond delay="0"/>
                                  </p:stCondLst>
                                  <p:childTnLst>
                                    <p:set>
                                      <p:cBhvr>
                                        <p:cTn id="91" dur="1" fill="hold">
                                          <p:stCondLst>
                                            <p:cond delay="499"/>
                                          </p:stCondLst>
                                        </p:cTn>
                                        <p:tgtEl>
                                          <p:spTgt spid="520222"/>
                                        </p:tgtEl>
                                        <p:attrNameLst>
                                          <p:attrName>style.visibility</p:attrName>
                                        </p:attrNameLst>
                                      </p:cBhvr>
                                      <p:to>
                                        <p:strVal val="visible"/>
                                      </p:to>
                                    </p:set>
                                  </p:childTnLst>
                                </p:cTn>
                              </p:par>
                            </p:childTnLst>
                          </p:cTn>
                        </p:par>
                        <p:par>
                          <p:cTn id="92" fill="hold">
                            <p:stCondLst>
                              <p:cond delay="3500"/>
                            </p:stCondLst>
                            <p:childTnLst>
                              <p:par>
                                <p:cTn id="93" presetID="1" presetClass="entr" presetSubtype="0" fill="hold" grpId="0" nodeType="afterEffect">
                                  <p:stCondLst>
                                    <p:cond delay="0"/>
                                  </p:stCondLst>
                                  <p:childTnLst>
                                    <p:set>
                                      <p:cBhvr>
                                        <p:cTn id="94" dur="1" fill="hold">
                                          <p:stCondLst>
                                            <p:cond delay="499"/>
                                          </p:stCondLst>
                                        </p:cTn>
                                        <p:tgtEl>
                                          <p:spTgt spid="520223"/>
                                        </p:tgtEl>
                                        <p:attrNameLst>
                                          <p:attrName>style.visibility</p:attrName>
                                        </p:attrNameLst>
                                      </p:cBhvr>
                                      <p:to>
                                        <p:strVal val="visible"/>
                                      </p:to>
                                    </p:set>
                                  </p:childTnLst>
                                </p:cTn>
                              </p:par>
                            </p:childTnLst>
                          </p:cTn>
                        </p:par>
                        <p:par>
                          <p:cTn id="95" fill="hold">
                            <p:stCondLst>
                              <p:cond delay="4000"/>
                            </p:stCondLst>
                            <p:childTnLst>
                              <p:par>
                                <p:cTn id="96" presetID="1" presetClass="entr" presetSubtype="0" fill="hold" grpId="0" nodeType="afterEffect">
                                  <p:stCondLst>
                                    <p:cond delay="0"/>
                                  </p:stCondLst>
                                  <p:childTnLst>
                                    <p:set>
                                      <p:cBhvr>
                                        <p:cTn id="97" dur="1" fill="hold">
                                          <p:stCondLst>
                                            <p:cond delay="499"/>
                                          </p:stCondLst>
                                        </p:cTn>
                                        <p:tgtEl>
                                          <p:spTgt spid="520224"/>
                                        </p:tgtEl>
                                        <p:attrNameLst>
                                          <p:attrName>style.visibility</p:attrName>
                                        </p:attrNameLst>
                                      </p:cBhvr>
                                      <p:to>
                                        <p:strVal val="visible"/>
                                      </p:to>
                                    </p:set>
                                  </p:childTnLst>
                                </p:cTn>
                              </p:par>
                            </p:childTnLst>
                          </p:cTn>
                        </p:par>
                        <p:par>
                          <p:cTn id="98" fill="hold">
                            <p:stCondLst>
                              <p:cond delay="4500"/>
                            </p:stCondLst>
                            <p:childTnLst>
                              <p:par>
                                <p:cTn id="99" presetID="1" presetClass="entr" presetSubtype="0" fill="hold" nodeType="afterEffect">
                                  <p:stCondLst>
                                    <p:cond delay="0"/>
                                  </p:stCondLst>
                                  <p:childTnLst>
                                    <p:set>
                                      <p:cBhvr>
                                        <p:cTn id="100" dur="1" fill="hold">
                                          <p:stCondLst>
                                            <p:cond delay="499"/>
                                          </p:stCondLst>
                                        </p:cTn>
                                        <p:tgtEl>
                                          <p:spTgt spid="520225"/>
                                        </p:tgtEl>
                                        <p:attrNameLst>
                                          <p:attrName>style.visibility</p:attrName>
                                        </p:attrNameLst>
                                      </p:cBhvr>
                                      <p:to>
                                        <p:strVal val="visible"/>
                                      </p:to>
                                    </p:set>
                                  </p:childTnLst>
                                </p:cTn>
                              </p:par>
                            </p:childTnLst>
                          </p:cTn>
                        </p:par>
                        <p:par>
                          <p:cTn id="101" fill="hold">
                            <p:stCondLst>
                              <p:cond delay="5000"/>
                            </p:stCondLst>
                            <p:childTnLst>
                              <p:par>
                                <p:cTn id="102" presetID="1" presetClass="entr" presetSubtype="0" fill="hold" nodeType="afterEffect">
                                  <p:stCondLst>
                                    <p:cond delay="0"/>
                                  </p:stCondLst>
                                  <p:childTnLst>
                                    <p:set>
                                      <p:cBhvr>
                                        <p:cTn id="103" dur="1" fill="hold">
                                          <p:stCondLst>
                                            <p:cond delay="499"/>
                                          </p:stCondLst>
                                        </p:cTn>
                                        <p:tgtEl>
                                          <p:spTgt spid="520226"/>
                                        </p:tgtEl>
                                        <p:attrNameLst>
                                          <p:attrName>style.visibility</p:attrName>
                                        </p:attrNameLst>
                                      </p:cBhvr>
                                      <p:to>
                                        <p:strVal val="visible"/>
                                      </p:to>
                                    </p:set>
                                  </p:childTnLst>
                                </p:cTn>
                              </p:par>
                            </p:childTnLst>
                          </p:cTn>
                        </p:par>
                        <p:par>
                          <p:cTn id="104" fill="hold">
                            <p:stCondLst>
                              <p:cond delay="5500"/>
                            </p:stCondLst>
                            <p:childTnLst>
                              <p:par>
                                <p:cTn id="105" presetID="1" presetClass="entr" presetSubtype="0" fill="hold" nodeType="afterEffect">
                                  <p:stCondLst>
                                    <p:cond delay="0"/>
                                  </p:stCondLst>
                                  <p:childTnLst>
                                    <p:set>
                                      <p:cBhvr>
                                        <p:cTn id="106" dur="1" fill="hold">
                                          <p:stCondLst>
                                            <p:cond delay="499"/>
                                          </p:stCondLst>
                                        </p:cTn>
                                        <p:tgtEl>
                                          <p:spTgt spid="520227"/>
                                        </p:tgtEl>
                                        <p:attrNameLst>
                                          <p:attrName>style.visibility</p:attrName>
                                        </p:attrNameLst>
                                      </p:cBhvr>
                                      <p:to>
                                        <p:strVal val="visible"/>
                                      </p:to>
                                    </p:set>
                                  </p:childTnLst>
                                </p:cTn>
                              </p:par>
                            </p:childTnLst>
                          </p:cTn>
                        </p:par>
                        <p:par>
                          <p:cTn id="107" fill="hold">
                            <p:stCondLst>
                              <p:cond delay="6000"/>
                            </p:stCondLst>
                            <p:childTnLst>
                              <p:par>
                                <p:cTn id="108" presetID="1" presetClass="entr" presetSubtype="0" fill="hold" grpId="0" nodeType="afterEffect">
                                  <p:stCondLst>
                                    <p:cond delay="0"/>
                                  </p:stCondLst>
                                  <p:childTnLst>
                                    <p:set>
                                      <p:cBhvr>
                                        <p:cTn id="109" dur="1" fill="hold">
                                          <p:stCondLst>
                                            <p:cond delay="499"/>
                                          </p:stCondLst>
                                        </p:cTn>
                                        <p:tgtEl>
                                          <p:spTgt spid="520229"/>
                                        </p:tgtEl>
                                        <p:attrNameLst>
                                          <p:attrName>style.visibility</p:attrName>
                                        </p:attrNameLst>
                                      </p:cBhvr>
                                      <p:to>
                                        <p:strVal val="visible"/>
                                      </p:to>
                                    </p:set>
                                  </p:childTnLst>
                                </p:cTn>
                              </p:par>
                            </p:childTnLst>
                          </p:cTn>
                        </p:par>
                        <p:par>
                          <p:cTn id="110" fill="hold">
                            <p:stCondLst>
                              <p:cond delay="6500"/>
                            </p:stCondLst>
                            <p:childTnLst>
                              <p:par>
                                <p:cTn id="111" presetID="1" presetClass="entr" presetSubtype="0" fill="hold" grpId="0" nodeType="afterEffect">
                                  <p:stCondLst>
                                    <p:cond delay="0"/>
                                  </p:stCondLst>
                                  <p:childTnLst>
                                    <p:set>
                                      <p:cBhvr>
                                        <p:cTn id="112" dur="1" fill="hold">
                                          <p:stCondLst>
                                            <p:cond delay="499"/>
                                          </p:stCondLst>
                                        </p:cTn>
                                        <p:tgtEl>
                                          <p:spTgt spid="520230"/>
                                        </p:tgtEl>
                                        <p:attrNameLst>
                                          <p:attrName>style.visibility</p:attrName>
                                        </p:attrNameLst>
                                      </p:cBhvr>
                                      <p:to>
                                        <p:strVal val="visible"/>
                                      </p:to>
                                    </p:set>
                                  </p:childTnLst>
                                </p:cTn>
                              </p:par>
                            </p:childTnLst>
                          </p:cTn>
                        </p:par>
                        <p:par>
                          <p:cTn id="113" fill="hold">
                            <p:stCondLst>
                              <p:cond delay="7000"/>
                            </p:stCondLst>
                            <p:childTnLst>
                              <p:par>
                                <p:cTn id="114" presetID="1" presetClass="entr" presetSubtype="0" fill="hold" grpId="0" nodeType="afterEffect">
                                  <p:stCondLst>
                                    <p:cond delay="0"/>
                                  </p:stCondLst>
                                  <p:childTnLst>
                                    <p:set>
                                      <p:cBhvr>
                                        <p:cTn id="115" dur="1" fill="hold">
                                          <p:stCondLst>
                                            <p:cond delay="499"/>
                                          </p:stCondLst>
                                        </p:cTn>
                                        <p:tgtEl>
                                          <p:spTgt spid="520231"/>
                                        </p:tgtEl>
                                        <p:attrNameLst>
                                          <p:attrName>style.visibility</p:attrName>
                                        </p:attrNameLst>
                                      </p:cBhvr>
                                      <p:to>
                                        <p:strVal val="visible"/>
                                      </p:to>
                                    </p:set>
                                  </p:childTnLst>
                                </p:cTn>
                              </p:par>
                            </p:childTnLst>
                          </p:cTn>
                        </p:par>
                        <p:par>
                          <p:cTn id="116" fill="hold">
                            <p:stCondLst>
                              <p:cond delay="7500"/>
                            </p:stCondLst>
                            <p:childTnLst>
                              <p:par>
                                <p:cTn id="117" presetID="1" presetClass="entr" presetSubtype="0" fill="hold" grpId="0" nodeType="afterEffect">
                                  <p:stCondLst>
                                    <p:cond delay="0"/>
                                  </p:stCondLst>
                                  <p:childTnLst>
                                    <p:set>
                                      <p:cBhvr>
                                        <p:cTn id="118" dur="1" fill="hold">
                                          <p:stCondLst>
                                            <p:cond delay="499"/>
                                          </p:stCondLst>
                                        </p:cTn>
                                        <p:tgtEl>
                                          <p:spTgt spid="520232"/>
                                        </p:tgtEl>
                                        <p:attrNameLst>
                                          <p:attrName>style.visibility</p:attrName>
                                        </p:attrNameLst>
                                      </p:cBhvr>
                                      <p:to>
                                        <p:strVal val="visible"/>
                                      </p:to>
                                    </p:set>
                                  </p:childTnLst>
                                </p:cTn>
                              </p:par>
                            </p:childTnLst>
                          </p:cTn>
                        </p:par>
                        <p:par>
                          <p:cTn id="119" fill="hold">
                            <p:stCondLst>
                              <p:cond delay="8000"/>
                            </p:stCondLst>
                            <p:childTnLst>
                              <p:par>
                                <p:cTn id="120" presetID="1" presetClass="entr" presetSubtype="0" fill="hold" grpId="0" nodeType="afterEffect">
                                  <p:stCondLst>
                                    <p:cond delay="0"/>
                                  </p:stCondLst>
                                  <p:childTnLst>
                                    <p:set>
                                      <p:cBhvr>
                                        <p:cTn id="121" dur="1" fill="hold">
                                          <p:stCondLst>
                                            <p:cond delay="499"/>
                                          </p:stCondLst>
                                        </p:cTn>
                                        <p:tgtEl>
                                          <p:spTgt spid="520233"/>
                                        </p:tgtEl>
                                        <p:attrNameLst>
                                          <p:attrName>style.visibility</p:attrName>
                                        </p:attrNameLst>
                                      </p:cBhvr>
                                      <p:to>
                                        <p:strVal val="visible"/>
                                      </p:to>
                                    </p:set>
                                  </p:childTnLst>
                                </p:cTn>
                              </p:par>
                            </p:childTnLst>
                          </p:cTn>
                        </p:par>
                        <p:par>
                          <p:cTn id="122" fill="hold">
                            <p:stCondLst>
                              <p:cond delay="8500"/>
                            </p:stCondLst>
                            <p:childTnLst>
                              <p:par>
                                <p:cTn id="123" presetID="1" presetClass="entr" presetSubtype="0" fill="hold" grpId="0" nodeType="afterEffect">
                                  <p:stCondLst>
                                    <p:cond delay="0"/>
                                  </p:stCondLst>
                                  <p:childTnLst>
                                    <p:set>
                                      <p:cBhvr>
                                        <p:cTn id="124" dur="1" fill="hold">
                                          <p:stCondLst>
                                            <p:cond delay="499"/>
                                          </p:stCondLst>
                                        </p:cTn>
                                        <p:tgtEl>
                                          <p:spTgt spid="520234"/>
                                        </p:tgtEl>
                                        <p:attrNameLst>
                                          <p:attrName>style.visibility</p:attrName>
                                        </p:attrNameLst>
                                      </p:cBhvr>
                                      <p:to>
                                        <p:strVal val="visible"/>
                                      </p:to>
                                    </p:set>
                                  </p:childTnLst>
                                </p:cTn>
                              </p:par>
                            </p:childTnLst>
                          </p:cTn>
                        </p:par>
                        <p:par>
                          <p:cTn id="125" fill="hold">
                            <p:stCondLst>
                              <p:cond delay="9000"/>
                            </p:stCondLst>
                            <p:childTnLst>
                              <p:par>
                                <p:cTn id="126" presetID="1" presetClass="entr" presetSubtype="0" fill="hold" grpId="0" nodeType="afterEffect">
                                  <p:stCondLst>
                                    <p:cond delay="0"/>
                                  </p:stCondLst>
                                  <p:childTnLst>
                                    <p:set>
                                      <p:cBhvr>
                                        <p:cTn id="127" dur="1" fill="hold">
                                          <p:stCondLst>
                                            <p:cond delay="499"/>
                                          </p:stCondLst>
                                        </p:cTn>
                                        <p:tgtEl>
                                          <p:spTgt spid="520235"/>
                                        </p:tgtEl>
                                        <p:attrNameLst>
                                          <p:attrName>style.visibility</p:attrName>
                                        </p:attrNameLst>
                                      </p:cBhvr>
                                      <p:to>
                                        <p:strVal val="visible"/>
                                      </p:to>
                                    </p:set>
                                  </p:childTnLst>
                                </p:cTn>
                              </p:par>
                            </p:childTnLst>
                          </p:cTn>
                        </p:par>
                        <p:par>
                          <p:cTn id="128" fill="hold">
                            <p:stCondLst>
                              <p:cond delay="9500"/>
                            </p:stCondLst>
                            <p:childTnLst>
                              <p:par>
                                <p:cTn id="129" presetID="1" presetClass="entr" presetSubtype="0" fill="hold" grpId="0" nodeType="afterEffect">
                                  <p:stCondLst>
                                    <p:cond delay="0"/>
                                  </p:stCondLst>
                                  <p:childTnLst>
                                    <p:set>
                                      <p:cBhvr>
                                        <p:cTn id="130" dur="1" fill="hold">
                                          <p:stCondLst>
                                            <p:cond delay="499"/>
                                          </p:stCondLst>
                                        </p:cTn>
                                        <p:tgtEl>
                                          <p:spTgt spid="520236"/>
                                        </p:tgtEl>
                                        <p:attrNameLst>
                                          <p:attrName>style.visibility</p:attrName>
                                        </p:attrNameLst>
                                      </p:cBhvr>
                                      <p:to>
                                        <p:strVal val="visible"/>
                                      </p:to>
                                    </p:set>
                                  </p:childTnLst>
                                </p:cTn>
                              </p:par>
                            </p:childTnLst>
                          </p:cTn>
                        </p:par>
                        <p:par>
                          <p:cTn id="131" fill="hold">
                            <p:stCondLst>
                              <p:cond delay="10000"/>
                            </p:stCondLst>
                            <p:childTnLst>
                              <p:par>
                                <p:cTn id="132" presetID="1" presetClass="entr" presetSubtype="0" fill="hold" nodeType="afterEffect">
                                  <p:stCondLst>
                                    <p:cond delay="0"/>
                                  </p:stCondLst>
                                  <p:childTnLst>
                                    <p:set>
                                      <p:cBhvr>
                                        <p:cTn id="133" dur="1" fill="hold">
                                          <p:stCondLst>
                                            <p:cond delay="499"/>
                                          </p:stCondLst>
                                        </p:cTn>
                                        <p:tgtEl>
                                          <p:spTgt spid="520237"/>
                                        </p:tgtEl>
                                        <p:attrNameLst>
                                          <p:attrName>style.visibility</p:attrName>
                                        </p:attrNameLst>
                                      </p:cBhvr>
                                      <p:to>
                                        <p:strVal val="visible"/>
                                      </p:to>
                                    </p:set>
                                  </p:childTnLst>
                                </p:cTn>
                              </p:par>
                            </p:childTnLst>
                          </p:cTn>
                        </p:par>
                        <p:par>
                          <p:cTn id="134" fill="hold">
                            <p:stCondLst>
                              <p:cond delay="10500"/>
                            </p:stCondLst>
                            <p:childTnLst>
                              <p:par>
                                <p:cTn id="135" presetID="1" presetClass="entr" presetSubtype="0" fill="hold" nodeType="afterEffect">
                                  <p:stCondLst>
                                    <p:cond delay="0"/>
                                  </p:stCondLst>
                                  <p:childTnLst>
                                    <p:set>
                                      <p:cBhvr>
                                        <p:cTn id="136" dur="1" fill="hold">
                                          <p:stCondLst>
                                            <p:cond delay="499"/>
                                          </p:stCondLst>
                                        </p:cTn>
                                        <p:tgtEl>
                                          <p:spTgt spid="520238"/>
                                        </p:tgtEl>
                                        <p:attrNameLst>
                                          <p:attrName>style.visibility</p:attrName>
                                        </p:attrNameLst>
                                      </p:cBhvr>
                                      <p:to>
                                        <p:strVal val="visible"/>
                                      </p:to>
                                    </p:set>
                                  </p:childTnLst>
                                </p:cTn>
                              </p:par>
                            </p:childTnLst>
                          </p:cTn>
                        </p:par>
                        <p:par>
                          <p:cTn id="137" fill="hold">
                            <p:stCondLst>
                              <p:cond delay="11000"/>
                            </p:stCondLst>
                            <p:childTnLst>
                              <p:par>
                                <p:cTn id="138" presetID="1" presetClass="entr" presetSubtype="0" fill="hold" nodeType="afterEffect">
                                  <p:stCondLst>
                                    <p:cond delay="0"/>
                                  </p:stCondLst>
                                  <p:childTnLst>
                                    <p:set>
                                      <p:cBhvr>
                                        <p:cTn id="139" dur="1" fill="hold">
                                          <p:stCondLst>
                                            <p:cond delay="499"/>
                                          </p:stCondLst>
                                        </p:cTn>
                                        <p:tgtEl>
                                          <p:spTgt spid="520239"/>
                                        </p:tgtEl>
                                        <p:attrNameLst>
                                          <p:attrName>style.visibility</p:attrName>
                                        </p:attrNameLst>
                                      </p:cBhvr>
                                      <p:to>
                                        <p:strVal val="visible"/>
                                      </p:to>
                                    </p:set>
                                  </p:childTnLst>
                                </p:cTn>
                              </p:par>
                            </p:childTnLst>
                          </p:cTn>
                        </p:par>
                        <p:par>
                          <p:cTn id="140" fill="hold">
                            <p:stCondLst>
                              <p:cond delay="11500"/>
                            </p:stCondLst>
                            <p:childTnLst>
                              <p:par>
                                <p:cTn id="141" presetID="1" presetClass="entr" presetSubtype="0" fill="hold" nodeType="afterEffect">
                                  <p:stCondLst>
                                    <p:cond delay="0"/>
                                  </p:stCondLst>
                                  <p:childTnLst>
                                    <p:set>
                                      <p:cBhvr>
                                        <p:cTn id="142" dur="1" fill="hold">
                                          <p:stCondLst>
                                            <p:cond delay="499"/>
                                          </p:stCondLst>
                                        </p:cTn>
                                        <p:tgtEl>
                                          <p:spTgt spid="520240"/>
                                        </p:tgtEl>
                                        <p:attrNameLst>
                                          <p:attrName>style.visibility</p:attrName>
                                        </p:attrNameLst>
                                      </p:cBhvr>
                                      <p:to>
                                        <p:strVal val="visible"/>
                                      </p:to>
                                    </p:set>
                                  </p:childTnLst>
                                </p:cTn>
                              </p:par>
                            </p:childTnLst>
                          </p:cTn>
                        </p:par>
                        <p:par>
                          <p:cTn id="143" fill="hold">
                            <p:stCondLst>
                              <p:cond delay="12000"/>
                            </p:stCondLst>
                            <p:childTnLst>
                              <p:par>
                                <p:cTn id="144" presetID="1" presetClass="entr" presetSubtype="0" fill="hold" nodeType="afterEffect">
                                  <p:stCondLst>
                                    <p:cond delay="0"/>
                                  </p:stCondLst>
                                  <p:childTnLst>
                                    <p:set>
                                      <p:cBhvr>
                                        <p:cTn id="145" dur="1" fill="hold">
                                          <p:stCondLst>
                                            <p:cond delay="499"/>
                                          </p:stCondLst>
                                        </p:cTn>
                                        <p:tgtEl>
                                          <p:spTgt spid="520241"/>
                                        </p:tgtEl>
                                        <p:attrNameLst>
                                          <p:attrName>style.visibility</p:attrName>
                                        </p:attrNameLst>
                                      </p:cBhvr>
                                      <p:to>
                                        <p:strVal val="visible"/>
                                      </p:to>
                                    </p:set>
                                  </p:childTnLst>
                                </p:cTn>
                              </p:par>
                            </p:childTnLst>
                          </p:cTn>
                        </p:par>
                        <p:par>
                          <p:cTn id="146" fill="hold">
                            <p:stCondLst>
                              <p:cond delay="12500"/>
                            </p:stCondLst>
                            <p:childTnLst>
                              <p:par>
                                <p:cTn id="147" presetID="1" presetClass="entr" presetSubtype="0" fill="hold" nodeType="afterEffect">
                                  <p:stCondLst>
                                    <p:cond delay="0"/>
                                  </p:stCondLst>
                                  <p:childTnLst>
                                    <p:set>
                                      <p:cBhvr>
                                        <p:cTn id="148" dur="1" fill="hold">
                                          <p:stCondLst>
                                            <p:cond delay="499"/>
                                          </p:stCondLst>
                                        </p:cTn>
                                        <p:tgtEl>
                                          <p:spTgt spid="520242"/>
                                        </p:tgtEl>
                                        <p:attrNameLst>
                                          <p:attrName>style.visibility</p:attrName>
                                        </p:attrNameLst>
                                      </p:cBhvr>
                                      <p:to>
                                        <p:strVal val="visible"/>
                                      </p:to>
                                    </p:set>
                                  </p:childTnLst>
                                </p:cTn>
                              </p:par>
                            </p:childTnLst>
                          </p:cTn>
                        </p:par>
                        <p:par>
                          <p:cTn id="149" fill="hold">
                            <p:stCondLst>
                              <p:cond delay="13000"/>
                            </p:stCondLst>
                            <p:childTnLst>
                              <p:par>
                                <p:cTn id="150" presetID="1" presetClass="entr" presetSubtype="0" fill="hold" nodeType="afterEffect">
                                  <p:stCondLst>
                                    <p:cond delay="0"/>
                                  </p:stCondLst>
                                  <p:childTnLst>
                                    <p:set>
                                      <p:cBhvr>
                                        <p:cTn id="151" dur="1" fill="hold">
                                          <p:stCondLst>
                                            <p:cond delay="499"/>
                                          </p:stCondLst>
                                        </p:cTn>
                                        <p:tgtEl>
                                          <p:spTgt spid="520243"/>
                                        </p:tgtEl>
                                        <p:attrNameLst>
                                          <p:attrName>style.visibility</p:attrName>
                                        </p:attrNameLst>
                                      </p:cBhvr>
                                      <p:to>
                                        <p:strVal val="visible"/>
                                      </p:to>
                                    </p:set>
                                  </p:childTnLst>
                                </p:cTn>
                              </p:par>
                            </p:childTnLst>
                          </p:cTn>
                        </p:par>
                        <p:par>
                          <p:cTn id="152" fill="hold">
                            <p:stCondLst>
                              <p:cond delay="13500"/>
                            </p:stCondLst>
                            <p:childTnLst>
                              <p:par>
                                <p:cTn id="153" presetID="1" presetClass="entr" presetSubtype="0" fill="hold" nodeType="afterEffect">
                                  <p:stCondLst>
                                    <p:cond delay="0"/>
                                  </p:stCondLst>
                                  <p:childTnLst>
                                    <p:set>
                                      <p:cBhvr>
                                        <p:cTn id="154" dur="1" fill="hold">
                                          <p:stCondLst>
                                            <p:cond delay="499"/>
                                          </p:stCondLst>
                                        </p:cTn>
                                        <p:tgtEl>
                                          <p:spTgt spid="520244"/>
                                        </p:tgtEl>
                                        <p:attrNameLst>
                                          <p:attrName>style.visibility</p:attrName>
                                        </p:attrNameLst>
                                      </p:cBhvr>
                                      <p:to>
                                        <p:strVal val="visible"/>
                                      </p:to>
                                    </p:set>
                                  </p:childTnLst>
                                </p:cTn>
                              </p:par>
                            </p:childTnLst>
                          </p:cTn>
                        </p:par>
                        <p:par>
                          <p:cTn id="155" fill="hold">
                            <p:stCondLst>
                              <p:cond delay="14000"/>
                            </p:stCondLst>
                            <p:childTnLst>
                              <p:par>
                                <p:cTn id="156" presetID="1" presetClass="entr" presetSubtype="0" fill="hold" nodeType="afterEffect">
                                  <p:stCondLst>
                                    <p:cond delay="0"/>
                                  </p:stCondLst>
                                  <p:childTnLst>
                                    <p:set>
                                      <p:cBhvr>
                                        <p:cTn id="157" dur="1" fill="hold">
                                          <p:stCondLst>
                                            <p:cond delay="499"/>
                                          </p:stCondLst>
                                        </p:cTn>
                                        <p:tgtEl>
                                          <p:spTgt spid="520245"/>
                                        </p:tgtEl>
                                        <p:attrNameLst>
                                          <p:attrName>style.visibility</p:attrName>
                                        </p:attrNameLst>
                                      </p:cBhvr>
                                      <p:to>
                                        <p:strVal val="visible"/>
                                      </p:to>
                                    </p:set>
                                  </p:childTnLst>
                                </p:cTn>
                              </p:par>
                            </p:childTnLst>
                          </p:cTn>
                        </p:par>
                        <p:par>
                          <p:cTn id="158" fill="hold">
                            <p:stCondLst>
                              <p:cond delay="14500"/>
                            </p:stCondLst>
                            <p:childTnLst>
                              <p:par>
                                <p:cTn id="159" presetID="1" presetClass="entr" presetSubtype="0" fill="hold" nodeType="afterEffect">
                                  <p:stCondLst>
                                    <p:cond delay="0"/>
                                  </p:stCondLst>
                                  <p:childTnLst>
                                    <p:set>
                                      <p:cBhvr>
                                        <p:cTn id="160" dur="1" fill="hold">
                                          <p:stCondLst>
                                            <p:cond delay="499"/>
                                          </p:stCondLst>
                                        </p:cTn>
                                        <p:tgtEl>
                                          <p:spTgt spid="520246"/>
                                        </p:tgtEl>
                                        <p:attrNameLst>
                                          <p:attrName>style.visibility</p:attrName>
                                        </p:attrNameLst>
                                      </p:cBhvr>
                                      <p:to>
                                        <p:strVal val="visible"/>
                                      </p:to>
                                    </p:set>
                                  </p:childTnLst>
                                </p:cTn>
                              </p:par>
                            </p:childTnLst>
                          </p:cTn>
                        </p:par>
                      </p:childTnLst>
                    </p:cTn>
                  </p:par>
                  <p:par>
                    <p:cTn id="161" fill="hold">
                      <p:stCondLst>
                        <p:cond delay="indefinite"/>
                      </p:stCondLst>
                      <p:childTnLst>
                        <p:par>
                          <p:cTn id="162" fill="hold">
                            <p:stCondLst>
                              <p:cond delay="0"/>
                            </p:stCondLst>
                            <p:childTnLst>
                              <p:par>
                                <p:cTn id="163" presetID="1" presetClass="entr" presetSubtype="0" fill="hold" nodeType="clickEffect">
                                  <p:stCondLst>
                                    <p:cond delay="0"/>
                                  </p:stCondLst>
                                  <p:childTnLst>
                                    <p:set>
                                      <p:cBhvr>
                                        <p:cTn id="164" dur="1" fill="hold">
                                          <p:stCondLst>
                                            <p:cond delay="499"/>
                                          </p:stCondLst>
                                        </p:cTn>
                                        <p:tgtEl>
                                          <p:spTgt spid="520247"/>
                                        </p:tgtEl>
                                        <p:attrNameLst>
                                          <p:attrName>style.visibility</p:attrName>
                                        </p:attrNameLst>
                                      </p:cBhvr>
                                      <p:to>
                                        <p:strVal val="visible"/>
                                      </p:to>
                                    </p:set>
                                  </p:childTnLst>
                                </p:cTn>
                              </p:par>
                            </p:childTnLst>
                          </p:cTn>
                        </p:par>
                      </p:childTnLst>
                    </p:cTn>
                  </p:par>
                  <p:par>
                    <p:cTn id="165" fill="hold">
                      <p:stCondLst>
                        <p:cond delay="indefinite"/>
                      </p:stCondLst>
                      <p:childTnLst>
                        <p:par>
                          <p:cTn id="166" fill="hold">
                            <p:stCondLst>
                              <p:cond delay="0"/>
                            </p:stCondLst>
                            <p:childTnLst>
                              <p:par>
                                <p:cTn id="167" presetID="1" presetClass="entr" presetSubtype="0" fill="hold" nodeType="clickEffect">
                                  <p:stCondLst>
                                    <p:cond delay="0"/>
                                  </p:stCondLst>
                                  <p:childTnLst>
                                    <p:set>
                                      <p:cBhvr>
                                        <p:cTn id="168" dur="1" fill="hold">
                                          <p:stCondLst>
                                            <p:cond delay="499"/>
                                          </p:stCondLst>
                                        </p:cTn>
                                        <p:tgtEl>
                                          <p:spTgt spid="520248"/>
                                        </p:tgtEl>
                                        <p:attrNameLst>
                                          <p:attrName>style.visibility</p:attrName>
                                        </p:attrNameLst>
                                      </p:cBhvr>
                                      <p:to>
                                        <p:strVal val="visible"/>
                                      </p:to>
                                    </p:set>
                                  </p:childTnLst>
                                </p:cTn>
                              </p:par>
                            </p:childTnLst>
                          </p:cTn>
                        </p:par>
                      </p:childTnLst>
                    </p:cTn>
                  </p:par>
                  <p:par>
                    <p:cTn id="169" fill="hold">
                      <p:stCondLst>
                        <p:cond delay="indefinite"/>
                      </p:stCondLst>
                      <p:childTnLst>
                        <p:par>
                          <p:cTn id="170" fill="hold">
                            <p:stCondLst>
                              <p:cond delay="0"/>
                            </p:stCondLst>
                            <p:childTnLst>
                              <p:par>
                                <p:cTn id="171" presetID="1" presetClass="entr" presetSubtype="0" fill="hold" nodeType="clickEffect">
                                  <p:stCondLst>
                                    <p:cond delay="0"/>
                                  </p:stCondLst>
                                  <p:childTnLst>
                                    <p:set>
                                      <p:cBhvr>
                                        <p:cTn id="172" dur="1" fill="hold">
                                          <p:stCondLst>
                                            <p:cond delay="499"/>
                                          </p:stCondLst>
                                        </p:cTn>
                                        <p:tgtEl>
                                          <p:spTgt spid="520249"/>
                                        </p:tgtEl>
                                        <p:attrNameLst>
                                          <p:attrName>style.visibility</p:attrName>
                                        </p:attrNameLst>
                                      </p:cBhvr>
                                      <p:to>
                                        <p:strVal val="visible"/>
                                      </p:to>
                                    </p:set>
                                  </p:childTnLst>
                                </p:cTn>
                              </p:par>
                            </p:childTnLst>
                          </p:cTn>
                        </p:par>
                      </p:childTnLst>
                    </p:cTn>
                  </p:par>
                  <p:par>
                    <p:cTn id="173" fill="hold">
                      <p:stCondLst>
                        <p:cond delay="indefinite"/>
                      </p:stCondLst>
                      <p:childTnLst>
                        <p:par>
                          <p:cTn id="174" fill="hold">
                            <p:stCondLst>
                              <p:cond delay="0"/>
                            </p:stCondLst>
                            <p:childTnLst>
                              <p:par>
                                <p:cTn id="175" presetID="1" presetClass="entr" presetSubtype="0" fill="hold" grpId="0" nodeType="clickEffect">
                                  <p:stCondLst>
                                    <p:cond delay="0"/>
                                  </p:stCondLst>
                                  <p:childTnLst>
                                    <p:set>
                                      <p:cBhvr>
                                        <p:cTn id="176" dur="1" fill="hold">
                                          <p:stCondLst>
                                            <p:cond delay="499"/>
                                          </p:stCondLst>
                                        </p:cTn>
                                        <p:tgtEl>
                                          <p:spTgt spid="520250"/>
                                        </p:tgtEl>
                                        <p:attrNameLst>
                                          <p:attrName>style.visibility</p:attrName>
                                        </p:attrNameLst>
                                      </p:cBhvr>
                                      <p:to>
                                        <p:strVal val="visible"/>
                                      </p:to>
                                    </p:set>
                                  </p:childTnLst>
                                </p:cTn>
                              </p:par>
                            </p:childTnLst>
                          </p:cTn>
                        </p:par>
                        <p:par>
                          <p:cTn id="177" fill="hold">
                            <p:stCondLst>
                              <p:cond delay="500"/>
                            </p:stCondLst>
                            <p:childTnLst>
                              <p:par>
                                <p:cTn id="178" presetID="1" presetClass="entr" presetSubtype="0" fill="hold" grpId="0" nodeType="afterEffect">
                                  <p:stCondLst>
                                    <p:cond delay="0"/>
                                  </p:stCondLst>
                                  <p:childTnLst>
                                    <p:set>
                                      <p:cBhvr>
                                        <p:cTn id="179" dur="1" fill="hold">
                                          <p:stCondLst>
                                            <p:cond delay="499"/>
                                          </p:stCondLst>
                                        </p:cTn>
                                        <p:tgtEl>
                                          <p:spTgt spid="520251"/>
                                        </p:tgtEl>
                                        <p:attrNameLst>
                                          <p:attrName>style.visibility</p:attrName>
                                        </p:attrNameLst>
                                      </p:cBhvr>
                                      <p:to>
                                        <p:strVal val="visible"/>
                                      </p:to>
                                    </p:set>
                                  </p:childTnLst>
                                </p:cTn>
                              </p:par>
                            </p:childTnLst>
                          </p:cTn>
                        </p:par>
                        <p:par>
                          <p:cTn id="180" fill="hold">
                            <p:stCondLst>
                              <p:cond delay="1000"/>
                            </p:stCondLst>
                            <p:childTnLst>
                              <p:par>
                                <p:cTn id="181" presetID="1" presetClass="entr" presetSubtype="0" fill="hold" grpId="0" nodeType="afterEffect">
                                  <p:stCondLst>
                                    <p:cond delay="0"/>
                                  </p:stCondLst>
                                  <p:childTnLst>
                                    <p:set>
                                      <p:cBhvr>
                                        <p:cTn id="182" dur="1" fill="hold">
                                          <p:stCondLst>
                                            <p:cond delay="499"/>
                                          </p:stCondLst>
                                        </p:cTn>
                                        <p:tgtEl>
                                          <p:spTgt spid="520252"/>
                                        </p:tgtEl>
                                        <p:attrNameLst>
                                          <p:attrName>style.visibility</p:attrName>
                                        </p:attrNameLst>
                                      </p:cBhvr>
                                      <p:to>
                                        <p:strVal val="visible"/>
                                      </p:to>
                                    </p:set>
                                  </p:childTnLst>
                                </p:cTn>
                              </p:par>
                            </p:childTnLst>
                          </p:cTn>
                        </p:par>
                        <p:par>
                          <p:cTn id="183" fill="hold">
                            <p:stCondLst>
                              <p:cond delay="1500"/>
                            </p:stCondLst>
                            <p:childTnLst>
                              <p:par>
                                <p:cTn id="184" presetID="1" presetClass="entr" presetSubtype="0" fill="hold" grpId="0" nodeType="afterEffect">
                                  <p:stCondLst>
                                    <p:cond delay="0"/>
                                  </p:stCondLst>
                                  <p:childTnLst>
                                    <p:set>
                                      <p:cBhvr>
                                        <p:cTn id="185" dur="1" fill="hold">
                                          <p:stCondLst>
                                            <p:cond delay="499"/>
                                          </p:stCondLst>
                                        </p:cTn>
                                        <p:tgtEl>
                                          <p:spTgt spid="520253"/>
                                        </p:tgtEl>
                                        <p:attrNameLst>
                                          <p:attrName>style.visibility</p:attrName>
                                        </p:attrNameLst>
                                      </p:cBhvr>
                                      <p:to>
                                        <p:strVal val="visible"/>
                                      </p:to>
                                    </p:set>
                                  </p:childTnLst>
                                </p:cTn>
                              </p:par>
                            </p:childTnLst>
                          </p:cTn>
                        </p:par>
                        <p:par>
                          <p:cTn id="186" fill="hold">
                            <p:stCondLst>
                              <p:cond delay="2000"/>
                            </p:stCondLst>
                            <p:childTnLst>
                              <p:par>
                                <p:cTn id="187" presetID="1" presetClass="entr" presetSubtype="0" fill="hold" grpId="0" nodeType="afterEffect">
                                  <p:stCondLst>
                                    <p:cond delay="0"/>
                                  </p:stCondLst>
                                  <p:childTnLst>
                                    <p:set>
                                      <p:cBhvr>
                                        <p:cTn id="188" dur="1" fill="hold">
                                          <p:stCondLst>
                                            <p:cond delay="499"/>
                                          </p:stCondLst>
                                        </p:cTn>
                                        <p:tgtEl>
                                          <p:spTgt spid="520254"/>
                                        </p:tgtEl>
                                        <p:attrNameLst>
                                          <p:attrName>style.visibility</p:attrName>
                                        </p:attrNameLst>
                                      </p:cBhvr>
                                      <p:to>
                                        <p:strVal val="visible"/>
                                      </p:to>
                                    </p:set>
                                  </p:childTnLst>
                                </p:cTn>
                              </p:par>
                            </p:childTnLst>
                          </p:cTn>
                        </p:par>
                        <p:par>
                          <p:cTn id="189" fill="hold">
                            <p:stCondLst>
                              <p:cond delay="2500"/>
                            </p:stCondLst>
                            <p:childTnLst>
                              <p:par>
                                <p:cTn id="190" presetID="1" presetClass="entr" presetSubtype="0" fill="hold" grpId="0" nodeType="afterEffect">
                                  <p:stCondLst>
                                    <p:cond delay="0"/>
                                  </p:stCondLst>
                                  <p:childTnLst>
                                    <p:set>
                                      <p:cBhvr>
                                        <p:cTn id="191" dur="1" fill="hold">
                                          <p:stCondLst>
                                            <p:cond delay="499"/>
                                          </p:stCondLst>
                                        </p:cTn>
                                        <p:tgtEl>
                                          <p:spTgt spid="520255"/>
                                        </p:tgtEl>
                                        <p:attrNameLst>
                                          <p:attrName>style.visibility</p:attrName>
                                        </p:attrNameLst>
                                      </p:cBhvr>
                                      <p:to>
                                        <p:strVal val="visible"/>
                                      </p:to>
                                    </p:set>
                                  </p:childTnLst>
                                </p:cTn>
                              </p:par>
                            </p:childTnLst>
                          </p:cTn>
                        </p:par>
                        <p:par>
                          <p:cTn id="192" fill="hold">
                            <p:stCondLst>
                              <p:cond delay="3000"/>
                            </p:stCondLst>
                            <p:childTnLst>
                              <p:par>
                                <p:cTn id="193" presetID="1" presetClass="entr" presetSubtype="0" fill="hold" grpId="0" nodeType="afterEffect">
                                  <p:stCondLst>
                                    <p:cond delay="0"/>
                                  </p:stCondLst>
                                  <p:childTnLst>
                                    <p:set>
                                      <p:cBhvr>
                                        <p:cTn id="194" dur="1" fill="hold">
                                          <p:stCondLst>
                                            <p:cond delay="499"/>
                                          </p:stCondLst>
                                        </p:cTn>
                                        <p:tgtEl>
                                          <p:spTgt spid="520256"/>
                                        </p:tgtEl>
                                        <p:attrNameLst>
                                          <p:attrName>style.visibility</p:attrName>
                                        </p:attrNameLst>
                                      </p:cBhvr>
                                      <p:to>
                                        <p:strVal val="visible"/>
                                      </p:to>
                                    </p:set>
                                  </p:childTnLst>
                                </p:cTn>
                              </p:par>
                            </p:childTnLst>
                          </p:cTn>
                        </p:par>
                        <p:par>
                          <p:cTn id="195" fill="hold">
                            <p:stCondLst>
                              <p:cond delay="3500"/>
                            </p:stCondLst>
                            <p:childTnLst>
                              <p:par>
                                <p:cTn id="196" presetID="1" presetClass="entr" presetSubtype="0" fill="hold" grpId="0" nodeType="afterEffect">
                                  <p:stCondLst>
                                    <p:cond delay="0"/>
                                  </p:stCondLst>
                                  <p:childTnLst>
                                    <p:set>
                                      <p:cBhvr>
                                        <p:cTn id="197" dur="1" fill="hold">
                                          <p:stCondLst>
                                            <p:cond delay="499"/>
                                          </p:stCondLst>
                                        </p:cTn>
                                        <p:tgtEl>
                                          <p:spTgt spid="520258"/>
                                        </p:tgtEl>
                                        <p:attrNameLst>
                                          <p:attrName>style.visibility</p:attrName>
                                        </p:attrNameLst>
                                      </p:cBhvr>
                                      <p:to>
                                        <p:strVal val="visible"/>
                                      </p:to>
                                    </p:set>
                                  </p:childTnLst>
                                </p:cTn>
                              </p:par>
                            </p:childTnLst>
                          </p:cTn>
                        </p:par>
                        <p:par>
                          <p:cTn id="198" fill="hold">
                            <p:stCondLst>
                              <p:cond delay="4000"/>
                            </p:stCondLst>
                            <p:childTnLst>
                              <p:par>
                                <p:cTn id="199" presetID="1" presetClass="entr" presetSubtype="0" fill="hold" grpId="0" nodeType="afterEffect">
                                  <p:stCondLst>
                                    <p:cond delay="0"/>
                                  </p:stCondLst>
                                  <p:childTnLst>
                                    <p:set>
                                      <p:cBhvr>
                                        <p:cTn id="200" dur="1" fill="hold">
                                          <p:stCondLst>
                                            <p:cond delay="499"/>
                                          </p:stCondLst>
                                        </p:cTn>
                                        <p:tgtEl>
                                          <p:spTgt spid="520259"/>
                                        </p:tgtEl>
                                        <p:attrNameLst>
                                          <p:attrName>style.visibility</p:attrName>
                                        </p:attrNameLst>
                                      </p:cBhvr>
                                      <p:to>
                                        <p:strVal val="visible"/>
                                      </p:to>
                                    </p:set>
                                  </p:childTnLst>
                                </p:cTn>
                              </p:par>
                            </p:childTnLst>
                          </p:cTn>
                        </p:par>
                      </p:childTnLst>
                    </p:cTn>
                  </p:par>
                  <p:par>
                    <p:cTn id="201" fill="hold">
                      <p:stCondLst>
                        <p:cond delay="indefinite"/>
                      </p:stCondLst>
                      <p:childTnLst>
                        <p:par>
                          <p:cTn id="202" fill="hold">
                            <p:stCondLst>
                              <p:cond delay="0"/>
                            </p:stCondLst>
                            <p:childTnLst>
                              <p:par>
                                <p:cTn id="203" presetID="1" presetClass="entr" presetSubtype="0" fill="hold" grpId="0" nodeType="clickEffect">
                                  <p:stCondLst>
                                    <p:cond delay="0"/>
                                  </p:stCondLst>
                                  <p:childTnLst>
                                    <p:set>
                                      <p:cBhvr>
                                        <p:cTn id="204" dur="1" fill="hold">
                                          <p:stCondLst>
                                            <p:cond delay="499"/>
                                          </p:stCondLst>
                                        </p:cTn>
                                        <p:tgtEl>
                                          <p:spTgt spid="520260"/>
                                        </p:tgtEl>
                                        <p:attrNameLst>
                                          <p:attrName>style.visibility</p:attrName>
                                        </p:attrNameLst>
                                      </p:cBhvr>
                                      <p:to>
                                        <p:strVal val="visible"/>
                                      </p:to>
                                    </p:set>
                                  </p:childTnLst>
                                </p:cTn>
                              </p:par>
                            </p:childTnLst>
                          </p:cTn>
                        </p:par>
                      </p:childTnLst>
                    </p:cTn>
                  </p:par>
                  <p:par>
                    <p:cTn id="205" fill="hold">
                      <p:stCondLst>
                        <p:cond delay="indefinite"/>
                      </p:stCondLst>
                      <p:childTnLst>
                        <p:par>
                          <p:cTn id="206" fill="hold">
                            <p:stCondLst>
                              <p:cond delay="0"/>
                            </p:stCondLst>
                            <p:childTnLst>
                              <p:par>
                                <p:cTn id="207" presetID="1" presetClass="entr" presetSubtype="0" fill="hold" grpId="0" nodeType="clickEffect">
                                  <p:stCondLst>
                                    <p:cond delay="0"/>
                                  </p:stCondLst>
                                  <p:childTnLst>
                                    <p:set>
                                      <p:cBhvr>
                                        <p:cTn id="208" dur="1" fill="hold">
                                          <p:stCondLst>
                                            <p:cond delay="499"/>
                                          </p:stCondLst>
                                        </p:cTn>
                                        <p:tgtEl>
                                          <p:spTgt spid="52026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0195" grpId="0" animBg="1"/>
      <p:bldP spid="520196" grpId="0" animBg="1"/>
      <p:bldP spid="520197" grpId="0" animBg="1"/>
      <p:bldP spid="520198" grpId="0" animBg="1"/>
      <p:bldP spid="520199" grpId="0" animBg="1"/>
      <p:bldP spid="520200" grpId="0" animBg="1"/>
      <p:bldP spid="520201" grpId="0" animBg="1"/>
      <p:bldP spid="520202" grpId="0" animBg="1"/>
      <p:bldP spid="520216" grpId="0"/>
      <p:bldP spid="520217" grpId="0" animBg="1"/>
      <p:bldP spid="520218" grpId="0" animBg="1"/>
      <p:bldP spid="520219" grpId="0" animBg="1"/>
      <p:bldP spid="520220" grpId="0" animBg="1"/>
      <p:bldP spid="520221" grpId="0" animBg="1"/>
      <p:bldP spid="520222" grpId="0" animBg="1"/>
      <p:bldP spid="520223" grpId="0" animBg="1"/>
      <p:bldP spid="520224" grpId="0" animBg="1"/>
      <p:bldP spid="520229" grpId="0" animBg="1"/>
      <p:bldP spid="520230" grpId="0" animBg="1"/>
      <p:bldP spid="520231" grpId="0" animBg="1"/>
      <p:bldP spid="520232" grpId="0" animBg="1"/>
      <p:bldP spid="520233" grpId="0" animBg="1"/>
      <p:bldP spid="520234" grpId="0" animBg="1"/>
      <p:bldP spid="520235" grpId="0" animBg="1"/>
      <p:bldP spid="520236" grpId="0" animBg="1"/>
      <p:bldP spid="520250" grpId="0"/>
      <p:bldP spid="520251" grpId="0" animBg="1"/>
      <p:bldP spid="520252" grpId="0" animBg="1"/>
      <p:bldP spid="520253" grpId="0" animBg="1"/>
      <p:bldP spid="520254" grpId="0" animBg="1"/>
      <p:bldP spid="520255" grpId="0" animBg="1"/>
      <p:bldP spid="520256" grpId="0" animBg="1"/>
      <p:bldP spid="520258" grpId="0" animBg="1"/>
      <p:bldP spid="520259" grpId="0" animBg="1"/>
      <p:bldP spid="520260" grpId="0"/>
      <p:bldP spid="520262"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Footer Placeholder 4"/>
          <p:cNvSpPr txBox="1">
            <a:spLocks noGrp="1"/>
          </p:cNvSpPr>
          <p:nvPr>
            <p:ph type="ftr" sz="quarter" idx="11"/>
          </p:nvPr>
        </p:nvSpPr>
        <p:spPr>
          <a:noFill/>
          <a:ln>
            <a:noFill/>
          </a:ln>
        </p:spPr>
        <p:txBody>
          <a:bodyPr anchor="ctr" anchorCtr="0"/>
          <a:lstStyle/>
          <a:p>
            <a:pPr marL="0" indent="0" algn="ctr" eaLnBrk="1" hangingPunct="1">
              <a:spcBef>
                <a:spcPct val="0"/>
              </a:spcBef>
              <a:buFontTx/>
              <a:buNone/>
            </a:pPr>
            <a:r>
              <a:rPr lang="en-US" altLang="en-US" sz="1200" dirty="0">
                <a:solidFill>
                  <a:srgbClr val="898989"/>
                </a:solidFill>
                <a:latin typeface="Arial" panose="020B0604020202020204" pitchFamily="34" charset="0"/>
              </a:rPr>
              <a:t>Data Structures and Algorithms in Java </a:t>
            </a:r>
          </a:p>
        </p:txBody>
      </p:sp>
      <p:sp>
        <p:nvSpPr>
          <p:cNvPr id="40963" name="Slide Number Placeholder 5"/>
          <p:cNvSpPr txBox="1">
            <a:spLocks noGrp="1"/>
          </p:cNvSpPr>
          <p:nvPr>
            <p:ph type="sldNum" sz="quarter" idx="12"/>
          </p:nvPr>
        </p:nvSpPr>
        <p:spPr>
          <a:noFill/>
          <a:ln>
            <a:noFill/>
          </a:ln>
        </p:spPr>
        <p:txBody>
          <a:bodyPr anchor="ctr" anchorCtr="0"/>
          <a:lstStyle/>
          <a:p>
            <a:pPr marL="0" indent="0" algn="r" eaLnBrk="1" hangingPunct="1">
              <a:spcBef>
                <a:spcPct val="0"/>
              </a:spcBef>
              <a:buFontTx/>
              <a:buNone/>
            </a:pPr>
            <a:fld id="{9A0DB2DC-4C9A-4742-B13C-FB6460FD3503}" type="slidenum">
              <a:rPr lang="en-US" altLang="zh-CN" sz="1200" dirty="0">
                <a:solidFill>
                  <a:srgbClr val="898989"/>
                </a:solidFill>
                <a:latin typeface="Arial" panose="020B0604020202020204" pitchFamily="34" charset="0"/>
                <a:ea typeface="SimSun" panose="02010600030101010101" pitchFamily="2" charset="-122"/>
              </a:rPr>
              <a:t>22</a:t>
            </a:fld>
            <a:r>
              <a:rPr lang="en-US" altLang="en-US" sz="1200" dirty="0">
                <a:solidFill>
                  <a:srgbClr val="898989"/>
                </a:solidFill>
                <a:latin typeface="Arial" panose="020B0604020202020204" pitchFamily="34" charset="0"/>
              </a:rPr>
              <a:t>/30</a:t>
            </a:r>
          </a:p>
        </p:txBody>
      </p:sp>
      <p:sp>
        <p:nvSpPr>
          <p:cNvPr id="40964" name="Rectangle 2"/>
          <p:cNvSpPr>
            <a:spLocks noGrp="1"/>
          </p:cNvSpPr>
          <p:nvPr>
            <p:ph type="title"/>
          </p:nvPr>
        </p:nvSpPr>
        <p:spPr>
          <a:xfrm>
            <a:off x="1600200" y="76200"/>
            <a:ext cx="7391400" cy="1066800"/>
          </a:xfrm>
        </p:spPr>
        <p:txBody>
          <a:bodyPr vert="horz" wrap="square" lIns="91440" tIns="45720" rIns="91440" bIns="45720" anchor="ctr" anchorCtr="0">
            <a:spAutoFit/>
          </a:bodyPr>
          <a:lstStyle/>
          <a:p>
            <a:r>
              <a:rPr lang="en-US" altLang="en-US" sz="3200" b="1" dirty="0">
                <a:solidFill>
                  <a:srgbClr val="CC3300"/>
                </a:solidFill>
              </a:rPr>
              <a:t>Algorithm for finding an Euler cycle from the vertex X using stack</a:t>
            </a:r>
            <a:r>
              <a:rPr lang="en-US" altLang="en-US" sz="3200" dirty="0">
                <a:solidFill>
                  <a:srgbClr val="CC3300"/>
                </a:solidFill>
              </a:rPr>
              <a:t> </a:t>
            </a:r>
          </a:p>
        </p:txBody>
      </p:sp>
      <p:sp>
        <p:nvSpPr>
          <p:cNvPr id="566275" name="Text Box 3"/>
          <p:cNvSpPr txBox="1"/>
          <p:nvPr/>
        </p:nvSpPr>
        <p:spPr>
          <a:xfrm>
            <a:off x="457200" y="1219835"/>
            <a:ext cx="8382000" cy="5169535"/>
          </a:xfrm>
          <a:prstGeom prst="rect">
            <a:avLst/>
          </a:prstGeom>
          <a:noFill/>
          <a:ln w="9525">
            <a:noFill/>
          </a:ln>
        </p:spPr>
        <p:txBody>
          <a:bodyPr>
            <a:spAutoFit/>
          </a:bodyPr>
          <a:lstStyle>
            <a:lvl1pPr marL="342900" indent="-342900" algn="l" rtl="0" eaLnBrk="0" fontAlgn="base" hangingPunct="0">
              <a:spcBef>
                <a:spcPct val="20000"/>
              </a:spcBef>
              <a:spcAft>
                <a:spcPct val="0"/>
              </a:spcAft>
              <a:buFont typeface="Arial" panose="020B0604020202020204" pitchFamily="34" charset="0"/>
              <a:buChar char="•"/>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a:spcBef>
                <a:spcPct val="0"/>
              </a:spcBef>
              <a:buFontTx/>
              <a:buNone/>
            </a:pPr>
            <a:r>
              <a:rPr lang="en-US" altLang="en-US" sz="2200" b="1" u="sng" dirty="0">
                <a:latin typeface="Times New Roman" panose="02020603050405020304" pitchFamily="18" charset="0"/>
                <a:cs typeface="Times New Roman" panose="02020603050405020304" pitchFamily="18" charset="0"/>
              </a:rPr>
              <a:t>Algorithm:</a:t>
            </a:r>
            <a:r>
              <a:rPr lang="en-US" altLang="en-US" sz="2200" dirty="0">
                <a:latin typeface="Times New Roman" panose="02020603050405020304" pitchFamily="18" charset="0"/>
                <a:cs typeface="Times New Roman" panose="02020603050405020304" pitchFamily="18" charset="0"/>
              </a:rPr>
              <a:t>  </a:t>
            </a:r>
            <a:r>
              <a:rPr lang="en-US" altLang="en-US" sz="2200" b="1" i="1" dirty="0">
                <a:solidFill>
                  <a:srgbClr val="00B050"/>
                </a:solidFill>
                <a:latin typeface="Times New Roman" panose="02020603050405020304" pitchFamily="18" charset="0"/>
                <a:cs typeface="Times New Roman" panose="02020603050405020304" pitchFamily="18" charset="0"/>
              </a:rPr>
              <a:t>Euler</a:t>
            </a:r>
            <a:r>
              <a:rPr lang="en-US" altLang="en-US" sz="2200" b="1" dirty="0">
                <a:solidFill>
                  <a:srgbClr val="00B050"/>
                </a:solidFill>
                <a:latin typeface="Times New Roman" panose="02020603050405020304" pitchFamily="18" charset="0"/>
                <a:cs typeface="Times New Roman" panose="02020603050405020304" pitchFamily="18" charset="0"/>
              </a:rPr>
              <a:t>(</a:t>
            </a:r>
            <a:r>
              <a:rPr lang="en-US" altLang="en-US" sz="2200" b="1" i="1" dirty="0">
                <a:solidFill>
                  <a:srgbClr val="00B050"/>
                </a:solidFill>
                <a:latin typeface="Times New Roman" panose="02020603050405020304" pitchFamily="18" charset="0"/>
                <a:cs typeface="Times New Roman" panose="02020603050405020304" pitchFamily="18" charset="0"/>
              </a:rPr>
              <a:t>G</a:t>
            </a:r>
            <a:r>
              <a:rPr lang="en-US" altLang="en-US" sz="2200" b="1" dirty="0">
                <a:solidFill>
                  <a:srgbClr val="00B050"/>
                </a:solidFill>
                <a:latin typeface="Times New Roman" panose="02020603050405020304" pitchFamily="18" charset="0"/>
                <a:cs typeface="Times New Roman" panose="02020603050405020304" pitchFamily="18" charset="0"/>
              </a:rPr>
              <a:t>)</a:t>
            </a:r>
          </a:p>
          <a:p>
            <a:pPr marL="0" lvl="0" indent="0">
              <a:spcBef>
                <a:spcPct val="0"/>
              </a:spcBef>
              <a:buFontTx/>
              <a:buNone/>
            </a:pPr>
            <a:r>
              <a:rPr lang="en-US" altLang="en-US" sz="2200" dirty="0">
                <a:latin typeface="Times New Roman" panose="02020603050405020304" pitchFamily="18" charset="0"/>
                <a:cs typeface="Times New Roman" panose="02020603050405020304" pitchFamily="18" charset="0"/>
              </a:rPr>
              <a:t>//Input: Connected graph </a:t>
            </a:r>
            <a:r>
              <a:rPr lang="en-US" altLang="en-US" sz="2200" i="1" dirty="0">
                <a:latin typeface="Times New Roman" panose="02020603050405020304" pitchFamily="18" charset="0"/>
                <a:cs typeface="Times New Roman" panose="02020603050405020304" pitchFamily="18" charset="0"/>
              </a:rPr>
              <a:t>G </a:t>
            </a:r>
            <a:r>
              <a:rPr lang="en-US" altLang="en-US" sz="2200" dirty="0">
                <a:latin typeface="Times New Roman" panose="02020603050405020304" pitchFamily="18" charset="0"/>
                <a:cs typeface="Times New Roman" panose="02020603050405020304" pitchFamily="18" charset="0"/>
              </a:rPr>
              <a:t>with all vertices having even degrees</a:t>
            </a:r>
          </a:p>
          <a:p>
            <a:pPr marL="0" lvl="0" indent="0">
              <a:spcBef>
                <a:spcPct val="0"/>
              </a:spcBef>
              <a:buFontTx/>
              <a:buNone/>
            </a:pPr>
            <a:r>
              <a:rPr lang="en-US" altLang="en-US" sz="2200" dirty="0">
                <a:latin typeface="Times New Roman" panose="02020603050405020304" pitchFamily="18" charset="0"/>
                <a:cs typeface="Times New Roman" panose="02020603050405020304" pitchFamily="18" charset="0"/>
              </a:rPr>
              <a:t>//Output: </a:t>
            </a:r>
            <a:r>
              <a:rPr lang="en-US" altLang="en-US" sz="2200" b="1" dirty="0">
                <a:solidFill>
                  <a:srgbClr val="00B050"/>
                </a:solidFill>
                <a:latin typeface="Times New Roman" panose="02020603050405020304" pitchFamily="18" charset="0"/>
                <a:cs typeface="Times New Roman" panose="02020603050405020304" pitchFamily="18" charset="0"/>
              </a:rPr>
              <a:t>Euler cycle</a:t>
            </a:r>
            <a:br>
              <a:rPr lang="en-US" altLang="en-US" sz="2200" dirty="0">
                <a:latin typeface="Times New Roman" panose="02020603050405020304" pitchFamily="18" charset="0"/>
                <a:cs typeface="Times New Roman" panose="02020603050405020304" pitchFamily="18" charset="0"/>
              </a:rPr>
            </a:br>
            <a:endParaRPr lang="en-US" altLang="en-US" sz="2200" dirty="0">
              <a:latin typeface="Times New Roman" panose="02020603050405020304" pitchFamily="18" charset="0"/>
              <a:cs typeface="Times New Roman" panose="02020603050405020304" pitchFamily="18" charset="0"/>
            </a:endParaRPr>
          </a:p>
          <a:p>
            <a:pPr marL="0" lvl="0" indent="0" eaLnBrk="1" hangingPunct="1">
              <a:spcBef>
                <a:spcPct val="0"/>
              </a:spcBef>
              <a:buFontTx/>
              <a:buNone/>
            </a:pPr>
            <a:r>
              <a:rPr lang="en-US" altLang="ko-KR" sz="2200" dirty="0">
                <a:latin typeface="Times New Roman" panose="02020603050405020304" pitchFamily="18" charset="0"/>
                <a:ea typeface="굴림" pitchFamily="34" charset="-127"/>
                <a:cs typeface="Times New Roman" panose="02020603050405020304" pitchFamily="18" charset="0"/>
              </a:rPr>
              <a:t>declare a stack S of characters</a:t>
            </a:r>
          </a:p>
          <a:p>
            <a:pPr marL="0" lvl="0" indent="0" eaLnBrk="1" hangingPunct="1">
              <a:spcBef>
                <a:spcPct val="0"/>
              </a:spcBef>
              <a:buFontTx/>
              <a:buNone/>
            </a:pPr>
            <a:r>
              <a:rPr lang="en-US" altLang="ko-KR" sz="2200" dirty="0">
                <a:latin typeface="Times New Roman" panose="02020603050405020304" pitchFamily="18" charset="0"/>
                <a:ea typeface="굴림" pitchFamily="34" charset="-127"/>
                <a:cs typeface="Times New Roman" panose="02020603050405020304" pitchFamily="18" charset="0"/>
              </a:rPr>
              <a:t>declare empty array E (which will contain Euler cycle)</a:t>
            </a:r>
          </a:p>
          <a:p>
            <a:pPr marL="0" lvl="0" indent="0" eaLnBrk="1" hangingPunct="1">
              <a:spcBef>
                <a:spcPct val="0"/>
              </a:spcBef>
              <a:buFontTx/>
              <a:buNone/>
            </a:pPr>
            <a:r>
              <a:rPr lang="en-US" altLang="ko-KR" sz="2200" dirty="0">
                <a:latin typeface="Times New Roman" panose="02020603050405020304" pitchFamily="18" charset="0"/>
                <a:ea typeface="굴림" pitchFamily="34" charset="-127"/>
                <a:cs typeface="Times New Roman" panose="02020603050405020304" pitchFamily="18" charset="0"/>
              </a:rPr>
              <a:t>push the vertex X to S</a:t>
            </a:r>
          </a:p>
          <a:p>
            <a:pPr marL="0" lvl="0" indent="0" eaLnBrk="1" hangingPunct="1">
              <a:spcBef>
                <a:spcPct val="0"/>
              </a:spcBef>
              <a:buFontTx/>
              <a:buNone/>
            </a:pPr>
            <a:r>
              <a:rPr lang="en-US" altLang="ko-KR" sz="2200" dirty="0">
                <a:latin typeface="Times New Roman" panose="02020603050405020304" pitchFamily="18" charset="0"/>
                <a:ea typeface="굴림" pitchFamily="34" charset="-127"/>
                <a:cs typeface="Times New Roman" panose="02020603050405020304" pitchFamily="18" charset="0"/>
              </a:rPr>
              <a:t>while (S is not empty){</a:t>
            </a:r>
          </a:p>
          <a:p>
            <a:pPr marL="0" lvl="0" indent="0" eaLnBrk="1" hangingPunct="1">
              <a:spcBef>
                <a:spcPct val="0"/>
              </a:spcBef>
              <a:buFontTx/>
              <a:buNone/>
            </a:pPr>
            <a:r>
              <a:rPr lang="en-US" altLang="ko-KR" sz="2200" dirty="0">
                <a:latin typeface="Times New Roman" panose="02020603050405020304" pitchFamily="18" charset="0"/>
                <a:ea typeface="굴림" pitchFamily="34" charset="-127"/>
                <a:cs typeface="Times New Roman" panose="02020603050405020304" pitchFamily="18" charset="0"/>
              </a:rPr>
              <a:t>   </a:t>
            </a:r>
            <a:r>
              <a:rPr lang="en-US" altLang="ko-KR" sz="2200" dirty="0" err="1">
                <a:latin typeface="Times New Roman" panose="02020603050405020304" pitchFamily="18" charset="0"/>
                <a:ea typeface="굴림" pitchFamily="34" charset="-127"/>
                <a:cs typeface="Times New Roman" panose="02020603050405020304" pitchFamily="18" charset="0"/>
              </a:rPr>
              <a:t>ch</a:t>
            </a:r>
            <a:r>
              <a:rPr lang="en-US" altLang="ko-KR" sz="2200" dirty="0">
                <a:latin typeface="Times New Roman" panose="02020603050405020304" pitchFamily="18" charset="0"/>
                <a:ea typeface="굴림" pitchFamily="34" charset="-127"/>
                <a:cs typeface="Times New Roman" panose="02020603050405020304" pitchFamily="18" charset="0"/>
              </a:rPr>
              <a:t> = top element of the stack S </a:t>
            </a:r>
          </a:p>
          <a:p>
            <a:pPr marL="0" lvl="0" indent="0" eaLnBrk="1" hangingPunct="1">
              <a:spcBef>
                <a:spcPct val="0"/>
              </a:spcBef>
              <a:buFontTx/>
              <a:buNone/>
            </a:pPr>
            <a:r>
              <a:rPr lang="en-US" altLang="ko-KR" sz="2200" dirty="0">
                <a:latin typeface="Times New Roman" panose="02020603050405020304" pitchFamily="18" charset="0"/>
                <a:ea typeface="굴림" pitchFamily="34" charset="-127"/>
                <a:cs typeface="Times New Roman" panose="02020603050405020304" pitchFamily="18" charset="0"/>
              </a:rPr>
              <a:t>   if ch is isolated then remove it from the stack and put it to E</a:t>
            </a:r>
          </a:p>
          <a:p>
            <a:pPr marL="0" lvl="0" indent="0" eaLnBrk="1" hangingPunct="1">
              <a:spcBef>
                <a:spcPct val="0"/>
              </a:spcBef>
              <a:buFontTx/>
              <a:buNone/>
            </a:pPr>
            <a:r>
              <a:rPr lang="en-US" altLang="ko-KR" sz="2200" dirty="0">
                <a:latin typeface="Times New Roman" panose="02020603050405020304" pitchFamily="18" charset="0"/>
                <a:ea typeface="굴림" pitchFamily="34" charset="-127"/>
                <a:cs typeface="Times New Roman" panose="02020603050405020304" pitchFamily="18" charset="0"/>
              </a:rPr>
              <a:t>   else</a:t>
            </a:r>
          </a:p>
          <a:p>
            <a:pPr marL="400050" lvl="1" indent="0" eaLnBrk="1" hangingPunct="1">
              <a:spcBef>
                <a:spcPct val="0"/>
              </a:spcBef>
              <a:buFontTx/>
              <a:buNone/>
            </a:pPr>
            <a:r>
              <a:rPr lang="en-US" altLang="ko-KR" sz="2200" b="0" dirty="0">
                <a:latin typeface="Times New Roman" panose="02020603050405020304" pitchFamily="18" charset="0"/>
                <a:ea typeface="굴림" pitchFamily="34" charset="-127"/>
                <a:cs typeface="Times New Roman" panose="02020603050405020304" pitchFamily="18" charset="0"/>
              </a:rPr>
              <a:t>   select the first vertex Y (by alphabet order), which is adjacent</a:t>
            </a:r>
          </a:p>
          <a:p>
            <a:pPr marL="400050" lvl="1" indent="0" eaLnBrk="1" hangingPunct="1">
              <a:spcBef>
                <a:spcPct val="0"/>
              </a:spcBef>
              <a:buFontTx/>
              <a:buNone/>
            </a:pPr>
            <a:r>
              <a:rPr lang="en-US" altLang="ko-KR" sz="2200" b="0" dirty="0">
                <a:latin typeface="Times New Roman" panose="02020603050405020304" pitchFamily="18" charset="0"/>
                <a:ea typeface="굴림" pitchFamily="34" charset="-127"/>
                <a:cs typeface="Times New Roman" panose="02020603050405020304" pitchFamily="18" charset="0"/>
              </a:rPr>
              <a:t>   to ch, push Y to S and remove the edge (ch,Y) from the graph   </a:t>
            </a:r>
          </a:p>
          <a:p>
            <a:pPr marL="0" lvl="0" indent="0" eaLnBrk="1" hangingPunct="1">
              <a:spcBef>
                <a:spcPct val="0"/>
              </a:spcBef>
              <a:buFontTx/>
              <a:buNone/>
            </a:pPr>
            <a:r>
              <a:rPr lang="en-US" altLang="ko-KR" sz="2200" dirty="0">
                <a:latin typeface="Times New Roman" panose="02020603050405020304" pitchFamily="18" charset="0"/>
                <a:ea typeface="굴림" pitchFamily="34" charset="-127"/>
                <a:cs typeface="Times New Roman" panose="02020603050405020304" pitchFamily="18" charset="0"/>
              </a:rPr>
              <a:t> }</a:t>
            </a:r>
          </a:p>
          <a:p>
            <a:pPr marL="0" lvl="0" indent="0" eaLnBrk="1" hangingPunct="1">
              <a:spcBef>
                <a:spcPct val="0"/>
              </a:spcBef>
              <a:buFontTx/>
              <a:buNone/>
            </a:pPr>
            <a:r>
              <a:rPr lang="en-US" altLang="ko-KR" sz="2200" dirty="0">
                <a:latin typeface="Times New Roman" panose="02020603050405020304" pitchFamily="18" charset="0"/>
                <a:ea typeface="굴림" pitchFamily="34" charset="-127"/>
                <a:cs typeface="Times New Roman" panose="02020603050405020304" pitchFamily="18" charset="0"/>
              </a:rPr>
              <a:t> the last array E obtained is an Euler cycle of the graph</a:t>
            </a:r>
            <a:endParaRPr lang="en-US" altLang="en-US" sz="2200"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56627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6275"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Footer Placeholder 4"/>
          <p:cNvSpPr txBox="1">
            <a:spLocks noGrp="1"/>
          </p:cNvSpPr>
          <p:nvPr>
            <p:ph type="ftr" sz="quarter" idx="11"/>
          </p:nvPr>
        </p:nvSpPr>
        <p:spPr>
          <a:noFill/>
          <a:ln>
            <a:noFill/>
          </a:ln>
        </p:spPr>
        <p:txBody>
          <a:bodyPr anchor="ctr" anchorCtr="0"/>
          <a:lstStyle/>
          <a:p>
            <a:pPr marL="0" indent="0" algn="ctr" eaLnBrk="1" hangingPunct="1">
              <a:spcBef>
                <a:spcPct val="0"/>
              </a:spcBef>
              <a:buFontTx/>
              <a:buNone/>
            </a:pPr>
            <a:r>
              <a:rPr lang="en-US" altLang="en-US" sz="1200" dirty="0">
                <a:solidFill>
                  <a:srgbClr val="898989"/>
                </a:solidFill>
                <a:latin typeface="Arial" panose="020B0604020202020204" pitchFamily="34" charset="0"/>
              </a:rPr>
              <a:t>Data Structures and Algorithms in Java </a:t>
            </a:r>
          </a:p>
        </p:txBody>
      </p:sp>
      <p:sp>
        <p:nvSpPr>
          <p:cNvPr id="43011" name="Slide Number Placeholder 5"/>
          <p:cNvSpPr txBox="1">
            <a:spLocks noGrp="1"/>
          </p:cNvSpPr>
          <p:nvPr>
            <p:ph type="sldNum" sz="quarter" idx="12"/>
          </p:nvPr>
        </p:nvSpPr>
        <p:spPr>
          <a:noFill/>
          <a:ln>
            <a:noFill/>
          </a:ln>
        </p:spPr>
        <p:txBody>
          <a:bodyPr anchor="ctr" anchorCtr="0"/>
          <a:lstStyle/>
          <a:p>
            <a:pPr marL="0" indent="0" algn="r" eaLnBrk="1" hangingPunct="1">
              <a:spcBef>
                <a:spcPct val="0"/>
              </a:spcBef>
              <a:buFontTx/>
              <a:buNone/>
            </a:pPr>
            <a:fld id="{9A0DB2DC-4C9A-4742-B13C-FB6460FD3503}" type="slidenum">
              <a:rPr lang="en-US" altLang="zh-CN" sz="1200" dirty="0">
                <a:solidFill>
                  <a:srgbClr val="898989"/>
                </a:solidFill>
                <a:latin typeface="Arial" panose="020B0604020202020204" pitchFamily="34" charset="0"/>
                <a:ea typeface="SimSun" panose="02010600030101010101" pitchFamily="2" charset="-122"/>
              </a:rPr>
              <a:t>23</a:t>
            </a:fld>
            <a:r>
              <a:rPr lang="en-US" altLang="en-US" sz="1200" dirty="0">
                <a:solidFill>
                  <a:srgbClr val="898989"/>
                </a:solidFill>
                <a:latin typeface="Arial" panose="020B0604020202020204" pitchFamily="34" charset="0"/>
              </a:rPr>
              <a:t>/30</a:t>
            </a:r>
          </a:p>
        </p:txBody>
      </p:sp>
      <p:sp>
        <p:nvSpPr>
          <p:cNvPr id="43012" name="Rectangle 2"/>
          <p:cNvSpPr>
            <a:spLocks noGrp="1"/>
          </p:cNvSpPr>
          <p:nvPr>
            <p:ph type="title"/>
          </p:nvPr>
        </p:nvSpPr>
        <p:spPr>
          <a:xfrm>
            <a:off x="0" y="457200"/>
            <a:ext cx="9144000" cy="762000"/>
          </a:xfrm>
        </p:spPr>
        <p:txBody>
          <a:bodyPr vert="horz" wrap="square" lIns="91440" tIns="45720" rIns="91440" bIns="45720" anchor="ctr" anchorCtr="0"/>
          <a:lstStyle/>
          <a:p>
            <a:r>
              <a:rPr lang="en-US" altLang="en-US" sz="3200" b="1" dirty="0">
                <a:solidFill>
                  <a:srgbClr val="CC3300"/>
                </a:solidFill>
              </a:rPr>
              <a:t>Necessary and sufficient conditions for Euler paths</a:t>
            </a:r>
          </a:p>
        </p:txBody>
      </p:sp>
      <p:sp>
        <p:nvSpPr>
          <p:cNvPr id="522243" name="Text Box 3"/>
          <p:cNvSpPr txBox="1">
            <a:spLocks noChangeArrowheads="1"/>
          </p:cNvSpPr>
          <p:nvPr/>
        </p:nvSpPr>
        <p:spPr bwMode="auto">
          <a:xfrm>
            <a:off x="609600" y="1981200"/>
            <a:ext cx="8077200" cy="1554163"/>
          </a:xfrm>
          <a:prstGeom prst="rect">
            <a:avLst/>
          </a:prstGeom>
          <a:noFill/>
          <a:ln w="9525">
            <a:noFill/>
            <a:miter lim="800000"/>
          </a:ln>
          <a:effectLst/>
        </p:spPr>
        <p:txBody>
          <a:bodyPr>
            <a:spAutoFit/>
          </a:bodyPr>
          <a:lstStyle/>
          <a:p>
            <a:pPr marR="0" defTabSz="914400">
              <a:buClrTx/>
              <a:buSzTx/>
              <a:buFontTx/>
              <a:buNone/>
              <a:defRPr/>
            </a:pPr>
            <a:r>
              <a:rPr kumimoji="0" lang="en-US" sz="2400" u="sng" kern="1200" cap="none" spc="0" normalizeH="0" baseline="0" noProof="0" dirty="0">
                <a:solidFill>
                  <a:schemeClr val="folHlink"/>
                </a:solidFill>
                <a:effectLst>
                  <a:outerShdw blurRad="38100" dist="38100" dir="2700000" algn="tl">
                    <a:srgbClr val="C0C0C0"/>
                  </a:outerShdw>
                </a:effectLst>
                <a:latin typeface="Times New Roman" panose="02020603050405020304" pitchFamily="18" charset="0"/>
                <a:ea typeface="+mn-ea"/>
                <a:cs typeface="+mn-cs"/>
              </a:rPr>
              <a:t>Theorem 2</a:t>
            </a:r>
            <a:r>
              <a:rPr kumimoji="0" lang="en-US" sz="3200" u="sng" kern="1200" cap="none" spc="0" normalizeH="0" baseline="0" noProof="0" dirty="0">
                <a:solidFill>
                  <a:schemeClr val="folHlink"/>
                </a:solidFill>
                <a:effectLst>
                  <a:outerShdw blurRad="38100" dist="38100" dir="2700000" algn="tl">
                    <a:srgbClr val="C0C0C0"/>
                  </a:outerShdw>
                </a:effectLst>
                <a:latin typeface="Times New Roman" panose="02020603050405020304" pitchFamily="18" charset="0"/>
                <a:ea typeface="+mn-ea"/>
                <a:cs typeface="+mn-cs"/>
              </a:rPr>
              <a:t>.</a:t>
            </a:r>
            <a:r>
              <a:rPr kumimoji="0" lang="en-US" sz="3200" b="0" kern="1200" cap="none" spc="0" normalizeH="0" baseline="0" noProof="0" dirty="0">
                <a:latin typeface="Times New Roman" panose="02020603050405020304" pitchFamily="18" charset="0"/>
                <a:ea typeface="+mn-ea"/>
                <a:cs typeface="+mn-cs"/>
              </a:rPr>
              <a:t> A connected multigraph has an Euler path but not an Euler cycle if and only if it has exactly two vertices of odd degree.</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EE617D-B764-4E25-99CF-B2AE1087DC2D}"/>
              </a:ext>
            </a:extLst>
          </p:cNvPr>
          <p:cNvSpPr>
            <a:spLocks noGrp="1"/>
          </p:cNvSpPr>
          <p:nvPr>
            <p:ph type="title"/>
          </p:nvPr>
        </p:nvSpPr>
        <p:spPr/>
        <p:txBody>
          <a:bodyPr/>
          <a:lstStyle/>
          <a:p>
            <a:r>
              <a:rPr lang="en-US" dirty="0"/>
              <a:t>Exercise - </a:t>
            </a:r>
            <a:r>
              <a:rPr lang="en-US" dirty="0">
                <a:latin typeface="Times New Roman" panose="02020603050405020304" pitchFamily="18" charset="0"/>
              </a:rPr>
              <a:t>Euler cycle/path</a:t>
            </a:r>
            <a:endParaRPr lang="en-US" dirty="0"/>
          </a:p>
        </p:txBody>
      </p:sp>
      <p:sp>
        <p:nvSpPr>
          <p:cNvPr id="3" name="Date Placeholder 2">
            <a:extLst>
              <a:ext uri="{FF2B5EF4-FFF2-40B4-BE49-F238E27FC236}">
                <a16:creationId xmlns:a16="http://schemas.microsoft.com/office/drawing/2014/main" id="{B4D99E65-827D-43AD-AD79-3D800D78FB81}"/>
              </a:ext>
            </a:extLst>
          </p:cNvPr>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0B071C9A-94FB-4A01-8575-75D2325C1A41}" type="datetime1">
              <a:rPr kumimoji="0" lang="en-US" sz="1200" b="0" i="0" u="none" strike="noStrike" kern="1200" cap="none" spc="0" normalizeH="0" baseline="0" noProof="0" smtClean="0">
                <a:ln>
                  <a:noFill/>
                </a:ln>
                <a:solidFill>
                  <a:srgbClr val="898989"/>
                </a:solidFill>
                <a:effectLst/>
                <a:uLnTx/>
                <a:uFillTx/>
                <a:latin typeface="Arial" panose="020B0604020202020204" pitchFamily="34" charset="0"/>
                <a:ea typeface="+mn-ea"/>
                <a:cs typeface="+mn-cs"/>
              </a:rPr>
              <a:t>11/12/2025</a:t>
            </a:fld>
            <a:endParaRPr kumimoji="0" lang="en-US" sz="1200" b="0" i="0" u="none" strike="noStrike" kern="1200" cap="none" spc="0" normalizeH="0" baseline="0" noProof="0">
              <a:ln>
                <a:noFill/>
              </a:ln>
              <a:solidFill>
                <a:srgbClr val="898989"/>
              </a:solidFill>
              <a:effectLst/>
              <a:uLnTx/>
              <a:uFillTx/>
              <a:latin typeface="Arial" panose="020B0604020202020204" pitchFamily="34" charset="0"/>
              <a:ea typeface="+mn-ea"/>
              <a:cs typeface="+mn-cs"/>
            </a:endParaRPr>
          </a:p>
        </p:txBody>
      </p:sp>
      <p:pic>
        <p:nvPicPr>
          <p:cNvPr id="4" name="Picture 3">
            <a:extLst>
              <a:ext uri="{FF2B5EF4-FFF2-40B4-BE49-F238E27FC236}">
                <a16:creationId xmlns:a16="http://schemas.microsoft.com/office/drawing/2014/main" id="{6BD4EA3B-3F38-4FB8-AB04-1EF13B8144C2}"/>
              </a:ext>
            </a:extLst>
          </p:cNvPr>
          <p:cNvPicPr>
            <a:picLocks noChangeAspect="1"/>
          </p:cNvPicPr>
          <p:nvPr/>
        </p:nvPicPr>
        <p:blipFill>
          <a:blip r:embed="rId2"/>
          <a:stretch>
            <a:fillRect/>
          </a:stretch>
        </p:blipFill>
        <p:spPr>
          <a:xfrm>
            <a:off x="420528" y="1534040"/>
            <a:ext cx="4114932" cy="2352953"/>
          </a:xfrm>
          <a:prstGeom prst="rect">
            <a:avLst/>
          </a:prstGeom>
        </p:spPr>
      </p:pic>
      <p:pic>
        <p:nvPicPr>
          <p:cNvPr id="5" name="Picture 4">
            <a:extLst>
              <a:ext uri="{FF2B5EF4-FFF2-40B4-BE49-F238E27FC236}">
                <a16:creationId xmlns:a16="http://schemas.microsoft.com/office/drawing/2014/main" id="{BFAB9698-7F1E-4DC3-B0DF-36375CF664DA}"/>
              </a:ext>
            </a:extLst>
          </p:cNvPr>
          <p:cNvPicPr>
            <a:picLocks noChangeAspect="1"/>
          </p:cNvPicPr>
          <p:nvPr/>
        </p:nvPicPr>
        <p:blipFill>
          <a:blip r:embed="rId3"/>
          <a:stretch>
            <a:fillRect/>
          </a:stretch>
        </p:blipFill>
        <p:spPr>
          <a:xfrm>
            <a:off x="5867366" y="1291385"/>
            <a:ext cx="2209742" cy="2838261"/>
          </a:xfrm>
          <a:prstGeom prst="rect">
            <a:avLst/>
          </a:prstGeom>
        </p:spPr>
      </p:pic>
      <p:pic>
        <p:nvPicPr>
          <p:cNvPr id="6" name="Picture 5">
            <a:extLst>
              <a:ext uri="{FF2B5EF4-FFF2-40B4-BE49-F238E27FC236}">
                <a16:creationId xmlns:a16="http://schemas.microsoft.com/office/drawing/2014/main" id="{11CED418-6517-4B15-88EB-589BC694D3ED}"/>
              </a:ext>
            </a:extLst>
          </p:cNvPr>
          <p:cNvPicPr>
            <a:picLocks noChangeAspect="1"/>
          </p:cNvPicPr>
          <p:nvPr/>
        </p:nvPicPr>
        <p:blipFill>
          <a:blip r:embed="rId4"/>
          <a:stretch>
            <a:fillRect/>
          </a:stretch>
        </p:blipFill>
        <p:spPr>
          <a:xfrm>
            <a:off x="533506" y="4121984"/>
            <a:ext cx="7660454" cy="2625607"/>
          </a:xfrm>
          <a:prstGeom prst="rect">
            <a:avLst/>
          </a:prstGeom>
        </p:spPr>
      </p:pic>
    </p:spTree>
    <p:extLst>
      <p:ext uri="{BB962C8B-B14F-4D97-AF65-F5344CB8AC3E}">
        <p14:creationId xmlns:p14="http://schemas.microsoft.com/office/powerpoint/2010/main" val="18158348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Footer Placeholder 4"/>
          <p:cNvSpPr txBox="1">
            <a:spLocks noGrp="1"/>
          </p:cNvSpPr>
          <p:nvPr>
            <p:ph type="ftr" sz="quarter" idx="11"/>
          </p:nvPr>
        </p:nvSpPr>
        <p:spPr>
          <a:noFill/>
          <a:ln>
            <a:noFill/>
          </a:ln>
        </p:spPr>
        <p:txBody>
          <a:bodyPr anchor="ctr" anchorCtr="0"/>
          <a:lstStyle/>
          <a:p>
            <a:pPr marL="0" indent="0" algn="ctr" eaLnBrk="1" hangingPunct="1">
              <a:spcBef>
                <a:spcPct val="0"/>
              </a:spcBef>
              <a:buFontTx/>
              <a:buNone/>
            </a:pPr>
            <a:r>
              <a:rPr lang="en-US" altLang="en-US" sz="1200" dirty="0">
                <a:solidFill>
                  <a:srgbClr val="898989"/>
                </a:solidFill>
                <a:latin typeface="Arial" panose="020B0604020202020204" pitchFamily="34" charset="0"/>
              </a:rPr>
              <a:t>Data Structures and Algorithms in Java </a:t>
            </a:r>
          </a:p>
        </p:txBody>
      </p:sp>
      <p:sp>
        <p:nvSpPr>
          <p:cNvPr id="45059" name="Slide Number Placeholder 5"/>
          <p:cNvSpPr txBox="1">
            <a:spLocks noGrp="1"/>
          </p:cNvSpPr>
          <p:nvPr>
            <p:ph type="sldNum" sz="quarter" idx="12"/>
          </p:nvPr>
        </p:nvSpPr>
        <p:spPr>
          <a:noFill/>
          <a:ln>
            <a:noFill/>
          </a:ln>
        </p:spPr>
        <p:txBody>
          <a:bodyPr anchor="ctr" anchorCtr="0"/>
          <a:lstStyle/>
          <a:p>
            <a:pPr marL="0" indent="0" algn="r" eaLnBrk="1" hangingPunct="1">
              <a:spcBef>
                <a:spcPct val="0"/>
              </a:spcBef>
              <a:buFontTx/>
              <a:buNone/>
            </a:pPr>
            <a:fld id="{9A0DB2DC-4C9A-4742-B13C-FB6460FD3503}" type="slidenum">
              <a:rPr lang="en-US" altLang="zh-CN" sz="1200" dirty="0">
                <a:solidFill>
                  <a:srgbClr val="898989"/>
                </a:solidFill>
                <a:latin typeface="Arial" panose="020B0604020202020204" pitchFamily="34" charset="0"/>
                <a:ea typeface="SimSun" panose="02010600030101010101" pitchFamily="2" charset="-122"/>
              </a:rPr>
              <a:t>25</a:t>
            </a:fld>
            <a:r>
              <a:rPr lang="en-US" altLang="en-US" sz="1200" dirty="0">
                <a:solidFill>
                  <a:srgbClr val="898989"/>
                </a:solidFill>
                <a:latin typeface="Arial" panose="020B0604020202020204" pitchFamily="34" charset="0"/>
              </a:rPr>
              <a:t>/30</a:t>
            </a:r>
          </a:p>
        </p:txBody>
      </p:sp>
      <p:sp>
        <p:nvSpPr>
          <p:cNvPr id="45060" name="Rectangle 2"/>
          <p:cNvSpPr>
            <a:spLocks noGrp="1"/>
          </p:cNvSpPr>
          <p:nvPr>
            <p:ph type="title"/>
          </p:nvPr>
        </p:nvSpPr>
        <p:spPr>
          <a:xfrm>
            <a:off x="609600" y="212725"/>
            <a:ext cx="7772400" cy="701675"/>
          </a:xfrm>
        </p:spPr>
        <p:txBody>
          <a:bodyPr vert="horz" wrap="square" lIns="91440" tIns="45720" rIns="91440" bIns="45720" anchor="ctr" anchorCtr="0">
            <a:spAutoFit/>
          </a:bodyPr>
          <a:lstStyle/>
          <a:p>
            <a:r>
              <a:rPr lang="en-US" altLang="en-US" sz="4000" b="1" dirty="0">
                <a:solidFill>
                  <a:schemeClr val="hlink"/>
                </a:solidFill>
              </a:rPr>
              <a:t>Hamilton paths and cycles - 1</a:t>
            </a:r>
          </a:p>
        </p:txBody>
      </p:sp>
      <p:sp>
        <p:nvSpPr>
          <p:cNvPr id="45061" name="Text Box 3"/>
          <p:cNvSpPr txBox="1"/>
          <p:nvPr/>
        </p:nvSpPr>
        <p:spPr>
          <a:xfrm>
            <a:off x="76200" y="1066800"/>
            <a:ext cx="8991600" cy="822325"/>
          </a:xfrm>
          <a:prstGeom prst="rect">
            <a:avLst/>
          </a:prstGeom>
          <a:noFill/>
          <a:ln w="9525">
            <a:noFill/>
          </a:ln>
        </p:spPr>
        <p:txBody>
          <a:bodyPr>
            <a:spAutoFit/>
          </a:bodyPr>
          <a:lstStyle>
            <a:lvl1pPr marL="342900" indent="-342900" algn="l" rtl="0" eaLnBrk="0" fontAlgn="base" hangingPunct="0">
              <a:spcBef>
                <a:spcPct val="20000"/>
              </a:spcBef>
              <a:spcAft>
                <a:spcPct val="0"/>
              </a:spcAft>
              <a:buFont typeface="Arial" panose="020B0604020202020204" pitchFamily="34" charset="0"/>
              <a:buChar char="•"/>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a:spcBef>
                <a:spcPct val="0"/>
              </a:spcBef>
              <a:buFontTx/>
              <a:buNone/>
            </a:pPr>
            <a:r>
              <a:rPr lang="en-US" altLang="en-US" sz="2400" b="1" i="1" dirty="0">
                <a:solidFill>
                  <a:srgbClr val="FF3300"/>
                </a:solidFill>
                <a:latin typeface="Times New Roman" panose="02020603050405020304" pitchFamily="18" charset="0"/>
              </a:rPr>
              <a:t>Hamilton cycle</a:t>
            </a:r>
            <a:r>
              <a:rPr lang="en-US" altLang="en-US" sz="2400" dirty="0">
                <a:latin typeface="Times New Roman" panose="02020603050405020304" pitchFamily="18" charset="0"/>
              </a:rPr>
              <a:t>: visits every vertex of the graph exactly once before  returning, as the last step, to the starting  vertex.</a:t>
            </a:r>
          </a:p>
        </p:txBody>
      </p:sp>
      <p:sp>
        <p:nvSpPr>
          <p:cNvPr id="581636" name="Text Box 4"/>
          <p:cNvSpPr txBox="1"/>
          <p:nvPr/>
        </p:nvSpPr>
        <p:spPr>
          <a:xfrm>
            <a:off x="227013" y="2057400"/>
            <a:ext cx="1468437"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Font typeface="Arial" panose="020B0604020202020204" pitchFamily="34" charset="0"/>
              <a:buChar char="•"/>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a:spcBef>
                <a:spcPct val="0"/>
              </a:spcBef>
              <a:buFontTx/>
              <a:buNone/>
            </a:pPr>
            <a:r>
              <a:rPr lang="en-US" altLang="en-US" sz="2400" dirty="0">
                <a:solidFill>
                  <a:srgbClr val="009900"/>
                </a:solidFill>
                <a:latin typeface="Times New Roman" panose="02020603050405020304" pitchFamily="18" charset="0"/>
              </a:rPr>
              <a:t>Examples</a:t>
            </a:r>
            <a:r>
              <a:rPr lang="en-US" altLang="en-US" sz="2400" dirty="0">
                <a:latin typeface="Times New Roman" panose="02020603050405020304" pitchFamily="18" charset="0"/>
              </a:rPr>
              <a:t>:</a:t>
            </a:r>
          </a:p>
        </p:txBody>
      </p:sp>
      <p:grpSp>
        <p:nvGrpSpPr>
          <p:cNvPr id="45063" name="Group 5"/>
          <p:cNvGrpSpPr/>
          <p:nvPr/>
        </p:nvGrpSpPr>
        <p:grpSpPr>
          <a:xfrm>
            <a:off x="5105400" y="1981200"/>
            <a:ext cx="1981200" cy="838200"/>
            <a:chOff x="624" y="3024"/>
            <a:chExt cx="1248" cy="528"/>
          </a:xfrm>
        </p:grpSpPr>
        <p:sp>
          <p:nvSpPr>
            <p:cNvPr id="45079" name="Oval 6"/>
            <p:cNvSpPr/>
            <p:nvPr/>
          </p:nvSpPr>
          <p:spPr>
            <a:xfrm>
              <a:off x="624" y="3024"/>
              <a:ext cx="48" cy="48"/>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Font typeface="Arial" panose="020B0604020202020204" pitchFamily="34" charset="0"/>
                <a:buChar char="•"/>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eaLnBrk="1" hangingPunct="1">
                <a:spcBef>
                  <a:spcPct val="0"/>
                </a:spcBef>
                <a:buFontTx/>
                <a:buNone/>
              </a:pPr>
              <a:endParaRPr lang="en-US" altLang="en-US" sz="4400" b="1" dirty="0">
                <a:latin typeface="Arial" panose="020B0604020202020204" pitchFamily="34" charset="0"/>
              </a:endParaRPr>
            </a:p>
          </p:txBody>
        </p:sp>
        <p:sp>
          <p:nvSpPr>
            <p:cNvPr id="45080" name="Oval 7"/>
            <p:cNvSpPr/>
            <p:nvPr/>
          </p:nvSpPr>
          <p:spPr>
            <a:xfrm>
              <a:off x="624" y="3504"/>
              <a:ext cx="48" cy="48"/>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Font typeface="Arial" panose="020B0604020202020204" pitchFamily="34" charset="0"/>
                <a:buChar char="•"/>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eaLnBrk="1" hangingPunct="1">
                <a:spcBef>
                  <a:spcPct val="0"/>
                </a:spcBef>
                <a:buFontTx/>
                <a:buNone/>
              </a:pPr>
              <a:endParaRPr lang="en-US" altLang="en-US" sz="4400" b="1" dirty="0">
                <a:latin typeface="Arial" panose="020B0604020202020204" pitchFamily="34" charset="0"/>
              </a:endParaRPr>
            </a:p>
          </p:txBody>
        </p:sp>
        <p:sp>
          <p:nvSpPr>
            <p:cNvPr id="45081" name="Oval 8"/>
            <p:cNvSpPr/>
            <p:nvPr/>
          </p:nvSpPr>
          <p:spPr>
            <a:xfrm>
              <a:off x="1824" y="3504"/>
              <a:ext cx="48" cy="48"/>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Font typeface="Arial" panose="020B0604020202020204" pitchFamily="34" charset="0"/>
                <a:buChar char="•"/>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eaLnBrk="1" hangingPunct="1">
                <a:spcBef>
                  <a:spcPct val="0"/>
                </a:spcBef>
                <a:buFontTx/>
                <a:buNone/>
              </a:pPr>
              <a:endParaRPr lang="en-US" altLang="en-US" sz="4400" b="1" dirty="0">
                <a:latin typeface="Arial" panose="020B0604020202020204" pitchFamily="34" charset="0"/>
              </a:endParaRPr>
            </a:p>
          </p:txBody>
        </p:sp>
        <p:sp>
          <p:nvSpPr>
            <p:cNvPr id="45082" name="Oval 9"/>
            <p:cNvSpPr/>
            <p:nvPr/>
          </p:nvSpPr>
          <p:spPr>
            <a:xfrm>
              <a:off x="1248" y="3264"/>
              <a:ext cx="48" cy="48"/>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Font typeface="Arial" panose="020B0604020202020204" pitchFamily="34" charset="0"/>
                <a:buChar char="•"/>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eaLnBrk="1" hangingPunct="1">
                <a:spcBef>
                  <a:spcPct val="0"/>
                </a:spcBef>
                <a:buFontTx/>
                <a:buNone/>
              </a:pPr>
              <a:endParaRPr lang="en-US" altLang="en-US" sz="4400" b="1" dirty="0">
                <a:latin typeface="Arial" panose="020B0604020202020204" pitchFamily="34" charset="0"/>
              </a:endParaRPr>
            </a:p>
          </p:txBody>
        </p:sp>
        <p:sp>
          <p:nvSpPr>
            <p:cNvPr id="45083" name="Oval 10"/>
            <p:cNvSpPr/>
            <p:nvPr/>
          </p:nvSpPr>
          <p:spPr>
            <a:xfrm>
              <a:off x="1824" y="3024"/>
              <a:ext cx="48" cy="48"/>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Font typeface="Arial" panose="020B0604020202020204" pitchFamily="34" charset="0"/>
                <a:buChar char="•"/>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eaLnBrk="1" hangingPunct="1">
                <a:spcBef>
                  <a:spcPct val="0"/>
                </a:spcBef>
                <a:buFontTx/>
                <a:buNone/>
              </a:pPr>
              <a:endParaRPr lang="en-US" altLang="en-US" sz="4400" b="1" dirty="0">
                <a:latin typeface="Arial" panose="020B0604020202020204" pitchFamily="34" charset="0"/>
              </a:endParaRPr>
            </a:p>
          </p:txBody>
        </p:sp>
        <p:sp>
          <p:nvSpPr>
            <p:cNvPr id="45084" name="Line 11"/>
            <p:cNvSpPr/>
            <p:nvPr/>
          </p:nvSpPr>
          <p:spPr>
            <a:xfrm>
              <a:off x="672" y="3072"/>
              <a:ext cx="1152" cy="0"/>
            </a:xfrm>
            <a:prstGeom prst="line">
              <a:avLst/>
            </a:prstGeom>
            <a:ln w="28575" cap="flat" cmpd="sng">
              <a:solidFill>
                <a:srgbClr val="FF3300"/>
              </a:solidFill>
              <a:prstDash val="solid"/>
              <a:headEnd type="none" w="med" len="med"/>
              <a:tailEnd type="none" w="med" len="med"/>
            </a:ln>
          </p:spPr>
        </p:sp>
        <p:sp>
          <p:nvSpPr>
            <p:cNvPr id="45085" name="Line 12"/>
            <p:cNvSpPr/>
            <p:nvPr/>
          </p:nvSpPr>
          <p:spPr>
            <a:xfrm>
              <a:off x="672" y="3552"/>
              <a:ext cx="1152" cy="0"/>
            </a:xfrm>
            <a:prstGeom prst="line">
              <a:avLst/>
            </a:prstGeom>
            <a:ln w="28575" cap="flat" cmpd="sng">
              <a:solidFill>
                <a:srgbClr val="FF3300"/>
              </a:solidFill>
              <a:prstDash val="solid"/>
              <a:headEnd type="none" w="med" len="med"/>
              <a:tailEnd type="none" w="med" len="med"/>
            </a:ln>
          </p:spPr>
        </p:sp>
        <p:sp>
          <p:nvSpPr>
            <p:cNvPr id="45086" name="Line 13"/>
            <p:cNvSpPr/>
            <p:nvPr/>
          </p:nvSpPr>
          <p:spPr>
            <a:xfrm>
              <a:off x="672" y="3072"/>
              <a:ext cx="576" cy="192"/>
            </a:xfrm>
            <a:prstGeom prst="line">
              <a:avLst/>
            </a:prstGeom>
            <a:ln w="28575" cap="flat" cmpd="sng">
              <a:solidFill>
                <a:srgbClr val="FF3300"/>
              </a:solidFill>
              <a:prstDash val="solid"/>
              <a:headEnd type="none" w="med" len="med"/>
              <a:tailEnd type="none" w="med" len="med"/>
            </a:ln>
          </p:spPr>
        </p:sp>
        <p:sp>
          <p:nvSpPr>
            <p:cNvPr id="45087" name="Line 14"/>
            <p:cNvSpPr/>
            <p:nvPr/>
          </p:nvSpPr>
          <p:spPr>
            <a:xfrm flipH="1">
              <a:off x="672" y="3312"/>
              <a:ext cx="576" cy="240"/>
            </a:xfrm>
            <a:prstGeom prst="line">
              <a:avLst/>
            </a:prstGeom>
            <a:ln w="28575" cap="flat" cmpd="sng">
              <a:solidFill>
                <a:srgbClr val="FF3300"/>
              </a:solidFill>
              <a:prstDash val="solid"/>
              <a:headEnd type="none" w="med" len="med"/>
              <a:tailEnd type="none" w="med" len="med"/>
            </a:ln>
          </p:spPr>
        </p:sp>
        <p:sp>
          <p:nvSpPr>
            <p:cNvPr id="45088" name="Line 15"/>
            <p:cNvSpPr/>
            <p:nvPr/>
          </p:nvSpPr>
          <p:spPr>
            <a:xfrm flipV="1">
              <a:off x="1296" y="3072"/>
              <a:ext cx="528" cy="192"/>
            </a:xfrm>
            <a:prstGeom prst="line">
              <a:avLst/>
            </a:prstGeom>
            <a:ln w="9525" cap="flat" cmpd="sng">
              <a:solidFill>
                <a:schemeClr val="tx1"/>
              </a:solidFill>
              <a:prstDash val="solid"/>
              <a:headEnd type="none" w="med" len="med"/>
              <a:tailEnd type="none" w="med" len="med"/>
            </a:ln>
          </p:spPr>
        </p:sp>
        <p:sp>
          <p:nvSpPr>
            <p:cNvPr id="45089" name="Line 16"/>
            <p:cNvSpPr/>
            <p:nvPr/>
          </p:nvSpPr>
          <p:spPr>
            <a:xfrm>
              <a:off x="1296" y="3312"/>
              <a:ext cx="528" cy="240"/>
            </a:xfrm>
            <a:prstGeom prst="line">
              <a:avLst/>
            </a:prstGeom>
            <a:ln w="9525" cap="flat" cmpd="sng">
              <a:solidFill>
                <a:schemeClr val="tx1"/>
              </a:solidFill>
              <a:prstDash val="solid"/>
              <a:headEnd type="none" w="med" len="med"/>
              <a:tailEnd type="none" w="med" len="med"/>
            </a:ln>
          </p:spPr>
        </p:sp>
        <p:sp>
          <p:nvSpPr>
            <p:cNvPr id="45090" name="Line 17"/>
            <p:cNvSpPr/>
            <p:nvPr/>
          </p:nvSpPr>
          <p:spPr>
            <a:xfrm>
              <a:off x="1824" y="3072"/>
              <a:ext cx="0" cy="480"/>
            </a:xfrm>
            <a:prstGeom prst="line">
              <a:avLst/>
            </a:prstGeom>
            <a:ln w="28575" cap="flat" cmpd="sng">
              <a:solidFill>
                <a:srgbClr val="FF3300"/>
              </a:solidFill>
              <a:prstDash val="solid"/>
              <a:headEnd type="none" w="med" len="med"/>
              <a:tailEnd type="none" w="med" len="med"/>
            </a:ln>
          </p:spPr>
        </p:sp>
      </p:grpSp>
      <p:pic>
        <p:nvPicPr>
          <p:cNvPr id="45064" name="Picture 18"/>
          <p:cNvPicPr>
            <a:picLocks noChangeAspect="1"/>
          </p:cNvPicPr>
          <p:nvPr/>
        </p:nvPicPr>
        <p:blipFill>
          <a:blip r:embed="rId3"/>
          <a:srcRect l="28751" t="21001" r="30624" b="45000"/>
          <a:stretch>
            <a:fillRect/>
          </a:stretch>
        </p:blipFill>
        <p:spPr>
          <a:xfrm>
            <a:off x="2208213" y="2971800"/>
            <a:ext cx="4953000" cy="2590800"/>
          </a:xfrm>
          <a:prstGeom prst="rect">
            <a:avLst/>
          </a:prstGeom>
          <a:noFill/>
          <a:ln w="9525">
            <a:noFill/>
          </a:ln>
        </p:spPr>
      </p:pic>
      <p:grpSp>
        <p:nvGrpSpPr>
          <p:cNvPr id="45065" name="Group 19"/>
          <p:cNvGrpSpPr/>
          <p:nvPr/>
        </p:nvGrpSpPr>
        <p:grpSpPr>
          <a:xfrm>
            <a:off x="2362200" y="1981200"/>
            <a:ext cx="1981200" cy="838200"/>
            <a:chOff x="1536" y="1824"/>
            <a:chExt cx="1248" cy="528"/>
          </a:xfrm>
        </p:grpSpPr>
        <p:sp>
          <p:nvSpPr>
            <p:cNvPr id="45067" name="Oval 20"/>
            <p:cNvSpPr/>
            <p:nvPr/>
          </p:nvSpPr>
          <p:spPr>
            <a:xfrm>
              <a:off x="1536" y="1824"/>
              <a:ext cx="48" cy="48"/>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Font typeface="Arial" panose="020B0604020202020204" pitchFamily="34" charset="0"/>
                <a:buChar char="•"/>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eaLnBrk="1" hangingPunct="1">
                <a:spcBef>
                  <a:spcPct val="0"/>
                </a:spcBef>
                <a:buFontTx/>
                <a:buNone/>
              </a:pPr>
              <a:endParaRPr lang="en-US" altLang="en-US" sz="4400" b="1" dirty="0">
                <a:latin typeface="Arial" panose="020B0604020202020204" pitchFamily="34" charset="0"/>
              </a:endParaRPr>
            </a:p>
          </p:txBody>
        </p:sp>
        <p:sp>
          <p:nvSpPr>
            <p:cNvPr id="45068" name="Oval 21"/>
            <p:cNvSpPr/>
            <p:nvPr/>
          </p:nvSpPr>
          <p:spPr>
            <a:xfrm>
              <a:off x="1536" y="2304"/>
              <a:ext cx="48" cy="48"/>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Font typeface="Arial" panose="020B0604020202020204" pitchFamily="34" charset="0"/>
                <a:buChar char="•"/>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eaLnBrk="1" hangingPunct="1">
                <a:spcBef>
                  <a:spcPct val="0"/>
                </a:spcBef>
                <a:buFontTx/>
                <a:buNone/>
              </a:pPr>
              <a:endParaRPr lang="en-US" altLang="en-US" sz="4400" b="1" dirty="0">
                <a:latin typeface="Arial" panose="020B0604020202020204" pitchFamily="34" charset="0"/>
              </a:endParaRPr>
            </a:p>
          </p:txBody>
        </p:sp>
        <p:sp>
          <p:nvSpPr>
            <p:cNvPr id="45069" name="Oval 22"/>
            <p:cNvSpPr/>
            <p:nvPr/>
          </p:nvSpPr>
          <p:spPr>
            <a:xfrm>
              <a:off x="2736" y="2304"/>
              <a:ext cx="48" cy="48"/>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Font typeface="Arial" panose="020B0604020202020204" pitchFamily="34" charset="0"/>
                <a:buChar char="•"/>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eaLnBrk="1" hangingPunct="1">
                <a:spcBef>
                  <a:spcPct val="0"/>
                </a:spcBef>
                <a:buFontTx/>
                <a:buNone/>
              </a:pPr>
              <a:endParaRPr lang="en-US" altLang="en-US" sz="4400" b="1" dirty="0">
                <a:latin typeface="Arial" panose="020B0604020202020204" pitchFamily="34" charset="0"/>
              </a:endParaRPr>
            </a:p>
          </p:txBody>
        </p:sp>
        <p:sp>
          <p:nvSpPr>
            <p:cNvPr id="45070" name="Oval 23"/>
            <p:cNvSpPr/>
            <p:nvPr/>
          </p:nvSpPr>
          <p:spPr>
            <a:xfrm>
              <a:off x="2160" y="2064"/>
              <a:ext cx="48" cy="48"/>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Font typeface="Arial" panose="020B0604020202020204" pitchFamily="34" charset="0"/>
                <a:buChar char="•"/>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eaLnBrk="1" hangingPunct="1">
                <a:spcBef>
                  <a:spcPct val="0"/>
                </a:spcBef>
                <a:buFontTx/>
                <a:buNone/>
              </a:pPr>
              <a:endParaRPr lang="en-US" altLang="en-US" sz="4400" b="1" dirty="0">
                <a:latin typeface="Arial" panose="020B0604020202020204" pitchFamily="34" charset="0"/>
              </a:endParaRPr>
            </a:p>
          </p:txBody>
        </p:sp>
        <p:sp>
          <p:nvSpPr>
            <p:cNvPr id="45071" name="Oval 24"/>
            <p:cNvSpPr/>
            <p:nvPr/>
          </p:nvSpPr>
          <p:spPr>
            <a:xfrm>
              <a:off x="2736" y="1824"/>
              <a:ext cx="48" cy="48"/>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Font typeface="Arial" panose="020B0604020202020204" pitchFamily="34" charset="0"/>
                <a:buChar char="•"/>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eaLnBrk="1" hangingPunct="1">
                <a:spcBef>
                  <a:spcPct val="0"/>
                </a:spcBef>
                <a:buFontTx/>
                <a:buNone/>
              </a:pPr>
              <a:endParaRPr lang="en-US" altLang="en-US" sz="4400" b="1" dirty="0">
                <a:latin typeface="Arial" panose="020B0604020202020204" pitchFamily="34" charset="0"/>
              </a:endParaRPr>
            </a:p>
          </p:txBody>
        </p:sp>
        <p:sp>
          <p:nvSpPr>
            <p:cNvPr id="45072" name="Line 25"/>
            <p:cNvSpPr/>
            <p:nvPr/>
          </p:nvSpPr>
          <p:spPr>
            <a:xfrm>
              <a:off x="1584" y="2352"/>
              <a:ext cx="1152" cy="0"/>
            </a:xfrm>
            <a:prstGeom prst="line">
              <a:avLst/>
            </a:prstGeom>
            <a:ln w="9525" cap="flat" cmpd="sng">
              <a:solidFill>
                <a:schemeClr val="tx1"/>
              </a:solidFill>
              <a:prstDash val="solid"/>
              <a:headEnd type="none" w="med" len="med"/>
              <a:tailEnd type="none" w="med" len="med"/>
            </a:ln>
          </p:spPr>
        </p:sp>
        <p:sp>
          <p:nvSpPr>
            <p:cNvPr id="45073" name="Line 26"/>
            <p:cNvSpPr/>
            <p:nvPr/>
          </p:nvSpPr>
          <p:spPr>
            <a:xfrm>
              <a:off x="1584" y="1872"/>
              <a:ext cx="576" cy="192"/>
            </a:xfrm>
            <a:prstGeom prst="line">
              <a:avLst/>
            </a:prstGeom>
            <a:ln w="9525" cap="flat" cmpd="sng">
              <a:solidFill>
                <a:schemeClr val="tx1"/>
              </a:solidFill>
              <a:prstDash val="solid"/>
              <a:headEnd type="none" w="med" len="med"/>
              <a:tailEnd type="none" w="med" len="med"/>
            </a:ln>
          </p:spPr>
        </p:sp>
        <p:sp>
          <p:nvSpPr>
            <p:cNvPr id="45074" name="Line 27"/>
            <p:cNvSpPr/>
            <p:nvPr/>
          </p:nvSpPr>
          <p:spPr>
            <a:xfrm flipH="1">
              <a:off x="1584" y="2088"/>
              <a:ext cx="576" cy="240"/>
            </a:xfrm>
            <a:prstGeom prst="line">
              <a:avLst/>
            </a:prstGeom>
            <a:ln w="9525" cap="flat" cmpd="sng">
              <a:solidFill>
                <a:schemeClr val="tx1"/>
              </a:solidFill>
              <a:prstDash val="solid"/>
              <a:headEnd type="none" w="med" len="med"/>
              <a:tailEnd type="none" w="med" len="med"/>
            </a:ln>
          </p:spPr>
        </p:sp>
        <p:sp>
          <p:nvSpPr>
            <p:cNvPr id="45075" name="Line 28"/>
            <p:cNvSpPr/>
            <p:nvPr/>
          </p:nvSpPr>
          <p:spPr>
            <a:xfrm flipV="1">
              <a:off x="2208" y="1872"/>
              <a:ext cx="528" cy="192"/>
            </a:xfrm>
            <a:prstGeom prst="line">
              <a:avLst/>
            </a:prstGeom>
            <a:ln w="9525" cap="flat" cmpd="sng">
              <a:solidFill>
                <a:schemeClr val="tx1"/>
              </a:solidFill>
              <a:prstDash val="solid"/>
              <a:headEnd type="none" w="med" len="med"/>
              <a:tailEnd type="none" w="med" len="med"/>
            </a:ln>
          </p:spPr>
        </p:sp>
        <p:sp>
          <p:nvSpPr>
            <p:cNvPr id="45076" name="Line 29"/>
            <p:cNvSpPr/>
            <p:nvPr/>
          </p:nvSpPr>
          <p:spPr>
            <a:xfrm>
              <a:off x="2208" y="2112"/>
              <a:ext cx="528" cy="240"/>
            </a:xfrm>
            <a:prstGeom prst="line">
              <a:avLst/>
            </a:prstGeom>
            <a:ln w="9525" cap="flat" cmpd="sng">
              <a:solidFill>
                <a:schemeClr val="tx1"/>
              </a:solidFill>
              <a:prstDash val="solid"/>
              <a:headEnd type="none" w="med" len="med"/>
              <a:tailEnd type="none" w="med" len="med"/>
            </a:ln>
          </p:spPr>
        </p:sp>
        <p:sp>
          <p:nvSpPr>
            <p:cNvPr id="45077" name="Line 30"/>
            <p:cNvSpPr/>
            <p:nvPr/>
          </p:nvSpPr>
          <p:spPr>
            <a:xfrm>
              <a:off x="2760" y="1872"/>
              <a:ext cx="0" cy="432"/>
            </a:xfrm>
            <a:prstGeom prst="line">
              <a:avLst/>
            </a:prstGeom>
            <a:ln w="9525" cap="flat" cmpd="sng">
              <a:solidFill>
                <a:schemeClr val="tx1"/>
              </a:solidFill>
              <a:prstDash val="solid"/>
              <a:headEnd type="none" w="med" len="med"/>
              <a:tailEnd type="none" w="med" len="med"/>
            </a:ln>
          </p:spPr>
        </p:sp>
        <p:sp>
          <p:nvSpPr>
            <p:cNvPr id="45078" name="Line 31"/>
            <p:cNvSpPr/>
            <p:nvPr/>
          </p:nvSpPr>
          <p:spPr>
            <a:xfrm>
              <a:off x="1552" y="1848"/>
              <a:ext cx="1200" cy="0"/>
            </a:xfrm>
            <a:prstGeom prst="line">
              <a:avLst/>
            </a:prstGeom>
            <a:ln w="9525" cap="flat" cmpd="sng">
              <a:solidFill>
                <a:schemeClr val="tx1"/>
              </a:solidFill>
              <a:prstDash val="solid"/>
              <a:headEnd type="none" w="med" len="med"/>
              <a:tailEnd type="none" w="med" len="med"/>
            </a:ln>
          </p:spPr>
        </p:sp>
      </p:grpSp>
      <p:sp>
        <p:nvSpPr>
          <p:cNvPr id="45066" name="Text Box 32"/>
          <p:cNvSpPr txBox="1"/>
          <p:nvPr/>
        </p:nvSpPr>
        <p:spPr>
          <a:xfrm>
            <a:off x="227013" y="5715000"/>
            <a:ext cx="8612187" cy="457200"/>
          </a:xfrm>
          <a:prstGeom prst="rect">
            <a:avLst/>
          </a:prstGeom>
          <a:noFill/>
          <a:ln w="9525">
            <a:noFill/>
          </a:ln>
        </p:spPr>
        <p:txBody>
          <a:bodyPr>
            <a:spAutoFit/>
          </a:bodyPr>
          <a:lstStyle>
            <a:lvl1pPr marL="342900" indent="-342900" algn="l" rtl="0" eaLnBrk="0" fontAlgn="base" hangingPunct="0">
              <a:spcBef>
                <a:spcPct val="20000"/>
              </a:spcBef>
              <a:spcAft>
                <a:spcPct val="0"/>
              </a:spcAft>
              <a:buFont typeface="Arial" panose="020B0604020202020204" pitchFamily="34" charset="0"/>
              <a:buChar char="•"/>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a:spcBef>
                <a:spcPct val="0"/>
              </a:spcBef>
              <a:buFontTx/>
              <a:buNone/>
            </a:pPr>
            <a:r>
              <a:rPr lang="en-US" altLang="en-US" sz="2400" b="1" i="1" dirty="0">
                <a:solidFill>
                  <a:srgbClr val="FF3300"/>
                </a:solidFill>
                <a:latin typeface="Times New Roman" panose="02020603050405020304" pitchFamily="18" charset="0"/>
              </a:rPr>
              <a:t>Hamilton path</a:t>
            </a:r>
            <a:r>
              <a:rPr lang="en-US" altLang="en-US" sz="2400" dirty="0">
                <a:latin typeface="Times New Roman" panose="02020603050405020304" pitchFamily="18" charset="0"/>
              </a:rPr>
              <a:t>: visits every vertex of the graph exactly once.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58163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1636"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Footer Placeholder 4"/>
          <p:cNvSpPr txBox="1">
            <a:spLocks noGrp="1"/>
          </p:cNvSpPr>
          <p:nvPr>
            <p:ph type="ftr" sz="quarter" idx="11"/>
          </p:nvPr>
        </p:nvSpPr>
        <p:spPr>
          <a:noFill/>
          <a:ln>
            <a:noFill/>
          </a:ln>
        </p:spPr>
        <p:txBody>
          <a:bodyPr anchor="ctr" anchorCtr="0"/>
          <a:lstStyle/>
          <a:p>
            <a:pPr marL="0" indent="0" algn="ctr" eaLnBrk="1" hangingPunct="1">
              <a:spcBef>
                <a:spcPct val="0"/>
              </a:spcBef>
              <a:buFontTx/>
              <a:buNone/>
            </a:pPr>
            <a:r>
              <a:rPr lang="en-US" altLang="en-US" sz="1200" dirty="0">
                <a:solidFill>
                  <a:srgbClr val="898989"/>
                </a:solidFill>
                <a:latin typeface="Arial" panose="020B0604020202020204" pitchFamily="34" charset="0"/>
              </a:rPr>
              <a:t>Data Structures and Algorithms in Java </a:t>
            </a:r>
          </a:p>
        </p:txBody>
      </p:sp>
      <p:sp>
        <p:nvSpPr>
          <p:cNvPr id="47107" name="Slide Number Placeholder 5"/>
          <p:cNvSpPr txBox="1">
            <a:spLocks noGrp="1"/>
          </p:cNvSpPr>
          <p:nvPr>
            <p:ph type="sldNum" sz="quarter" idx="12"/>
          </p:nvPr>
        </p:nvSpPr>
        <p:spPr>
          <a:noFill/>
          <a:ln>
            <a:noFill/>
          </a:ln>
        </p:spPr>
        <p:txBody>
          <a:bodyPr anchor="ctr" anchorCtr="0"/>
          <a:lstStyle/>
          <a:p>
            <a:pPr marL="0" indent="0" algn="r" eaLnBrk="1" hangingPunct="1">
              <a:spcBef>
                <a:spcPct val="0"/>
              </a:spcBef>
              <a:buFontTx/>
              <a:buNone/>
            </a:pPr>
            <a:fld id="{9A0DB2DC-4C9A-4742-B13C-FB6460FD3503}" type="slidenum">
              <a:rPr lang="en-US" altLang="zh-CN" sz="1200" dirty="0">
                <a:solidFill>
                  <a:srgbClr val="898989"/>
                </a:solidFill>
                <a:latin typeface="Arial" panose="020B0604020202020204" pitchFamily="34" charset="0"/>
                <a:ea typeface="SimSun" panose="02010600030101010101" pitchFamily="2" charset="-122"/>
              </a:rPr>
              <a:t>26</a:t>
            </a:fld>
            <a:r>
              <a:rPr lang="en-US" altLang="en-US" sz="1200" dirty="0">
                <a:solidFill>
                  <a:srgbClr val="898989"/>
                </a:solidFill>
                <a:latin typeface="Arial" panose="020B0604020202020204" pitchFamily="34" charset="0"/>
              </a:rPr>
              <a:t>/30</a:t>
            </a:r>
          </a:p>
        </p:txBody>
      </p:sp>
      <p:sp>
        <p:nvSpPr>
          <p:cNvPr id="47108" name="Rectangle 2"/>
          <p:cNvSpPr>
            <a:spLocks noGrp="1"/>
          </p:cNvSpPr>
          <p:nvPr>
            <p:ph type="title"/>
          </p:nvPr>
        </p:nvSpPr>
        <p:spPr>
          <a:xfrm>
            <a:off x="152400" y="457200"/>
            <a:ext cx="8915400" cy="762000"/>
          </a:xfrm>
        </p:spPr>
        <p:txBody>
          <a:bodyPr vert="horz" wrap="square" lIns="91440" tIns="45720" rIns="91440" bIns="45720" anchor="ctr" anchorCtr="0"/>
          <a:lstStyle/>
          <a:p>
            <a:r>
              <a:rPr lang="en-US" altLang="en-US" sz="3600" b="1" dirty="0">
                <a:solidFill>
                  <a:schemeClr val="hlink"/>
                </a:solidFill>
              </a:rPr>
              <a:t>Finding Hamilton’s cycles using Backtracking</a:t>
            </a:r>
          </a:p>
        </p:txBody>
      </p:sp>
      <p:sp>
        <p:nvSpPr>
          <p:cNvPr id="47109" name="Text Box 3"/>
          <p:cNvSpPr txBox="1"/>
          <p:nvPr/>
        </p:nvSpPr>
        <p:spPr>
          <a:xfrm>
            <a:off x="457200" y="1295400"/>
            <a:ext cx="8163560" cy="5016758"/>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Font typeface="Arial" panose="020B0604020202020204" pitchFamily="34" charset="0"/>
              <a:buChar char="•"/>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algn="just" eaLnBrk="1" hangingPunct="1">
              <a:spcBef>
                <a:spcPct val="0"/>
              </a:spcBef>
              <a:buFontTx/>
              <a:buNone/>
            </a:pPr>
            <a:r>
              <a:rPr lang="en-US" altLang="en-US" sz="2400" dirty="0">
                <a:latin typeface="Times New Roman" panose="02020603050405020304" pitchFamily="18" charset="0"/>
                <a:cs typeface="Times New Roman" panose="02020603050405020304" pitchFamily="18" charset="0"/>
              </a:rPr>
              <a:t>Given the graph G = (V,E) and X is a vertex of  G. </a:t>
            </a:r>
          </a:p>
          <a:p>
            <a:pPr marL="0" lvl="0" indent="0" algn="just" eaLnBrk="1" hangingPunct="1">
              <a:spcBef>
                <a:spcPct val="0"/>
              </a:spcBef>
              <a:buFontTx/>
              <a:buNone/>
            </a:pPr>
            <a:r>
              <a:rPr lang="en-US" altLang="en-US" sz="2400" dirty="0">
                <a:latin typeface="Times New Roman" panose="02020603050405020304" pitchFamily="18" charset="0"/>
                <a:cs typeface="Times New Roman" panose="02020603050405020304" pitchFamily="18" charset="0"/>
              </a:rPr>
              <a:t>Suppose there exists at least one Hamilton Cycle for the graph. The following is a backtracking algorithm for finding one Hamilton cycle from the vertex  X:</a:t>
            </a:r>
          </a:p>
          <a:p>
            <a:pPr marL="0" lvl="0" indent="0" algn="just" eaLnBrk="1" hangingPunct="1">
              <a:spcBef>
                <a:spcPct val="0"/>
              </a:spcBef>
              <a:buFontTx/>
              <a:buNone/>
            </a:pPr>
            <a:endParaRPr lang="en-US" altLang="ko-KR" sz="2400" dirty="0">
              <a:latin typeface="Times New Roman" panose="02020603050405020304" pitchFamily="18" charset="0"/>
              <a:ea typeface="굴림" pitchFamily="34" charset="-127"/>
              <a:cs typeface="Times New Roman" panose="02020603050405020304" pitchFamily="18" charset="0"/>
            </a:endParaRPr>
          </a:p>
          <a:p>
            <a:pPr marL="0" indent="0" algn="just" eaLnBrk="1" hangingPunct="1">
              <a:spcBef>
                <a:spcPct val="0"/>
              </a:spcBef>
              <a:buNone/>
            </a:pPr>
            <a:r>
              <a:rPr lang="en-US" altLang="ko-KR" sz="2400" dirty="0">
                <a:latin typeface="Times New Roman" panose="02020603050405020304" pitchFamily="18" charset="0"/>
                <a:ea typeface="굴림" pitchFamily="34" charset="-127"/>
                <a:cs typeface="Times New Roman" panose="02020603050405020304" pitchFamily="18" charset="0"/>
              </a:rPr>
              <a:t>Declare an empty array H (which will contain Hamilton cycle)</a:t>
            </a:r>
          </a:p>
          <a:p>
            <a:pPr algn="just" eaLnBrk="1" hangingPunct="1">
              <a:spcBef>
                <a:spcPct val="0"/>
              </a:spcBef>
            </a:pPr>
            <a:r>
              <a:rPr lang="en-US" altLang="ko-KR" sz="2400" dirty="0">
                <a:latin typeface="Times New Roman" panose="02020603050405020304" pitchFamily="18" charset="0"/>
                <a:ea typeface="굴림" pitchFamily="34" charset="-127"/>
                <a:cs typeface="Times New Roman" panose="02020603050405020304" pitchFamily="18" charset="0"/>
              </a:rPr>
              <a:t>(1) Put the vertex  X  to  H</a:t>
            </a:r>
          </a:p>
          <a:p>
            <a:pPr algn="just" eaLnBrk="1" hangingPunct="1">
              <a:spcBef>
                <a:spcPct val="0"/>
              </a:spcBef>
            </a:pPr>
            <a:r>
              <a:rPr lang="en-US" altLang="ko-KR" sz="2400" dirty="0">
                <a:latin typeface="Times New Roman" panose="02020603050405020304" pitchFamily="18" charset="0"/>
                <a:ea typeface="굴림" pitchFamily="34" charset="-127"/>
                <a:cs typeface="Times New Roman" panose="02020603050405020304" pitchFamily="18" charset="0"/>
              </a:rPr>
              <a:t>(2) Check if H is a Hamilton cycle then stop, else go to (3)</a:t>
            </a:r>
          </a:p>
          <a:p>
            <a:pPr algn="just" eaLnBrk="1" hangingPunct="1">
              <a:spcBef>
                <a:spcPct val="0"/>
              </a:spcBef>
            </a:pPr>
            <a:r>
              <a:rPr lang="en-US" altLang="ko-KR" sz="2400" dirty="0">
                <a:latin typeface="Times New Roman" panose="02020603050405020304" pitchFamily="18" charset="0"/>
                <a:ea typeface="굴림" pitchFamily="34" charset="-127"/>
                <a:cs typeface="Times New Roman" panose="02020603050405020304" pitchFamily="18" charset="0"/>
              </a:rPr>
              <a:t>(3) Consider the last vertex Y in H:</a:t>
            </a:r>
          </a:p>
          <a:p>
            <a:pPr lvl="1" algn="just" eaLnBrk="1" hangingPunct="1">
              <a:spcBef>
                <a:spcPct val="0"/>
              </a:spcBef>
            </a:pPr>
            <a:r>
              <a:rPr lang="en-US" altLang="ko-KR" sz="2000" b="0" dirty="0">
                <a:latin typeface="Times New Roman" panose="02020603050405020304" pitchFamily="18" charset="0"/>
                <a:ea typeface="굴림" pitchFamily="34" charset="-127"/>
                <a:cs typeface="Times New Roman" panose="02020603050405020304" pitchFamily="18" charset="0"/>
              </a:rPr>
              <a:t>If there is/are vertex(es) adjacent to Y, select an adjacent vertex  Z  and put it to H. </a:t>
            </a:r>
          </a:p>
          <a:p>
            <a:pPr lvl="1" algn="just" eaLnBrk="1" hangingPunct="1">
              <a:spcBef>
                <a:spcPct val="0"/>
              </a:spcBef>
            </a:pPr>
            <a:r>
              <a:rPr lang="en-US" altLang="ko-KR" sz="2000" b="0" dirty="0">
                <a:latin typeface="Times New Roman" panose="02020603050405020304" pitchFamily="18" charset="0"/>
                <a:ea typeface="굴림" pitchFamily="34" charset="-127"/>
                <a:cs typeface="Times New Roman" panose="02020603050405020304" pitchFamily="18" charset="0"/>
              </a:rPr>
              <a:t>If there no adjacent vertex, remove Y from H and denote it as a bad selection (so you do not select it in the same way again).</a:t>
            </a:r>
          </a:p>
          <a:p>
            <a:pPr algn="just" eaLnBrk="1" hangingPunct="1">
              <a:spcBef>
                <a:spcPct val="0"/>
              </a:spcBef>
            </a:pPr>
            <a:r>
              <a:rPr lang="en-US" altLang="ko-KR" sz="2400" dirty="0">
                <a:latin typeface="Times New Roman" panose="02020603050405020304" pitchFamily="18" charset="0"/>
                <a:ea typeface="굴림" pitchFamily="34" charset="-127"/>
                <a:cs typeface="Times New Roman" panose="02020603050405020304" pitchFamily="18" charset="0"/>
              </a:rPr>
              <a:t>Go to (2).</a:t>
            </a:r>
            <a:endParaRPr lang="en-US" altLang="en-US"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Footer Placeholder 4"/>
          <p:cNvSpPr txBox="1">
            <a:spLocks noGrp="1"/>
          </p:cNvSpPr>
          <p:nvPr>
            <p:ph type="ftr" sz="quarter" idx="11"/>
          </p:nvPr>
        </p:nvSpPr>
        <p:spPr>
          <a:noFill/>
          <a:ln>
            <a:noFill/>
          </a:ln>
        </p:spPr>
        <p:txBody>
          <a:bodyPr anchor="ctr" anchorCtr="0"/>
          <a:lstStyle/>
          <a:p>
            <a:pPr marL="0" indent="0" algn="ctr" eaLnBrk="1" hangingPunct="1">
              <a:spcBef>
                <a:spcPct val="0"/>
              </a:spcBef>
              <a:buFontTx/>
              <a:buNone/>
            </a:pPr>
            <a:r>
              <a:rPr lang="en-US" altLang="en-US" sz="1200" dirty="0">
                <a:solidFill>
                  <a:srgbClr val="898989"/>
                </a:solidFill>
                <a:latin typeface="Arial" panose="020B0604020202020204" pitchFamily="34" charset="0"/>
              </a:rPr>
              <a:t>Data Structures and Algorithms in Java </a:t>
            </a:r>
          </a:p>
        </p:txBody>
      </p:sp>
      <p:sp>
        <p:nvSpPr>
          <p:cNvPr id="49155" name="Slide Number Placeholder 5"/>
          <p:cNvSpPr txBox="1">
            <a:spLocks noGrp="1"/>
          </p:cNvSpPr>
          <p:nvPr>
            <p:ph type="sldNum" sz="quarter" idx="12"/>
          </p:nvPr>
        </p:nvSpPr>
        <p:spPr>
          <a:noFill/>
          <a:ln>
            <a:noFill/>
          </a:ln>
        </p:spPr>
        <p:txBody>
          <a:bodyPr anchor="ctr" anchorCtr="0"/>
          <a:lstStyle/>
          <a:p>
            <a:pPr marL="0" indent="0" algn="r" eaLnBrk="1" hangingPunct="1">
              <a:spcBef>
                <a:spcPct val="0"/>
              </a:spcBef>
              <a:buFontTx/>
              <a:buNone/>
            </a:pPr>
            <a:fld id="{9A0DB2DC-4C9A-4742-B13C-FB6460FD3503}" type="slidenum">
              <a:rPr lang="en-US" altLang="zh-CN" sz="1200" dirty="0">
                <a:solidFill>
                  <a:srgbClr val="898989"/>
                </a:solidFill>
                <a:latin typeface="Arial" panose="020B0604020202020204" pitchFamily="34" charset="0"/>
                <a:ea typeface="SimSun" panose="02010600030101010101" pitchFamily="2" charset="-122"/>
              </a:rPr>
              <a:t>27</a:t>
            </a:fld>
            <a:r>
              <a:rPr lang="en-US" altLang="en-US" sz="1200" dirty="0">
                <a:solidFill>
                  <a:srgbClr val="898989"/>
                </a:solidFill>
                <a:latin typeface="Arial" panose="020B0604020202020204" pitchFamily="34" charset="0"/>
              </a:rPr>
              <a:t>/30</a:t>
            </a:r>
          </a:p>
        </p:txBody>
      </p:sp>
      <p:sp>
        <p:nvSpPr>
          <p:cNvPr id="49156" name="Rectangle 2"/>
          <p:cNvSpPr>
            <a:spLocks noGrp="1"/>
          </p:cNvSpPr>
          <p:nvPr>
            <p:ph type="title"/>
          </p:nvPr>
        </p:nvSpPr>
        <p:spPr>
          <a:xfrm>
            <a:off x="152400" y="609600"/>
            <a:ext cx="8915400" cy="762000"/>
          </a:xfrm>
        </p:spPr>
        <p:txBody>
          <a:bodyPr vert="horz" wrap="square" lIns="91440" tIns="45720" rIns="91440" bIns="45720" anchor="ctr" anchorCtr="0"/>
          <a:lstStyle/>
          <a:p>
            <a:r>
              <a:rPr lang="en-US" altLang="en-US" sz="3600" b="1" dirty="0">
                <a:solidFill>
                  <a:schemeClr val="hlink"/>
                </a:solidFill>
              </a:rPr>
              <a:t>List all Hamilton’s cycles using Backtracking</a:t>
            </a:r>
          </a:p>
        </p:txBody>
      </p:sp>
      <p:pic>
        <p:nvPicPr>
          <p:cNvPr id="49157" name="Picture 3"/>
          <p:cNvPicPr>
            <a:picLocks noChangeAspect="1"/>
          </p:cNvPicPr>
          <p:nvPr/>
        </p:nvPicPr>
        <p:blipFill>
          <a:blip r:embed="rId3"/>
          <a:srcRect l="27083" t="16389" r="29167" b="47221"/>
          <a:stretch>
            <a:fillRect/>
          </a:stretch>
        </p:blipFill>
        <p:spPr>
          <a:xfrm>
            <a:off x="457200" y="1524000"/>
            <a:ext cx="8077200" cy="4192588"/>
          </a:xfrm>
          <a:prstGeom prst="rect">
            <a:avLst/>
          </a:prstGeom>
          <a:noFill/>
          <a:ln w="9525">
            <a:noFill/>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737F7B-2D3A-440A-9AA0-81C86654001B}"/>
              </a:ext>
            </a:extLst>
          </p:cNvPr>
          <p:cNvSpPr>
            <a:spLocks noGrp="1"/>
          </p:cNvSpPr>
          <p:nvPr>
            <p:ph type="title"/>
          </p:nvPr>
        </p:nvSpPr>
        <p:spPr/>
        <p:txBody>
          <a:bodyPr/>
          <a:lstStyle/>
          <a:p>
            <a:r>
              <a:rPr lang="en-US" dirty="0"/>
              <a:t>Exercise</a:t>
            </a:r>
          </a:p>
        </p:txBody>
      </p:sp>
      <p:sp>
        <p:nvSpPr>
          <p:cNvPr id="3" name="Date Placeholder 2">
            <a:extLst>
              <a:ext uri="{FF2B5EF4-FFF2-40B4-BE49-F238E27FC236}">
                <a16:creationId xmlns:a16="http://schemas.microsoft.com/office/drawing/2014/main" id="{82D9DC45-9D1C-496D-A423-5511004DF686}"/>
              </a:ext>
            </a:extLst>
          </p:cNvPr>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0B071C9A-94FB-4A01-8575-75D2325C1A41}" type="datetime1">
              <a:rPr kumimoji="0" lang="en-US" sz="1200" b="0" i="0" u="none" strike="noStrike" kern="1200" cap="none" spc="0" normalizeH="0" baseline="0" noProof="0" smtClean="0">
                <a:ln>
                  <a:noFill/>
                </a:ln>
                <a:solidFill>
                  <a:srgbClr val="898989"/>
                </a:solidFill>
                <a:effectLst/>
                <a:uLnTx/>
                <a:uFillTx/>
                <a:latin typeface="Arial" panose="020B0604020202020204" pitchFamily="34" charset="0"/>
                <a:ea typeface="+mn-ea"/>
                <a:cs typeface="+mn-cs"/>
              </a:rPr>
              <a:t>11/12/2025</a:t>
            </a:fld>
            <a:endParaRPr kumimoji="0" lang="en-US" sz="1200" b="0" i="0" u="none" strike="noStrike" kern="1200" cap="none" spc="0" normalizeH="0" baseline="0" noProof="0">
              <a:ln>
                <a:noFill/>
              </a:ln>
              <a:solidFill>
                <a:srgbClr val="898989"/>
              </a:solidFill>
              <a:effectLst/>
              <a:uLnTx/>
              <a:uFillTx/>
              <a:latin typeface="Arial" panose="020B0604020202020204" pitchFamily="34" charset="0"/>
              <a:ea typeface="+mn-ea"/>
              <a:cs typeface="+mn-cs"/>
            </a:endParaRPr>
          </a:p>
        </p:txBody>
      </p:sp>
      <p:pic>
        <p:nvPicPr>
          <p:cNvPr id="4" name="Picture 3">
            <a:extLst>
              <a:ext uri="{FF2B5EF4-FFF2-40B4-BE49-F238E27FC236}">
                <a16:creationId xmlns:a16="http://schemas.microsoft.com/office/drawing/2014/main" id="{EC5CB66A-8FBF-4FA0-B0C0-0EB917A6C33D}"/>
              </a:ext>
            </a:extLst>
          </p:cNvPr>
          <p:cNvPicPr>
            <a:picLocks noChangeAspect="1"/>
          </p:cNvPicPr>
          <p:nvPr/>
        </p:nvPicPr>
        <p:blipFill>
          <a:blip r:embed="rId2"/>
          <a:stretch>
            <a:fillRect/>
          </a:stretch>
        </p:blipFill>
        <p:spPr>
          <a:xfrm>
            <a:off x="457200" y="1297057"/>
            <a:ext cx="7619800" cy="5286305"/>
          </a:xfrm>
          <a:prstGeom prst="rect">
            <a:avLst/>
          </a:prstGeom>
        </p:spPr>
      </p:pic>
    </p:spTree>
    <p:extLst>
      <p:ext uri="{BB962C8B-B14F-4D97-AF65-F5344CB8AC3E}">
        <p14:creationId xmlns:p14="http://schemas.microsoft.com/office/powerpoint/2010/main" val="48880484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737F7B-2D3A-440A-9AA0-81C86654001B}"/>
              </a:ext>
            </a:extLst>
          </p:cNvPr>
          <p:cNvSpPr>
            <a:spLocks noGrp="1"/>
          </p:cNvSpPr>
          <p:nvPr>
            <p:ph type="title"/>
          </p:nvPr>
        </p:nvSpPr>
        <p:spPr/>
        <p:txBody>
          <a:bodyPr/>
          <a:lstStyle/>
          <a:p>
            <a:r>
              <a:rPr lang="en-US" dirty="0"/>
              <a:t>Exercise</a:t>
            </a:r>
          </a:p>
        </p:txBody>
      </p:sp>
      <p:sp>
        <p:nvSpPr>
          <p:cNvPr id="3" name="Date Placeholder 2">
            <a:extLst>
              <a:ext uri="{FF2B5EF4-FFF2-40B4-BE49-F238E27FC236}">
                <a16:creationId xmlns:a16="http://schemas.microsoft.com/office/drawing/2014/main" id="{82D9DC45-9D1C-496D-A423-5511004DF686}"/>
              </a:ext>
            </a:extLst>
          </p:cNvPr>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0B071C9A-94FB-4A01-8575-75D2325C1A41}" type="datetime1">
              <a:rPr kumimoji="0" lang="en-US" sz="1200" b="0" i="0" u="none" strike="noStrike" kern="1200" cap="none" spc="0" normalizeH="0" baseline="0" noProof="0" smtClean="0">
                <a:ln>
                  <a:noFill/>
                </a:ln>
                <a:solidFill>
                  <a:srgbClr val="898989"/>
                </a:solidFill>
                <a:effectLst/>
                <a:uLnTx/>
                <a:uFillTx/>
                <a:latin typeface="Arial" panose="020B0604020202020204" pitchFamily="34" charset="0"/>
                <a:ea typeface="+mn-ea"/>
                <a:cs typeface="+mn-cs"/>
              </a:rPr>
              <a:t>11/12/2025</a:t>
            </a:fld>
            <a:endParaRPr kumimoji="0" lang="en-US" sz="1200" b="0" i="0" u="none" strike="noStrike" kern="1200" cap="none" spc="0" normalizeH="0" baseline="0" noProof="0">
              <a:ln>
                <a:noFill/>
              </a:ln>
              <a:solidFill>
                <a:srgbClr val="898989"/>
              </a:solidFill>
              <a:effectLst/>
              <a:uLnTx/>
              <a:uFillTx/>
              <a:latin typeface="Arial" panose="020B0604020202020204" pitchFamily="34" charset="0"/>
              <a:ea typeface="+mn-ea"/>
              <a:cs typeface="+mn-cs"/>
            </a:endParaRPr>
          </a:p>
        </p:txBody>
      </p:sp>
      <p:pic>
        <p:nvPicPr>
          <p:cNvPr id="5" name="Picture 4">
            <a:extLst>
              <a:ext uri="{FF2B5EF4-FFF2-40B4-BE49-F238E27FC236}">
                <a16:creationId xmlns:a16="http://schemas.microsoft.com/office/drawing/2014/main" id="{322B2783-FE83-4BF7-92A1-61B194043220}"/>
              </a:ext>
            </a:extLst>
          </p:cNvPr>
          <p:cNvPicPr>
            <a:picLocks noChangeAspect="1"/>
          </p:cNvPicPr>
          <p:nvPr/>
        </p:nvPicPr>
        <p:blipFill>
          <a:blip r:embed="rId2"/>
          <a:stretch>
            <a:fillRect/>
          </a:stretch>
        </p:blipFill>
        <p:spPr>
          <a:xfrm>
            <a:off x="15819" y="1524050"/>
            <a:ext cx="4030758" cy="2011026"/>
          </a:xfrm>
          <a:prstGeom prst="rect">
            <a:avLst/>
          </a:prstGeom>
        </p:spPr>
      </p:pic>
      <p:pic>
        <p:nvPicPr>
          <p:cNvPr id="6" name="Picture 5">
            <a:extLst>
              <a:ext uri="{FF2B5EF4-FFF2-40B4-BE49-F238E27FC236}">
                <a16:creationId xmlns:a16="http://schemas.microsoft.com/office/drawing/2014/main" id="{C54F2BDE-B2D1-42D1-A928-EE29DF29E9E9}"/>
              </a:ext>
            </a:extLst>
          </p:cNvPr>
          <p:cNvPicPr>
            <a:picLocks noChangeAspect="1"/>
          </p:cNvPicPr>
          <p:nvPr/>
        </p:nvPicPr>
        <p:blipFill>
          <a:blip r:embed="rId3"/>
          <a:stretch>
            <a:fillRect/>
          </a:stretch>
        </p:blipFill>
        <p:spPr>
          <a:xfrm>
            <a:off x="164796" y="3559432"/>
            <a:ext cx="3721422" cy="3162043"/>
          </a:xfrm>
          <a:prstGeom prst="rect">
            <a:avLst/>
          </a:prstGeom>
        </p:spPr>
      </p:pic>
      <p:pic>
        <p:nvPicPr>
          <p:cNvPr id="7" name="Picture 6">
            <a:extLst>
              <a:ext uri="{FF2B5EF4-FFF2-40B4-BE49-F238E27FC236}">
                <a16:creationId xmlns:a16="http://schemas.microsoft.com/office/drawing/2014/main" id="{A9F95C4C-BA8B-4FAA-96D1-F407A6B92825}"/>
              </a:ext>
            </a:extLst>
          </p:cNvPr>
          <p:cNvPicPr>
            <a:picLocks noChangeAspect="1"/>
          </p:cNvPicPr>
          <p:nvPr/>
        </p:nvPicPr>
        <p:blipFill>
          <a:blip r:embed="rId4"/>
          <a:stretch>
            <a:fillRect/>
          </a:stretch>
        </p:blipFill>
        <p:spPr>
          <a:xfrm>
            <a:off x="4435146" y="1828842"/>
            <a:ext cx="4386374" cy="4239242"/>
          </a:xfrm>
          <a:prstGeom prst="rect">
            <a:avLst/>
          </a:prstGeom>
        </p:spPr>
      </p:pic>
    </p:spTree>
    <p:extLst>
      <p:ext uri="{BB962C8B-B14F-4D97-AF65-F5344CB8AC3E}">
        <p14:creationId xmlns:p14="http://schemas.microsoft.com/office/powerpoint/2010/main" val="15996256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Footer Placeholder 4"/>
          <p:cNvSpPr txBox="1">
            <a:spLocks noGrp="1"/>
          </p:cNvSpPr>
          <p:nvPr>
            <p:ph type="ftr" sz="quarter" idx="11"/>
          </p:nvPr>
        </p:nvSpPr>
        <p:spPr>
          <a:noFill/>
          <a:ln>
            <a:noFill/>
          </a:ln>
        </p:spPr>
        <p:txBody>
          <a:bodyPr anchor="ctr" anchorCtr="0"/>
          <a:lstStyle/>
          <a:p>
            <a:pPr marL="0" indent="0" algn="ctr" eaLnBrk="1" hangingPunct="1">
              <a:spcBef>
                <a:spcPct val="0"/>
              </a:spcBef>
              <a:buFontTx/>
              <a:buNone/>
            </a:pPr>
            <a:r>
              <a:rPr lang="en-US" altLang="en-US" sz="1200" dirty="0">
                <a:solidFill>
                  <a:srgbClr val="898989"/>
                </a:solidFill>
                <a:latin typeface="Arial" panose="020B0604020202020204" pitchFamily="34" charset="0"/>
              </a:rPr>
              <a:t>Data Structures and Algorithms in Java </a:t>
            </a:r>
          </a:p>
        </p:txBody>
      </p:sp>
      <p:sp>
        <p:nvSpPr>
          <p:cNvPr id="51203" name="Slide Number Placeholder 5"/>
          <p:cNvSpPr txBox="1">
            <a:spLocks noGrp="1"/>
          </p:cNvSpPr>
          <p:nvPr>
            <p:ph type="sldNum" sz="quarter" idx="12"/>
          </p:nvPr>
        </p:nvSpPr>
        <p:spPr>
          <a:noFill/>
          <a:ln>
            <a:noFill/>
          </a:ln>
        </p:spPr>
        <p:txBody>
          <a:bodyPr anchor="ctr" anchorCtr="0"/>
          <a:lstStyle/>
          <a:p>
            <a:pPr marL="0" indent="0" algn="r" eaLnBrk="1" hangingPunct="1">
              <a:spcBef>
                <a:spcPct val="0"/>
              </a:spcBef>
              <a:buFontTx/>
              <a:buNone/>
            </a:pPr>
            <a:fld id="{9A0DB2DC-4C9A-4742-B13C-FB6460FD3503}" type="slidenum">
              <a:rPr lang="en-US" altLang="zh-CN" sz="1200" dirty="0">
                <a:solidFill>
                  <a:srgbClr val="898989"/>
                </a:solidFill>
                <a:latin typeface="Arial" panose="020B0604020202020204" pitchFamily="34" charset="0"/>
                <a:ea typeface="SimSun" panose="02010600030101010101" pitchFamily="2" charset="-122"/>
              </a:rPr>
              <a:t>30</a:t>
            </a:fld>
            <a:r>
              <a:rPr lang="en-US" altLang="en-US" sz="1200" dirty="0">
                <a:solidFill>
                  <a:srgbClr val="898989"/>
                </a:solidFill>
                <a:latin typeface="Arial" panose="020B0604020202020204" pitchFamily="34" charset="0"/>
              </a:rPr>
              <a:t>/30</a:t>
            </a:r>
          </a:p>
        </p:txBody>
      </p:sp>
      <p:sp>
        <p:nvSpPr>
          <p:cNvPr id="51204" name="Rectangle 2"/>
          <p:cNvSpPr>
            <a:spLocks noGrp="1"/>
          </p:cNvSpPr>
          <p:nvPr>
            <p:ph type="title"/>
          </p:nvPr>
        </p:nvSpPr>
        <p:spPr>
          <a:xfrm>
            <a:off x="1143000" y="381000"/>
            <a:ext cx="6553200" cy="701675"/>
          </a:xfrm>
        </p:spPr>
        <p:txBody>
          <a:bodyPr vert="horz" wrap="square" lIns="91440" tIns="45720" rIns="91440" bIns="45720" anchor="ctr" anchorCtr="0">
            <a:spAutoFit/>
          </a:bodyPr>
          <a:lstStyle/>
          <a:p>
            <a:r>
              <a:rPr lang="en-US" altLang="en-US" sz="4000" b="1" dirty="0">
                <a:solidFill>
                  <a:schemeClr val="hlink"/>
                </a:solidFill>
              </a:rPr>
              <a:t>Graph coloring - 1</a:t>
            </a:r>
          </a:p>
        </p:txBody>
      </p:sp>
      <p:pic>
        <p:nvPicPr>
          <p:cNvPr id="51205" name="Picture 3"/>
          <p:cNvPicPr>
            <a:picLocks noChangeAspect="1"/>
          </p:cNvPicPr>
          <p:nvPr/>
        </p:nvPicPr>
        <p:blipFill>
          <a:blip r:embed="rId3"/>
          <a:srcRect l="82857" t="33333" r="2142" b="44382"/>
          <a:stretch>
            <a:fillRect/>
          </a:stretch>
        </p:blipFill>
        <p:spPr>
          <a:xfrm>
            <a:off x="5867400" y="2133600"/>
            <a:ext cx="2819400" cy="2617788"/>
          </a:xfrm>
          <a:prstGeom prst="rect">
            <a:avLst/>
          </a:prstGeom>
          <a:noFill/>
          <a:ln w="9525">
            <a:noFill/>
          </a:ln>
        </p:spPr>
      </p:pic>
      <p:sp>
        <p:nvSpPr>
          <p:cNvPr id="51206" name="Rectangle 3"/>
          <p:cNvSpPr/>
          <p:nvPr/>
        </p:nvSpPr>
        <p:spPr>
          <a:xfrm>
            <a:off x="76200" y="1219200"/>
            <a:ext cx="8686800" cy="822325"/>
          </a:xfrm>
          <a:prstGeom prst="rect">
            <a:avLst/>
          </a:prstGeom>
          <a:noFill/>
          <a:ln w="9525">
            <a:noFill/>
          </a:ln>
        </p:spPr>
        <p:txBody>
          <a:bodyPr>
            <a:spAutoFit/>
          </a:bodyPr>
          <a:lstStyle>
            <a:lvl1pPr marL="342900" indent="-342900" algn="l" rtl="0" eaLnBrk="0" fontAlgn="base" hangingPunct="0">
              <a:spcBef>
                <a:spcPct val="20000"/>
              </a:spcBef>
              <a:spcAft>
                <a:spcPct val="0"/>
              </a:spcAft>
              <a:buFont typeface="Arial" panose="020B0604020202020204" pitchFamily="34" charset="0"/>
              <a:buChar char="•"/>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342900" lvl="0" indent="-342900" eaLnBrk="1" hangingPunct="1">
              <a:spcBef>
                <a:spcPct val="50000"/>
              </a:spcBef>
              <a:buFontTx/>
              <a:buChar char="•"/>
            </a:pPr>
            <a:r>
              <a:rPr lang="en-US" altLang="en-US" sz="2400" dirty="0"/>
              <a:t>In graph theory, graph coloring is a way of </a:t>
            </a:r>
            <a:r>
              <a:rPr lang="en-US" altLang="en-US" sz="2400" dirty="0">
                <a:solidFill>
                  <a:schemeClr val="hlink"/>
                </a:solidFill>
              </a:rPr>
              <a:t>coloring the vertices of a graph such that no two adjacent vertices share the same color</a:t>
            </a:r>
            <a:r>
              <a:rPr lang="en-US" altLang="en-US" sz="2400" dirty="0"/>
              <a:t>. </a:t>
            </a:r>
          </a:p>
        </p:txBody>
      </p:sp>
      <p:sp>
        <p:nvSpPr>
          <p:cNvPr id="51207" name="Rectangle 3"/>
          <p:cNvSpPr/>
          <p:nvPr/>
        </p:nvSpPr>
        <p:spPr>
          <a:xfrm>
            <a:off x="76200" y="3657600"/>
            <a:ext cx="5638800" cy="1187450"/>
          </a:xfrm>
          <a:prstGeom prst="rect">
            <a:avLst/>
          </a:prstGeom>
          <a:noFill/>
          <a:ln w="9525">
            <a:noFill/>
          </a:ln>
        </p:spPr>
        <p:txBody>
          <a:bodyPr>
            <a:spAutoFit/>
          </a:bodyPr>
          <a:lstStyle>
            <a:lvl1pPr marL="342900" indent="-342900" algn="l" rtl="0" eaLnBrk="0" fontAlgn="base" hangingPunct="0">
              <a:spcBef>
                <a:spcPct val="20000"/>
              </a:spcBef>
              <a:spcAft>
                <a:spcPct val="0"/>
              </a:spcAft>
              <a:buFont typeface="Arial" panose="020B0604020202020204" pitchFamily="34" charset="0"/>
              <a:buChar char="•"/>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342900" lvl="0" indent="-342900" eaLnBrk="1" hangingPunct="1"/>
            <a:r>
              <a:rPr lang="en-US" altLang="en-US" sz="2400" dirty="0"/>
              <a:t>If the chromatic number of  the graph G is denoted by </a:t>
            </a:r>
            <a:r>
              <a:rPr lang="el-GR" altLang="en-US" sz="2400" dirty="0"/>
              <a:t>χ</a:t>
            </a:r>
            <a:r>
              <a:rPr lang="en-US" altLang="en-US" sz="2400" dirty="0"/>
              <a:t>(G). A graph for which  k =  </a:t>
            </a:r>
            <a:r>
              <a:rPr lang="el-GR" altLang="en-US" sz="2400" dirty="0"/>
              <a:t>χ</a:t>
            </a:r>
            <a:r>
              <a:rPr lang="en-US" altLang="en-US" sz="2400" dirty="0"/>
              <a:t>(G)  is called k-colorable. For a complete</a:t>
            </a:r>
          </a:p>
        </p:txBody>
      </p:sp>
      <p:sp>
        <p:nvSpPr>
          <p:cNvPr id="51208" name="Rectangle 3"/>
          <p:cNvSpPr/>
          <p:nvPr/>
        </p:nvSpPr>
        <p:spPr>
          <a:xfrm>
            <a:off x="76200" y="2057400"/>
            <a:ext cx="5791200" cy="1552575"/>
          </a:xfrm>
          <a:prstGeom prst="rect">
            <a:avLst/>
          </a:prstGeom>
          <a:noFill/>
          <a:ln w="9525">
            <a:noFill/>
          </a:ln>
        </p:spPr>
        <p:txBody>
          <a:bodyPr>
            <a:spAutoFit/>
          </a:bodyPr>
          <a:lstStyle>
            <a:lvl1pPr marL="342900" indent="-342900" algn="l" rtl="0" eaLnBrk="0" fontAlgn="base" hangingPunct="0">
              <a:spcBef>
                <a:spcPct val="20000"/>
              </a:spcBef>
              <a:spcAft>
                <a:spcPct val="0"/>
              </a:spcAft>
              <a:buFont typeface="Arial" panose="020B0604020202020204" pitchFamily="34" charset="0"/>
              <a:buChar char="•"/>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342900" lvl="0" indent="-342900" eaLnBrk="1" hangingPunct="1"/>
            <a:r>
              <a:rPr lang="en-US" altLang="en-US" sz="2400" dirty="0"/>
              <a:t>The </a:t>
            </a:r>
            <a:r>
              <a:rPr lang="en-US" altLang="en-US" sz="2400" dirty="0">
                <a:solidFill>
                  <a:schemeClr val="hlink"/>
                </a:solidFill>
              </a:rPr>
              <a:t>chromatic number</a:t>
            </a:r>
            <a:r>
              <a:rPr lang="en-US" altLang="en-US" sz="2400" dirty="0"/>
              <a:t> of a graph is the minimum number of colors one can use to color the vertices of the graph so that no two adjacent vertices are the same color.</a:t>
            </a:r>
          </a:p>
        </p:txBody>
      </p:sp>
      <p:sp>
        <p:nvSpPr>
          <p:cNvPr id="51209" name="Rectangle 3"/>
          <p:cNvSpPr/>
          <p:nvPr/>
        </p:nvSpPr>
        <p:spPr>
          <a:xfrm>
            <a:off x="76200" y="4876800"/>
            <a:ext cx="8763000" cy="1260475"/>
          </a:xfrm>
          <a:prstGeom prst="rect">
            <a:avLst/>
          </a:prstGeom>
          <a:noFill/>
          <a:ln w="9525">
            <a:noFill/>
          </a:ln>
        </p:spPr>
        <p:txBody>
          <a:bodyPr>
            <a:spAutoFit/>
          </a:bodyPr>
          <a:lstStyle>
            <a:lvl1pPr marL="342900" indent="-342900" algn="l" rtl="0" eaLnBrk="0" fontAlgn="base" hangingPunct="0">
              <a:spcBef>
                <a:spcPct val="20000"/>
              </a:spcBef>
              <a:spcAft>
                <a:spcPct val="0"/>
              </a:spcAft>
              <a:buFont typeface="Arial" panose="020B0604020202020204" pitchFamily="34" charset="0"/>
              <a:buChar char="•"/>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342900" lvl="0" indent="-342900" eaLnBrk="1" hangingPunct="1">
              <a:buFontTx/>
              <a:buNone/>
            </a:pPr>
            <a:r>
              <a:rPr lang="en-US" altLang="en-US" sz="2400" dirty="0"/>
              <a:t>	graph </a:t>
            </a:r>
            <a:r>
              <a:rPr lang="el-GR" altLang="en-US" sz="2400" dirty="0"/>
              <a:t>χ</a:t>
            </a:r>
            <a:r>
              <a:rPr lang="en-US" altLang="en-US" sz="2400" dirty="0"/>
              <a:t>(K</a:t>
            </a:r>
            <a:r>
              <a:rPr lang="en-US" altLang="en-US" sz="2400" baseline="-25000" dirty="0"/>
              <a:t>n</a:t>
            </a:r>
            <a:r>
              <a:rPr lang="en-US" altLang="en-US" sz="2400" dirty="0"/>
              <a:t>)=n, </a:t>
            </a:r>
            <a:r>
              <a:rPr lang="el-GR" altLang="en-US" sz="2400" dirty="0"/>
              <a:t>χ</a:t>
            </a:r>
            <a:r>
              <a:rPr lang="en-US" altLang="en-US" sz="2400" dirty="0"/>
              <a:t>(C</a:t>
            </a:r>
            <a:r>
              <a:rPr lang="en-US" altLang="en-US" sz="2400" baseline="-25000" dirty="0"/>
              <a:t>2n</a:t>
            </a:r>
            <a:r>
              <a:rPr lang="en-US" altLang="en-US" sz="2400" dirty="0"/>
              <a:t>)=2, </a:t>
            </a:r>
            <a:r>
              <a:rPr lang="el-GR" altLang="en-US" sz="2400" dirty="0"/>
              <a:t>χ</a:t>
            </a:r>
            <a:r>
              <a:rPr lang="en-US" altLang="en-US" sz="2400" dirty="0"/>
              <a:t>(C</a:t>
            </a:r>
            <a:r>
              <a:rPr lang="en-US" altLang="en-US" sz="2400" baseline="-25000" dirty="0"/>
              <a:t>2n+1</a:t>
            </a:r>
            <a:r>
              <a:rPr lang="en-US" altLang="en-US" sz="2400" dirty="0"/>
              <a:t>)=3; and for bipartite graph </a:t>
            </a:r>
            <a:r>
              <a:rPr lang="el-GR" altLang="en-US" sz="2400" dirty="0"/>
              <a:t>χ</a:t>
            </a:r>
            <a:r>
              <a:rPr lang="en-US" altLang="en-US" sz="2400" dirty="0"/>
              <a:t>(G)≤ 2.</a:t>
            </a:r>
          </a:p>
          <a:p>
            <a:pPr marL="342900" lvl="0" indent="-342900" eaLnBrk="1" hangingPunct="1">
              <a:buFont typeface="Arial" panose="020B0604020202020204" pitchFamily="34" charset="0"/>
              <a:buChar char="•"/>
            </a:pPr>
            <a:r>
              <a:rPr lang="en-US" altLang="en-US" sz="2400" dirty="0"/>
              <a:t>Determining a chromatic number of  a graph G is an NP-complete problem.</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Footer Placeholder 4"/>
          <p:cNvSpPr txBox="1">
            <a:spLocks noGrp="1"/>
          </p:cNvSpPr>
          <p:nvPr>
            <p:ph type="ftr" sz="quarter" idx="11"/>
          </p:nvPr>
        </p:nvSpPr>
        <p:spPr>
          <a:noFill/>
          <a:ln>
            <a:noFill/>
          </a:ln>
        </p:spPr>
        <p:txBody>
          <a:bodyPr anchor="ctr" anchorCtr="0"/>
          <a:lstStyle/>
          <a:p>
            <a:pPr marL="0" indent="0" algn="ctr" eaLnBrk="1" hangingPunct="1">
              <a:spcBef>
                <a:spcPct val="0"/>
              </a:spcBef>
              <a:buFontTx/>
              <a:buNone/>
            </a:pPr>
            <a:r>
              <a:rPr lang="en-US" altLang="en-US" sz="1200" dirty="0">
                <a:solidFill>
                  <a:srgbClr val="898989"/>
                </a:solidFill>
                <a:latin typeface="Arial" panose="020B0604020202020204" pitchFamily="34" charset="0"/>
              </a:rPr>
              <a:t>Data Structures and Algorithms in Java </a:t>
            </a:r>
          </a:p>
        </p:txBody>
      </p:sp>
      <p:sp>
        <p:nvSpPr>
          <p:cNvPr id="53251" name="Slide Number Placeholder 5"/>
          <p:cNvSpPr txBox="1">
            <a:spLocks noGrp="1"/>
          </p:cNvSpPr>
          <p:nvPr>
            <p:ph type="sldNum" sz="quarter" idx="12"/>
          </p:nvPr>
        </p:nvSpPr>
        <p:spPr>
          <a:noFill/>
          <a:ln>
            <a:noFill/>
          </a:ln>
        </p:spPr>
        <p:txBody>
          <a:bodyPr anchor="ctr" anchorCtr="0"/>
          <a:lstStyle/>
          <a:p>
            <a:pPr marL="0" indent="0" algn="r" eaLnBrk="1" hangingPunct="1">
              <a:spcBef>
                <a:spcPct val="0"/>
              </a:spcBef>
              <a:buFontTx/>
              <a:buNone/>
            </a:pPr>
            <a:fld id="{9A0DB2DC-4C9A-4742-B13C-FB6460FD3503}" type="slidenum">
              <a:rPr lang="en-US" altLang="zh-CN" sz="1200" dirty="0">
                <a:solidFill>
                  <a:srgbClr val="898989"/>
                </a:solidFill>
                <a:latin typeface="Arial" panose="020B0604020202020204" pitchFamily="34" charset="0"/>
                <a:ea typeface="SimSun" panose="02010600030101010101" pitchFamily="2" charset="-122"/>
              </a:rPr>
              <a:t>31</a:t>
            </a:fld>
            <a:r>
              <a:rPr lang="en-US" altLang="en-US" sz="1200" dirty="0">
                <a:solidFill>
                  <a:srgbClr val="898989"/>
                </a:solidFill>
                <a:latin typeface="Arial" panose="020B0604020202020204" pitchFamily="34" charset="0"/>
              </a:rPr>
              <a:t>/30</a:t>
            </a:r>
          </a:p>
        </p:txBody>
      </p:sp>
      <p:sp>
        <p:nvSpPr>
          <p:cNvPr id="28676" name="Rectangle 2"/>
          <p:cNvSpPr>
            <a:spLocks noGrp="1"/>
          </p:cNvSpPr>
          <p:nvPr>
            <p:ph idx="1"/>
          </p:nvPr>
        </p:nvSpPr>
        <p:spPr>
          <a:xfrm>
            <a:off x="152400" y="1295400"/>
            <a:ext cx="8763000" cy="1373188"/>
          </a:xfrm>
        </p:spPr>
        <p:txBody>
          <a:bodyPr vert="horz" wrap="square" lIns="91440" tIns="45720" rIns="91440" bIns="45720" numCol="1" anchor="t" anchorCtr="0" compatLnSpc="1">
            <a:spAutoFit/>
          </a:bodyPr>
          <a:lstStyle/>
          <a:p>
            <a:pPr marL="342900" marR="0" lvl="0" indent="-342900" algn="l" defTabSz="914400" rtl="0" eaLnBrk="0" fontAlgn="base" latinLnBrk="0" hangingPunct="0">
              <a:lnSpc>
                <a:spcPct val="100000"/>
              </a:lnSpc>
              <a:spcBef>
                <a:spcPct val="20000"/>
              </a:spcBef>
              <a:spcAft>
                <a:spcPct val="0"/>
              </a:spcAft>
              <a:buClr>
                <a:schemeClr val="tx2">
                  <a:lumMod val="60000"/>
                  <a:lumOff val="40000"/>
                </a:schemeClr>
              </a:buClr>
              <a:buSzPct val="80000"/>
              <a:buFont typeface="Arial" panose="020B0604020202020204" pitchFamily="34" charset="0"/>
              <a:buChar char="•"/>
              <a:tabLst>
                <a:tab pos="692150" algn="l"/>
              </a:tabLst>
              <a:defRPr/>
            </a:pPr>
            <a:r>
              <a:rPr kumimoji="0" sz="2800" b="1" i="0" u="none" strike="noStrike" kern="1200" cap="none" spc="0" normalizeH="0" baseline="0" noProof="1">
                <a:ln>
                  <a:noFill/>
                </a:ln>
                <a:solidFill>
                  <a:schemeClr val="tx1"/>
                </a:solidFill>
                <a:effectLst/>
                <a:uLnTx/>
                <a:uFillTx/>
                <a:latin typeface="+mn-lt"/>
                <a:ea typeface="+mn-ea"/>
                <a:cs typeface="Arial" panose="020B0604020202020204" pitchFamily="34" charset="0"/>
              </a:rPr>
              <a:t>Sequential coloring</a:t>
            </a:r>
            <a:r>
              <a:rPr kumimoji="0" sz="2800" b="0" i="1" u="none" strike="noStrike" kern="1200" cap="none" spc="0" normalizeH="0" baseline="0" noProof="1">
                <a:ln>
                  <a:noFill/>
                </a:ln>
                <a:solidFill>
                  <a:schemeClr val="tx1"/>
                </a:solidFill>
                <a:effectLst/>
                <a:uLnTx/>
                <a:uFillTx/>
                <a:latin typeface="+mn-lt"/>
                <a:ea typeface="+mn-ea"/>
                <a:cs typeface="Arial" panose="020B0604020202020204" pitchFamily="34" charset="0"/>
              </a:rPr>
              <a:t> </a:t>
            </a:r>
            <a:r>
              <a:rPr kumimoji="0" sz="2800" b="0" i="0" u="none" strike="noStrike" kern="1200" cap="none" spc="0" normalizeH="0" baseline="0" noProof="1">
                <a:ln>
                  <a:noFill/>
                </a:ln>
                <a:solidFill>
                  <a:schemeClr val="tx1"/>
                </a:solidFill>
                <a:effectLst/>
                <a:uLnTx/>
                <a:uFillTx/>
                <a:latin typeface="+mn-lt"/>
                <a:ea typeface="+mn-ea"/>
                <a:cs typeface="Arial" panose="020B0604020202020204" pitchFamily="34" charset="0"/>
              </a:rPr>
              <a:t>establishes the sequence of vertices and a sequence of colors before coloring them, and then color the next vertex with the lowest number possible</a:t>
            </a:r>
            <a:endParaRPr kumimoji="0" sz="2800" b="0" i="0" u="none" strike="noStrike" kern="1200" cap="none" spc="0" normalizeH="0" baseline="0" noProof="1">
              <a:ln>
                <a:noFill/>
              </a:ln>
              <a:solidFill>
                <a:schemeClr val="tx1"/>
              </a:solidFill>
              <a:effectLst/>
              <a:uLnTx/>
              <a:uFillTx/>
              <a:latin typeface="Courier New" panose="02070309020205020404" pitchFamily="49" charset="0"/>
              <a:ea typeface="Arial" panose="020B0604020202020204" pitchFamily="34" charset="0"/>
              <a:cs typeface="+mn-cs"/>
            </a:endParaRPr>
          </a:p>
        </p:txBody>
      </p:sp>
      <p:sp>
        <p:nvSpPr>
          <p:cNvPr id="53253" name="Rectangle 3"/>
          <p:cNvSpPr>
            <a:spLocks noGrp="1"/>
          </p:cNvSpPr>
          <p:nvPr>
            <p:ph type="title"/>
          </p:nvPr>
        </p:nvSpPr>
        <p:spPr>
          <a:xfrm>
            <a:off x="990600" y="381000"/>
            <a:ext cx="6553200" cy="701675"/>
          </a:xfrm>
        </p:spPr>
        <p:txBody>
          <a:bodyPr vert="horz" wrap="square" lIns="91440" tIns="45720" rIns="91440" bIns="45720" anchor="ctr" anchorCtr="0">
            <a:spAutoFit/>
          </a:bodyPr>
          <a:lstStyle/>
          <a:p>
            <a:r>
              <a:rPr lang="en-US" altLang="en-US" sz="4000" b="1" kern="1200" dirty="0">
                <a:solidFill>
                  <a:schemeClr val="hlink"/>
                </a:solidFill>
                <a:latin typeface="+mj-lt"/>
                <a:ea typeface="+mj-ea"/>
                <a:cs typeface="Arial" panose="020B0604020202020204" pitchFamily="34" charset="0"/>
              </a:rPr>
              <a:t>Graph coloring - 2</a:t>
            </a:r>
            <a:endParaRPr lang="en-US" altLang="en-US" sz="4000" b="1" kern="1200" dirty="0">
              <a:solidFill>
                <a:schemeClr val="hlink"/>
              </a:solidFill>
              <a:latin typeface="+mj-lt"/>
              <a:ea typeface="Arial" panose="020B0604020202020204" pitchFamily="34" charset="0"/>
              <a:cs typeface="+mj-cs"/>
            </a:endParaRPr>
          </a:p>
        </p:txBody>
      </p:sp>
      <p:sp>
        <p:nvSpPr>
          <p:cNvPr id="53254" name="Text Box 4"/>
          <p:cNvSpPr txBox="1"/>
          <p:nvPr/>
        </p:nvSpPr>
        <p:spPr>
          <a:xfrm>
            <a:off x="1981200" y="5461000"/>
            <a:ext cx="5181600" cy="406400"/>
          </a:xfrm>
          <a:prstGeom prst="rect">
            <a:avLst/>
          </a:prstGeom>
          <a:solidFill>
            <a:srgbClr val="99CCFF"/>
          </a:solidFill>
          <a:ln w="9525" cap="flat" cmpd="sng">
            <a:solidFill>
              <a:schemeClr val="tx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Font typeface="Arial" panose="020B0604020202020204" pitchFamily="34" charset="0"/>
              <a:buChar char="•"/>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algn="ctr" eaLnBrk="1" hangingPunct="1">
              <a:spcBef>
                <a:spcPct val="50000"/>
              </a:spcBef>
              <a:buFontTx/>
              <a:buNone/>
            </a:pPr>
            <a:r>
              <a:rPr lang="en-US" altLang="en-US" sz="2000" dirty="0">
                <a:latin typeface="Arial" panose="020B0604020202020204" pitchFamily="34" charset="0"/>
              </a:rPr>
              <a:t>The complexity of this algorithm is O(|V|</a:t>
            </a:r>
            <a:r>
              <a:rPr lang="en-US" altLang="en-US" sz="2000" baseline="30000" dirty="0">
                <a:latin typeface="Arial" panose="020B0604020202020204" pitchFamily="34" charset="0"/>
              </a:rPr>
              <a:t>2</a:t>
            </a:r>
            <a:r>
              <a:rPr lang="en-US" altLang="en-US" sz="2000" dirty="0">
                <a:latin typeface="Arial" panose="020B0604020202020204" pitchFamily="34" charset="0"/>
              </a:rPr>
              <a:t>)</a:t>
            </a:r>
          </a:p>
        </p:txBody>
      </p:sp>
      <p:sp>
        <p:nvSpPr>
          <p:cNvPr id="53255" name="Rectangle 5"/>
          <p:cNvSpPr/>
          <p:nvPr/>
        </p:nvSpPr>
        <p:spPr>
          <a:xfrm>
            <a:off x="152400" y="2895600"/>
            <a:ext cx="8991600" cy="2246769"/>
          </a:xfrm>
          <a:prstGeom prst="rect">
            <a:avLst/>
          </a:prstGeom>
          <a:noFill/>
          <a:ln w="9525">
            <a:noFill/>
          </a:ln>
        </p:spPr>
        <p:txBody>
          <a:bodyPr>
            <a:spAutoFit/>
          </a:bodyPr>
          <a:lstStyle>
            <a:lvl1pPr marL="342900" indent="-342900" algn="l" rtl="0" eaLnBrk="0" fontAlgn="base" hangingPunct="0">
              <a:spcBef>
                <a:spcPct val="20000"/>
              </a:spcBef>
              <a:spcAft>
                <a:spcPct val="0"/>
              </a:spcAft>
              <a:buFont typeface="Arial" panose="020B0604020202020204" pitchFamily="34" charset="0"/>
              <a:buChar char="•"/>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342900" lvl="0" indent="-342900" defTabSz="914400">
              <a:buFontTx/>
              <a:buNone/>
              <a:tabLst>
                <a:tab pos="692150" algn="l"/>
              </a:tabLst>
            </a:pPr>
            <a:r>
              <a:rPr lang="en-US" altLang="en-US" sz="2000" dirty="0">
                <a:latin typeface="Courier New" panose="02070309020205020404" pitchFamily="49" charset="0"/>
              </a:rPr>
              <a:t>sequentialColoringAlgorithm(graph = </a:t>
            </a:r>
            <a:r>
              <a:rPr lang="en-US" altLang="en-US" sz="2000" dirty="0"/>
              <a:t>(</a:t>
            </a:r>
            <a:r>
              <a:rPr lang="en-US" altLang="en-US" sz="2000" i="1" dirty="0"/>
              <a:t>V, E</a:t>
            </a:r>
            <a:r>
              <a:rPr lang="en-US" altLang="en-US" sz="2000" dirty="0"/>
              <a:t>)</a:t>
            </a:r>
            <a:r>
              <a:rPr lang="en-US" altLang="en-US" sz="2000" dirty="0">
                <a:latin typeface="Courier New" panose="02070309020205020404" pitchFamily="49" charset="0"/>
              </a:rPr>
              <a:t>)</a:t>
            </a:r>
          </a:p>
          <a:p>
            <a:pPr marL="342900" lvl="0" indent="-342900" defTabSz="914400">
              <a:buFontTx/>
              <a:buNone/>
              <a:tabLst>
                <a:tab pos="692150" algn="l"/>
              </a:tabLst>
            </a:pPr>
            <a:r>
              <a:rPr lang="en-US" altLang="en-US" sz="2000" i="1" dirty="0">
                <a:latin typeface="Courier New" panose="02070309020205020404" pitchFamily="49" charset="0"/>
              </a:rPr>
              <a:t>	</a:t>
            </a:r>
            <a:r>
              <a:rPr lang="en-US" altLang="en-US" sz="2000" i="1" dirty="0"/>
              <a:t>put vertices in a certain order</a:t>
            </a:r>
            <a:r>
              <a:rPr lang="en-US" altLang="en-US" sz="2000" i="1" dirty="0">
                <a:latin typeface="Courier New" panose="02070309020205020404" pitchFamily="49" charset="0"/>
              </a:rPr>
              <a:t> </a:t>
            </a:r>
            <a:r>
              <a:rPr lang="en-US" altLang="en-US" sz="2000" dirty="0">
                <a:latin typeface="Courier New" panose="02070309020205020404" pitchFamily="49" charset="0"/>
              </a:rPr>
              <a:t>v</a:t>
            </a:r>
            <a:r>
              <a:rPr lang="en-US" altLang="en-US" sz="2000" baseline="-25000" dirty="0">
                <a:latin typeface="Courier New" panose="02070309020205020404" pitchFamily="49" charset="0"/>
              </a:rPr>
              <a:t>P1</a:t>
            </a:r>
            <a:r>
              <a:rPr lang="en-US" altLang="en-US" sz="2000" dirty="0">
                <a:latin typeface="Courier New" panose="02070309020205020404" pitchFamily="49" charset="0"/>
              </a:rPr>
              <a:t>, v</a:t>
            </a:r>
            <a:r>
              <a:rPr lang="en-US" altLang="en-US" sz="2000" baseline="-25000" dirty="0">
                <a:latin typeface="Courier New" panose="02070309020205020404" pitchFamily="49" charset="0"/>
              </a:rPr>
              <a:t>P2</a:t>
            </a:r>
            <a:r>
              <a:rPr lang="en-US" altLang="en-US" sz="2000" i="1" dirty="0">
                <a:latin typeface="Courier New" panose="02070309020205020404" pitchFamily="49" charset="0"/>
              </a:rPr>
              <a:t>, . . . , </a:t>
            </a:r>
            <a:r>
              <a:rPr lang="en-US" altLang="en-US" sz="2000" dirty="0">
                <a:latin typeface="Courier New" panose="02070309020205020404" pitchFamily="49" charset="0"/>
              </a:rPr>
              <a:t>v</a:t>
            </a:r>
            <a:r>
              <a:rPr lang="en-US" altLang="en-US" sz="2000" baseline="-25000" dirty="0">
                <a:latin typeface="Courier New" panose="02070309020205020404" pitchFamily="49" charset="0"/>
              </a:rPr>
              <a:t>Pv</a:t>
            </a:r>
            <a:r>
              <a:rPr lang="en-US" altLang="en-US" sz="2000" dirty="0">
                <a:latin typeface="Courier New" panose="02070309020205020404" pitchFamily="49" charset="0"/>
              </a:rPr>
              <a:t> ;</a:t>
            </a:r>
          </a:p>
          <a:p>
            <a:pPr marL="342900" lvl="0" indent="-342900" defTabSz="914400">
              <a:buFontTx/>
              <a:buNone/>
              <a:tabLst>
                <a:tab pos="692150" algn="l"/>
              </a:tabLst>
            </a:pPr>
            <a:r>
              <a:rPr lang="en-US" altLang="en-US" sz="2000" i="1" dirty="0">
                <a:latin typeface="Courier New" panose="02070309020205020404" pitchFamily="49" charset="0"/>
              </a:rPr>
              <a:t>	</a:t>
            </a:r>
            <a:r>
              <a:rPr lang="en-US" altLang="en-US" sz="2000" i="1" dirty="0"/>
              <a:t>put colors in a certain order</a:t>
            </a:r>
            <a:r>
              <a:rPr lang="en-US" altLang="en-US" sz="2000" i="1" dirty="0">
                <a:latin typeface="Courier New" panose="02070309020205020404" pitchFamily="49" charset="0"/>
              </a:rPr>
              <a:t> </a:t>
            </a:r>
            <a:r>
              <a:rPr lang="en-US" altLang="en-US" sz="2000" dirty="0">
                <a:latin typeface="Courier New" panose="02070309020205020404" pitchFamily="49" charset="0"/>
              </a:rPr>
              <a:t>c</a:t>
            </a:r>
            <a:r>
              <a:rPr lang="en-US" altLang="en-US" sz="2000" baseline="-25000" dirty="0">
                <a:latin typeface="Courier New" panose="02070309020205020404" pitchFamily="49" charset="0"/>
              </a:rPr>
              <a:t>1</a:t>
            </a:r>
            <a:r>
              <a:rPr lang="en-US" altLang="en-US" sz="2000" dirty="0">
                <a:latin typeface="Courier New" panose="02070309020205020404" pitchFamily="49" charset="0"/>
              </a:rPr>
              <a:t>, c</a:t>
            </a:r>
            <a:r>
              <a:rPr lang="en-US" altLang="en-US" sz="2000" baseline="-25000" dirty="0">
                <a:latin typeface="Courier New" panose="02070309020205020404" pitchFamily="49" charset="0"/>
              </a:rPr>
              <a:t>2</a:t>
            </a:r>
            <a:r>
              <a:rPr lang="en-US" altLang="en-US" sz="2000" i="1" dirty="0">
                <a:latin typeface="Courier New" panose="02070309020205020404" pitchFamily="49" charset="0"/>
              </a:rPr>
              <a:t>, . . . , </a:t>
            </a:r>
            <a:r>
              <a:rPr lang="en-US" altLang="en-US" sz="2000" dirty="0">
                <a:latin typeface="Courier New" panose="02070309020205020404" pitchFamily="49" charset="0"/>
              </a:rPr>
              <a:t>c</a:t>
            </a:r>
            <a:r>
              <a:rPr lang="en-US" altLang="en-US" sz="2000" baseline="-25000" dirty="0">
                <a:latin typeface="Courier New" panose="02070309020205020404" pitchFamily="49" charset="0"/>
              </a:rPr>
              <a:t>k</a:t>
            </a:r>
            <a:r>
              <a:rPr lang="en-US" altLang="en-US" sz="2000" dirty="0">
                <a:latin typeface="Courier New" panose="02070309020205020404" pitchFamily="49" charset="0"/>
              </a:rPr>
              <a:t>;</a:t>
            </a:r>
          </a:p>
          <a:p>
            <a:pPr marL="342900" lvl="0" indent="-342900" defTabSz="914400">
              <a:buFontTx/>
              <a:buNone/>
              <a:tabLst>
                <a:tab pos="692150" algn="l"/>
              </a:tabLst>
            </a:pPr>
            <a:r>
              <a:rPr lang="en-US" altLang="en-US" sz="2000" dirty="0">
                <a:latin typeface="Courier New" panose="02070309020205020404" pitchFamily="49" charset="0"/>
              </a:rPr>
              <a:t>	for i = 1 </a:t>
            </a:r>
            <a:r>
              <a:rPr lang="en-US" altLang="en-US" sz="2000" i="1" dirty="0"/>
              <a:t>to |V|</a:t>
            </a:r>
          </a:p>
          <a:p>
            <a:pPr marL="342900" lvl="0" indent="-342900" defTabSz="914400">
              <a:buFontTx/>
              <a:buNone/>
              <a:tabLst>
                <a:tab pos="692150" algn="l"/>
              </a:tabLst>
            </a:pPr>
            <a:r>
              <a:rPr lang="en-US" altLang="en-US" sz="2000" dirty="0">
                <a:latin typeface="Courier New" panose="02070309020205020404" pitchFamily="49" charset="0"/>
              </a:rPr>
              <a:t>	  j = </a:t>
            </a:r>
            <a:r>
              <a:rPr lang="en-US" altLang="en-US" sz="2000" i="1" dirty="0"/>
              <a:t>the smallest index of color that doesn’t appear in any</a:t>
            </a:r>
            <a:r>
              <a:rPr lang="en-US" altLang="en-US" sz="2000" i="1" dirty="0">
                <a:latin typeface="Courier New" panose="02070309020205020404" pitchFamily="49" charset="0"/>
              </a:rPr>
              <a:t> </a:t>
            </a:r>
            <a:r>
              <a:rPr lang="en-US" altLang="en-US" sz="2000" i="1" dirty="0"/>
              <a:t>neighbor of</a:t>
            </a:r>
            <a:r>
              <a:rPr lang="en-US" altLang="en-US" sz="2000" i="1" dirty="0">
                <a:latin typeface="Courier New" panose="02070309020205020404" pitchFamily="49" charset="0"/>
              </a:rPr>
              <a:t> </a:t>
            </a:r>
            <a:r>
              <a:rPr lang="en-US" altLang="en-US" sz="2000" dirty="0">
                <a:latin typeface="Courier New" panose="02070309020205020404" pitchFamily="49" charset="0"/>
              </a:rPr>
              <a:t>v</a:t>
            </a:r>
            <a:r>
              <a:rPr lang="en-US" altLang="en-US" sz="2000" baseline="-25000" dirty="0">
                <a:latin typeface="Courier New" panose="02070309020205020404" pitchFamily="49" charset="0"/>
              </a:rPr>
              <a:t>Pi</a:t>
            </a:r>
            <a:r>
              <a:rPr lang="en-US" altLang="en-US" sz="2000" dirty="0">
                <a:latin typeface="Courier New" panose="02070309020205020404" pitchFamily="49" charset="0"/>
              </a:rPr>
              <a:t>;</a:t>
            </a:r>
          </a:p>
          <a:p>
            <a:pPr marL="342900" lvl="0" indent="-342900" defTabSz="914400">
              <a:buFontTx/>
              <a:buNone/>
              <a:tabLst>
                <a:tab pos="692150" algn="l"/>
              </a:tabLst>
            </a:pPr>
            <a:r>
              <a:rPr lang="en-US" altLang="en-US" sz="2000" i="1" dirty="0">
                <a:latin typeface="Courier New" panose="02070309020205020404" pitchFamily="49" charset="0"/>
              </a:rPr>
              <a:t>	  </a:t>
            </a:r>
            <a:r>
              <a:rPr lang="en-US" altLang="en-US" sz="2000" i="1" dirty="0"/>
              <a:t>color</a:t>
            </a:r>
            <a:r>
              <a:rPr lang="en-US" altLang="en-US" sz="2000" dirty="0">
                <a:latin typeface="Courier New" panose="02070309020205020404" pitchFamily="49" charset="0"/>
              </a:rPr>
              <a:t>(v</a:t>
            </a:r>
            <a:r>
              <a:rPr lang="en-US" altLang="en-US" sz="2000" baseline="-25000" dirty="0">
                <a:latin typeface="Courier New" panose="02070309020205020404" pitchFamily="49" charset="0"/>
              </a:rPr>
              <a:t>Pi</a:t>
            </a:r>
            <a:r>
              <a:rPr lang="en-US" altLang="en-US" sz="2000" dirty="0">
                <a:latin typeface="Courier New" panose="02070309020205020404" pitchFamily="49" charset="0"/>
              </a:rPr>
              <a:t>) = c</a:t>
            </a:r>
            <a:r>
              <a:rPr lang="en-US" altLang="en-US" sz="2000" baseline="-25000" dirty="0">
                <a:latin typeface="Courier New" panose="02070309020205020404" pitchFamily="49" charset="0"/>
              </a:rPr>
              <a:t>j</a:t>
            </a:r>
            <a:r>
              <a:rPr lang="en-US" altLang="en-US" sz="2000" dirty="0">
                <a:latin typeface="Courier New" panose="02070309020205020404" pitchFamily="49" charset="0"/>
              </a:rPr>
              <a:t>;</a:t>
            </a:r>
            <a:endParaRPr lang="en-US" altLang="en-US" sz="20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Footer Placeholder 4"/>
          <p:cNvSpPr txBox="1">
            <a:spLocks noGrp="1"/>
          </p:cNvSpPr>
          <p:nvPr>
            <p:ph type="ftr" sz="quarter" idx="11"/>
          </p:nvPr>
        </p:nvSpPr>
        <p:spPr>
          <a:noFill/>
          <a:ln>
            <a:noFill/>
          </a:ln>
        </p:spPr>
        <p:txBody>
          <a:bodyPr anchor="ctr" anchorCtr="0"/>
          <a:lstStyle/>
          <a:p>
            <a:pPr marL="0" indent="0" algn="ctr" eaLnBrk="1" hangingPunct="1">
              <a:spcBef>
                <a:spcPct val="0"/>
              </a:spcBef>
              <a:buFontTx/>
              <a:buNone/>
            </a:pPr>
            <a:r>
              <a:rPr lang="en-US" altLang="en-US" sz="1200" dirty="0">
                <a:solidFill>
                  <a:srgbClr val="898989"/>
                </a:solidFill>
                <a:latin typeface="Arial" panose="020B0604020202020204" pitchFamily="34" charset="0"/>
              </a:rPr>
              <a:t>Data Structures and Algorithms in Java </a:t>
            </a:r>
          </a:p>
        </p:txBody>
      </p:sp>
      <p:sp>
        <p:nvSpPr>
          <p:cNvPr id="54275" name="Slide Number Placeholder 5"/>
          <p:cNvSpPr txBox="1">
            <a:spLocks noGrp="1"/>
          </p:cNvSpPr>
          <p:nvPr>
            <p:ph type="sldNum" sz="quarter" idx="12"/>
          </p:nvPr>
        </p:nvSpPr>
        <p:spPr>
          <a:noFill/>
          <a:ln>
            <a:noFill/>
          </a:ln>
        </p:spPr>
        <p:txBody>
          <a:bodyPr anchor="ctr" anchorCtr="0"/>
          <a:lstStyle/>
          <a:p>
            <a:pPr marL="0" indent="0" algn="r" eaLnBrk="1" hangingPunct="1">
              <a:spcBef>
                <a:spcPct val="0"/>
              </a:spcBef>
              <a:buFontTx/>
              <a:buNone/>
            </a:pPr>
            <a:fld id="{9A0DB2DC-4C9A-4742-B13C-FB6460FD3503}" type="slidenum">
              <a:rPr lang="en-US" altLang="zh-CN" sz="1200" dirty="0">
                <a:solidFill>
                  <a:srgbClr val="898989"/>
                </a:solidFill>
                <a:latin typeface="Arial" panose="020B0604020202020204" pitchFamily="34" charset="0"/>
                <a:ea typeface="SimSun" panose="02010600030101010101" pitchFamily="2" charset="-122"/>
              </a:rPr>
              <a:t>32</a:t>
            </a:fld>
            <a:r>
              <a:rPr lang="en-US" altLang="en-US" sz="1200" dirty="0">
                <a:solidFill>
                  <a:srgbClr val="898989"/>
                </a:solidFill>
                <a:latin typeface="Arial" panose="020B0604020202020204" pitchFamily="34" charset="0"/>
              </a:rPr>
              <a:t>/30</a:t>
            </a:r>
          </a:p>
        </p:txBody>
      </p:sp>
      <p:sp>
        <p:nvSpPr>
          <p:cNvPr id="54276" name="Rectangle 2"/>
          <p:cNvSpPr>
            <a:spLocks noGrp="1"/>
          </p:cNvSpPr>
          <p:nvPr>
            <p:ph type="title"/>
          </p:nvPr>
        </p:nvSpPr>
        <p:spPr>
          <a:xfrm>
            <a:off x="3581400" y="228600"/>
            <a:ext cx="5297805" cy="706755"/>
          </a:xfrm>
        </p:spPr>
        <p:txBody>
          <a:bodyPr vert="horz" wrap="square" lIns="91440" tIns="45720" rIns="91440" bIns="45720" anchor="ctr" anchorCtr="0">
            <a:spAutoFit/>
          </a:bodyPr>
          <a:lstStyle/>
          <a:p>
            <a:r>
              <a:rPr lang="en-US" altLang="en-US" sz="4000" b="1" kern="1200" dirty="0">
                <a:solidFill>
                  <a:schemeClr val="hlink"/>
                </a:solidFill>
                <a:latin typeface="+mj-lt"/>
                <a:ea typeface="+mj-ea"/>
                <a:cs typeface="Arial" panose="020B0604020202020204" pitchFamily="34" charset="0"/>
              </a:rPr>
              <a:t>Graph Coloring - 3</a:t>
            </a:r>
            <a:endParaRPr lang="en-US" altLang="en-US" sz="4000" b="1" kern="1200" dirty="0">
              <a:solidFill>
                <a:schemeClr val="hlink"/>
              </a:solidFill>
              <a:latin typeface="+mj-lt"/>
              <a:ea typeface="Arial" panose="020B0604020202020204" pitchFamily="34" charset="0"/>
              <a:cs typeface="+mj-cs"/>
            </a:endParaRPr>
          </a:p>
        </p:txBody>
      </p:sp>
      <p:sp>
        <p:nvSpPr>
          <p:cNvPr id="54277" name="Text Box 3"/>
          <p:cNvSpPr txBox="1"/>
          <p:nvPr/>
        </p:nvSpPr>
        <p:spPr>
          <a:xfrm>
            <a:off x="4815842" y="1852900"/>
            <a:ext cx="4099558" cy="3455001"/>
          </a:xfrm>
          <a:prstGeom prst="rect">
            <a:avLst/>
          </a:prstGeom>
          <a:noFill/>
          <a:ln w="9525">
            <a:noFill/>
          </a:ln>
        </p:spPr>
        <p:txBody>
          <a:bodyPr wrap="square">
            <a:noAutofit/>
          </a:bodyPr>
          <a:lstStyle>
            <a:lvl1pPr marL="342900" indent="-342900" algn="l" rtl="0" eaLnBrk="0" fontAlgn="base" hangingPunct="0">
              <a:spcBef>
                <a:spcPct val="20000"/>
              </a:spcBef>
              <a:spcAft>
                <a:spcPct val="0"/>
              </a:spcAft>
              <a:buFont typeface="Arial" panose="020B0604020202020204" pitchFamily="34" charset="0"/>
              <a:buChar char="•"/>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eaLnBrk="1" hangingPunct="1">
              <a:lnSpc>
                <a:spcPct val="130000"/>
              </a:lnSpc>
              <a:spcBef>
                <a:spcPct val="0"/>
              </a:spcBef>
              <a:buFontTx/>
              <a:buNone/>
            </a:pPr>
            <a:r>
              <a:rPr lang="en-US" altLang="en-US" sz="2000" dirty="0">
                <a:latin typeface="Times New Roman" panose="02020603050405020304" pitchFamily="18" charset="0"/>
                <a:cs typeface="Times New Roman" panose="02020603050405020304" pitchFamily="18" charset="0"/>
              </a:rPr>
              <a:t>(a) A graph used for coloring; </a:t>
            </a:r>
          </a:p>
          <a:p>
            <a:pPr marL="0" lvl="0" indent="0" eaLnBrk="1" hangingPunct="1">
              <a:lnSpc>
                <a:spcPct val="130000"/>
              </a:lnSpc>
              <a:spcBef>
                <a:spcPct val="0"/>
              </a:spcBef>
              <a:buFontTx/>
              <a:buNone/>
            </a:pPr>
            <a:r>
              <a:rPr lang="en-US" altLang="en-US" sz="2000" dirty="0">
                <a:latin typeface="Times New Roman" panose="02020603050405020304" pitchFamily="18" charset="0"/>
                <a:cs typeface="Times New Roman" panose="02020603050405020304" pitchFamily="18" charset="0"/>
              </a:rPr>
              <a:t>(b) colors assigned to vertices with the </a:t>
            </a:r>
            <a:r>
              <a:rPr lang="en-US" altLang="en-US" sz="2000" dirty="0">
                <a:solidFill>
                  <a:srgbClr val="FF0000"/>
                </a:solidFill>
                <a:latin typeface="Times New Roman" panose="02020603050405020304" pitchFamily="18" charset="0"/>
                <a:cs typeface="Times New Roman" panose="02020603050405020304" pitchFamily="18" charset="0"/>
              </a:rPr>
              <a:t>sequential coloring </a:t>
            </a:r>
            <a:r>
              <a:rPr lang="en-US" altLang="en-US" sz="2000" dirty="0">
                <a:latin typeface="Times New Roman" panose="02020603050405020304" pitchFamily="18" charset="0"/>
                <a:cs typeface="Times New Roman" panose="02020603050405020304" pitchFamily="18" charset="0"/>
              </a:rPr>
              <a:t>algorithm that orders vertices by index number; </a:t>
            </a:r>
            <a:br>
              <a:rPr lang="en-US" altLang="en-US" sz="2000" dirty="0">
                <a:latin typeface="Times New Roman" panose="02020603050405020304" pitchFamily="18" charset="0"/>
                <a:cs typeface="Times New Roman" panose="02020603050405020304" pitchFamily="18" charset="0"/>
              </a:rPr>
            </a:br>
            <a:r>
              <a:rPr lang="en-US" altLang="en-US" sz="2000" dirty="0">
                <a:latin typeface="Times New Roman" panose="02020603050405020304" pitchFamily="18" charset="0"/>
                <a:cs typeface="Times New Roman" panose="02020603050405020304" pitchFamily="18" charset="0"/>
              </a:rPr>
              <a:t>(c) vertices are put in the largest first sequence; </a:t>
            </a:r>
          </a:p>
          <a:p>
            <a:pPr marL="0" lvl="0" indent="0" eaLnBrk="1" hangingPunct="1">
              <a:lnSpc>
                <a:spcPct val="130000"/>
              </a:lnSpc>
              <a:spcBef>
                <a:spcPct val="0"/>
              </a:spcBef>
              <a:buFontTx/>
              <a:buNone/>
            </a:pPr>
            <a:r>
              <a:rPr lang="en-US" altLang="en-US" sz="2000" dirty="0">
                <a:latin typeface="Times New Roman" panose="02020603050405020304" pitchFamily="18" charset="0"/>
                <a:cs typeface="Times New Roman" panose="02020603050405020304" pitchFamily="18" charset="0"/>
              </a:rPr>
              <a:t>(d) graph coloring obtained with the Brélaz algorithm</a:t>
            </a:r>
          </a:p>
        </p:txBody>
      </p:sp>
      <p:pic>
        <p:nvPicPr>
          <p:cNvPr id="54278" name="Picture 4"/>
          <p:cNvPicPr>
            <a:picLocks noChangeAspect="1"/>
          </p:cNvPicPr>
          <p:nvPr/>
        </p:nvPicPr>
        <p:blipFill>
          <a:blip r:embed="rId3"/>
          <a:stretch>
            <a:fillRect/>
          </a:stretch>
        </p:blipFill>
        <p:spPr>
          <a:xfrm>
            <a:off x="228600" y="838200"/>
            <a:ext cx="4099560" cy="5932805"/>
          </a:xfrm>
          <a:prstGeom prst="rect">
            <a:avLst/>
          </a:prstGeom>
          <a:noFill/>
          <a:ln w="9525">
            <a:noFill/>
          </a:ln>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rcRect r="4355"/>
          <a:stretch>
            <a:fillRect/>
          </a:stretch>
        </p:blipFill>
        <p:spPr>
          <a:xfrm>
            <a:off x="4800600" y="3352800"/>
            <a:ext cx="4267200" cy="3531870"/>
          </a:xfrm>
          <a:prstGeom prst="rect">
            <a:avLst/>
          </a:prstGeom>
        </p:spPr>
      </p:pic>
      <p:sp>
        <p:nvSpPr>
          <p:cNvPr id="55298" name="Title 1"/>
          <p:cNvSpPr>
            <a:spLocks noGrp="1"/>
          </p:cNvSpPr>
          <p:nvPr>
            <p:ph type="title"/>
          </p:nvPr>
        </p:nvSpPr>
        <p:spPr/>
        <p:txBody>
          <a:bodyPr vert="horz" wrap="square" lIns="91440" tIns="45720" rIns="91440" bIns="45720" anchor="ctr" anchorCtr="0"/>
          <a:lstStyle/>
          <a:p>
            <a:pPr>
              <a:buNone/>
            </a:pPr>
            <a:r>
              <a:rPr kern="1200" dirty="0">
                <a:latin typeface="Arial" panose="020B0604020202020204" pitchFamily="34" charset="0"/>
                <a:ea typeface="+mj-ea"/>
                <a:cs typeface="Arial" panose="020B0604020202020204" pitchFamily="34" charset="0"/>
              </a:rPr>
              <a:t>Exercise</a:t>
            </a:r>
            <a:endParaRPr kern="1200" dirty="0">
              <a:latin typeface="Arial" panose="020B0604020202020204" pitchFamily="34" charset="0"/>
              <a:ea typeface="Arial" panose="020B0604020202020204" pitchFamily="34" charset="0"/>
              <a:cs typeface="+mj-cs"/>
            </a:endParaRPr>
          </a:p>
        </p:txBody>
      </p:sp>
      <p:sp>
        <p:nvSpPr>
          <p:cNvPr id="3" name="Content Placeholder 2"/>
          <p:cNvSpPr>
            <a:spLocks noGrp="1"/>
          </p:cNvSpPr>
          <p:nvPr>
            <p:ph idx="1"/>
          </p:nvPr>
        </p:nvSpPr>
        <p:spPr>
          <a:xfrm>
            <a:off x="381000" y="1370648"/>
            <a:ext cx="8532813" cy="4525963"/>
          </a:xfrm>
        </p:spPr>
        <p:txBody>
          <a:bodyPr vert="horz" wrap="square" lIns="91440" tIns="45720" rIns="91440" bIns="45720" numCol="1" anchor="t" anchorCtr="0" compatLnSpc="1"/>
          <a:lstStyle/>
          <a:p>
            <a:pPr marL="0" marR="0" lvl="0" indent="0" algn="just" defTabSz="914400" rtl="0" eaLnBrk="0" fontAlgn="base" latinLnBrk="0" hangingPunct="0">
              <a:lnSpc>
                <a:spcPct val="100000"/>
              </a:lnSpc>
              <a:spcBef>
                <a:spcPct val="20000"/>
              </a:spcBef>
              <a:spcAft>
                <a:spcPct val="0"/>
              </a:spcAft>
              <a:buClr>
                <a:schemeClr val="tx2">
                  <a:lumMod val="60000"/>
                  <a:lumOff val="40000"/>
                </a:schemeClr>
              </a:buClr>
              <a:buSzPct val="80000"/>
              <a:buFont typeface="Wingdings" panose="05000000000000000000" pitchFamily="2" charset="2"/>
              <a:buNone/>
              <a:defRPr/>
            </a:pPr>
            <a:r>
              <a:rPr lang="en-US" sz="2400" noProof="0" dirty="0">
                <a:ln>
                  <a:noFill/>
                </a:ln>
                <a:effectLst/>
                <a:uLnTx/>
                <a:uFillTx/>
                <a:sym typeface="+mn-ea"/>
              </a:rPr>
              <a:t>Given a graph below and colors numbered 1, 2, 3,... are assigned to vertices with the sequential coloring algorithm that orders vertices in decreasing order of their degrees, (i.e. vertices are put in the largest first sequence)</a:t>
            </a:r>
            <a:endParaRPr kumimoji="0" lang="en-US" sz="24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p>
            <a:pPr marL="0" marR="0" lvl="0" indent="0" algn="just" defTabSz="914400" rtl="0" eaLnBrk="0" fontAlgn="base" latinLnBrk="0" hangingPunct="0">
              <a:lnSpc>
                <a:spcPct val="100000"/>
              </a:lnSpc>
              <a:spcBef>
                <a:spcPct val="20000"/>
              </a:spcBef>
              <a:spcAft>
                <a:spcPct val="0"/>
              </a:spcAft>
              <a:buClr>
                <a:schemeClr val="tx2">
                  <a:lumMod val="60000"/>
                  <a:lumOff val="40000"/>
                </a:schemeClr>
              </a:buClr>
              <a:buSzPct val="80000"/>
              <a:buFont typeface="Wingdings" panose="05000000000000000000" pitchFamily="2" charset="2"/>
              <a:buNone/>
              <a:defRPr/>
            </a:pPr>
            <a:r>
              <a:rPr lang="en-US" sz="2400" noProof="0" dirty="0">
                <a:ln>
                  <a:noFill/>
                </a:ln>
                <a:effectLst/>
                <a:uLnTx/>
                <a:uFillTx/>
                <a:sym typeface="+mn-ea"/>
              </a:rPr>
              <a:t>What is the color of the vertex g in the graphs G and H?</a:t>
            </a:r>
            <a:endParaRPr kumimoji="0" lang="en-US" sz="24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p:txBody>
      </p:sp>
      <p:pic>
        <p:nvPicPr>
          <p:cNvPr id="2" name="Picture 1"/>
          <p:cNvPicPr>
            <a:picLocks noChangeAspect="1"/>
          </p:cNvPicPr>
          <p:nvPr/>
        </p:nvPicPr>
        <p:blipFill>
          <a:blip r:embed="rId3"/>
          <a:srcRect l="4668"/>
          <a:stretch>
            <a:fillRect/>
          </a:stretch>
        </p:blipFill>
        <p:spPr>
          <a:xfrm>
            <a:off x="0" y="3352800"/>
            <a:ext cx="4694555" cy="3100070"/>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15488F-3F46-4D5F-92B3-AAA71DC03F8D}"/>
              </a:ext>
            </a:extLst>
          </p:cNvPr>
          <p:cNvSpPr>
            <a:spLocks noGrp="1"/>
          </p:cNvSpPr>
          <p:nvPr>
            <p:ph type="title"/>
          </p:nvPr>
        </p:nvSpPr>
        <p:spPr/>
        <p:txBody>
          <a:bodyPr/>
          <a:lstStyle/>
          <a:p>
            <a:r>
              <a:rPr lang="en-US" dirty="0"/>
              <a:t>Exercise</a:t>
            </a:r>
          </a:p>
        </p:txBody>
      </p:sp>
      <p:sp>
        <p:nvSpPr>
          <p:cNvPr id="4" name="Date Placeholder 3">
            <a:extLst>
              <a:ext uri="{FF2B5EF4-FFF2-40B4-BE49-F238E27FC236}">
                <a16:creationId xmlns:a16="http://schemas.microsoft.com/office/drawing/2014/main" id="{CC367838-CCF0-4175-AD8B-6A9D57B6A19F}"/>
              </a:ext>
            </a:extLst>
          </p:cNvPr>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0B071C9A-94FB-4A01-8575-75D2325C1A41}" type="datetime1">
              <a:rPr kumimoji="0" lang="en-US" sz="1200" b="0" i="0" u="none" strike="noStrike" kern="1200" cap="none" spc="0" normalizeH="0" baseline="0" noProof="0" smtClean="0">
                <a:ln>
                  <a:noFill/>
                </a:ln>
                <a:solidFill>
                  <a:srgbClr val="898989"/>
                </a:solidFill>
                <a:effectLst/>
                <a:uLnTx/>
                <a:uFillTx/>
                <a:latin typeface="Arial" panose="020B0604020202020204" pitchFamily="34" charset="0"/>
                <a:ea typeface="+mn-ea"/>
                <a:cs typeface="+mn-cs"/>
              </a:rPr>
              <a:t>11/12/2025</a:t>
            </a:fld>
            <a:endParaRPr kumimoji="0" lang="en-US" sz="1200" b="0" i="0" u="none" strike="noStrike" kern="1200" cap="none" spc="0" normalizeH="0" baseline="0" noProof="0" dirty="0">
              <a:ln>
                <a:noFill/>
              </a:ln>
              <a:solidFill>
                <a:srgbClr val="898989"/>
              </a:solidFill>
              <a:effectLst/>
              <a:uLnTx/>
              <a:uFillTx/>
              <a:latin typeface="Arial" panose="020B0604020202020204" pitchFamily="34" charset="0"/>
              <a:ea typeface="+mn-ea"/>
              <a:cs typeface="+mn-cs"/>
            </a:endParaRPr>
          </a:p>
        </p:txBody>
      </p:sp>
      <p:pic>
        <p:nvPicPr>
          <p:cNvPr id="5" name="Picture 4">
            <a:extLst>
              <a:ext uri="{FF2B5EF4-FFF2-40B4-BE49-F238E27FC236}">
                <a16:creationId xmlns:a16="http://schemas.microsoft.com/office/drawing/2014/main" id="{870688A2-6580-438C-B33B-B6E82E84B6C1}"/>
              </a:ext>
            </a:extLst>
          </p:cNvPr>
          <p:cNvPicPr>
            <a:picLocks noChangeAspect="1"/>
          </p:cNvPicPr>
          <p:nvPr/>
        </p:nvPicPr>
        <p:blipFill>
          <a:blip r:embed="rId2"/>
          <a:stretch>
            <a:fillRect/>
          </a:stretch>
        </p:blipFill>
        <p:spPr>
          <a:xfrm>
            <a:off x="381110" y="1551782"/>
            <a:ext cx="3953427" cy="5077534"/>
          </a:xfrm>
          <a:prstGeom prst="rect">
            <a:avLst/>
          </a:prstGeom>
        </p:spPr>
      </p:pic>
      <p:pic>
        <p:nvPicPr>
          <p:cNvPr id="6" name="Picture 5">
            <a:extLst>
              <a:ext uri="{FF2B5EF4-FFF2-40B4-BE49-F238E27FC236}">
                <a16:creationId xmlns:a16="http://schemas.microsoft.com/office/drawing/2014/main" id="{EBDFAC78-85B8-4FD7-B786-E5C3CE894A46}"/>
              </a:ext>
            </a:extLst>
          </p:cNvPr>
          <p:cNvPicPr>
            <a:picLocks noChangeAspect="1"/>
          </p:cNvPicPr>
          <p:nvPr/>
        </p:nvPicPr>
        <p:blipFill>
          <a:blip r:embed="rId3"/>
          <a:stretch>
            <a:fillRect/>
          </a:stretch>
        </p:blipFill>
        <p:spPr>
          <a:xfrm>
            <a:off x="4572000" y="1628044"/>
            <a:ext cx="4077269" cy="4696480"/>
          </a:xfrm>
          <a:prstGeom prst="rect">
            <a:avLst/>
          </a:prstGeom>
        </p:spPr>
      </p:pic>
    </p:spTree>
    <p:extLst>
      <p:ext uri="{BB962C8B-B14F-4D97-AF65-F5344CB8AC3E}">
        <p14:creationId xmlns:p14="http://schemas.microsoft.com/office/powerpoint/2010/main" val="28719452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724479-A36C-488F-A169-E70DF0D7A019}"/>
              </a:ext>
            </a:extLst>
          </p:cNvPr>
          <p:cNvSpPr>
            <a:spLocks noGrp="1"/>
          </p:cNvSpPr>
          <p:nvPr>
            <p:ph type="title"/>
          </p:nvPr>
        </p:nvSpPr>
        <p:spPr/>
        <p:txBody>
          <a:bodyPr/>
          <a:lstStyle/>
          <a:p>
            <a:r>
              <a:rPr lang="en-US" dirty="0"/>
              <a:t>Exercise</a:t>
            </a:r>
          </a:p>
        </p:txBody>
      </p:sp>
      <p:sp>
        <p:nvSpPr>
          <p:cNvPr id="4" name="Date Placeholder 3">
            <a:extLst>
              <a:ext uri="{FF2B5EF4-FFF2-40B4-BE49-F238E27FC236}">
                <a16:creationId xmlns:a16="http://schemas.microsoft.com/office/drawing/2014/main" id="{63FFC9E0-DA9D-429A-B8A1-8BE630A3D732}"/>
              </a:ext>
            </a:extLst>
          </p:cNvPr>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0B071C9A-94FB-4A01-8575-75D2325C1A41}" type="datetime1">
              <a:rPr kumimoji="0" lang="en-US" sz="1200" b="0" i="0" u="none" strike="noStrike" kern="1200" cap="none" spc="0" normalizeH="0" baseline="0" noProof="0" smtClean="0">
                <a:ln>
                  <a:noFill/>
                </a:ln>
                <a:solidFill>
                  <a:srgbClr val="898989"/>
                </a:solidFill>
                <a:effectLst/>
                <a:uLnTx/>
                <a:uFillTx/>
                <a:latin typeface="Arial" panose="020B0604020202020204" pitchFamily="34" charset="0"/>
                <a:ea typeface="+mn-ea"/>
                <a:cs typeface="+mn-cs"/>
              </a:rPr>
              <a:t>11/12/2025</a:t>
            </a:fld>
            <a:endParaRPr kumimoji="0" lang="en-US" sz="1200" b="0" i="0" u="none" strike="noStrike" kern="1200" cap="none" spc="0" normalizeH="0" baseline="0" noProof="0">
              <a:ln>
                <a:noFill/>
              </a:ln>
              <a:solidFill>
                <a:srgbClr val="898989"/>
              </a:solidFill>
              <a:effectLst/>
              <a:uLnTx/>
              <a:uFillTx/>
              <a:latin typeface="Arial" panose="020B0604020202020204" pitchFamily="34" charset="0"/>
              <a:ea typeface="+mn-ea"/>
              <a:cs typeface="+mn-cs"/>
            </a:endParaRPr>
          </a:p>
        </p:txBody>
      </p:sp>
      <p:pic>
        <p:nvPicPr>
          <p:cNvPr id="5" name="Picture 4">
            <a:extLst>
              <a:ext uri="{FF2B5EF4-FFF2-40B4-BE49-F238E27FC236}">
                <a16:creationId xmlns:a16="http://schemas.microsoft.com/office/drawing/2014/main" id="{1A306E66-E5E4-43A8-BEA6-37D0FE65E724}"/>
              </a:ext>
            </a:extLst>
          </p:cNvPr>
          <p:cNvPicPr>
            <a:picLocks noChangeAspect="1"/>
          </p:cNvPicPr>
          <p:nvPr/>
        </p:nvPicPr>
        <p:blipFill>
          <a:blip r:embed="rId2"/>
          <a:stretch>
            <a:fillRect/>
          </a:stretch>
        </p:blipFill>
        <p:spPr>
          <a:xfrm>
            <a:off x="533506" y="1426505"/>
            <a:ext cx="8000898" cy="5308601"/>
          </a:xfrm>
          <a:prstGeom prst="rect">
            <a:avLst/>
          </a:prstGeom>
        </p:spPr>
      </p:pic>
    </p:spTree>
    <p:extLst>
      <p:ext uri="{BB962C8B-B14F-4D97-AF65-F5344CB8AC3E}">
        <p14:creationId xmlns:p14="http://schemas.microsoft.com/office/powerpoint/2010/main" val="196201350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724479-A36C-488F-A169-E70DF0D7A019}"/>
              </a:ext>
            </a:extLst>
          </p:cNvPr>
          <p:cNvSpPr>
            <a:spLocks noGrp="1"/>
          </p:cNvSpPr>
          <p:nvPr>
            <p:ph type="title"/>
          </p:nvPr>
        </p:nvSpPr>
        <p:spPr>
          <a:xfrm>
            <a:off x="-880675" y="15931"/>
            <a:ext cx="8229600" cy="1143000"/>
          </a:xfrm>
        </p:spPr>
        <p:txBody>
          <a:bodyPr/>
          <a:lstStyle/>
          <a:p>
            <a:r>
              <a:rPr lang="en-US" dirty="0"/>
              <a:t>Exercise</a:t>
            </a:r>
          </a:p>
        </p:txBody>
      </p:sp>
      <p:sp>
        <p:nvSpPr>
          <p:cNvPr id="4" name="Date Placeholder 3">
            <a:extLst>
              <a:ext uri="{FF2B5EF4-FFF2-40B4-BE49-F238E27FC236}">
                <a16:creationId xmlns:a16="http://schemas.microsoft.com/office/drawing/2014/main" id="{63FFC9E0-DA9D-429A-B8A1-8BE630A3D732}"/>
              </a:ext>
            </a:extLst>
          </p:cNvPr>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0B071C9A-94FB-4A01-8575-75D2325C1A41}" type="datetime1">
              <a:rPr kumimoji="0" lang="en-US" sz="1200" b="0" i="0" u="none" strike="noStrike" kern="1200" cap="none" spc="0" normalizeH="0" baseline="0" noProof="0" smtClean="0">
                <a:ln>
                  <a:noFill/>
                </a:ln>
                <a:solidFill>
                  <a:srgbClr val="898989"/>
                </a:solidFill>
                <a:effectLst/>
                <a:uLnTx/>
                <a:uFillTx/>
                <a:latin typeface="Arial" panose="020B0604020202020204" pitchFamily="34" charset="0"/>
                <a:ea typeface="+mn-ea"/>
                <a:cs typeface="+mn-cs"/>
              </a:rPr>
              <a:t>11/12/2025</a:t>
            </a:fld>
            <a:endParaRPr kumimoji="0" lang="en-US" sz="1200" b="0" i="0" u="none" strike="noStrike" kern="1200" cap="none" spc="0" normalizeH="0" baseline="0" noProof="0">
              <a:ln>
                <a:noFill/>
              </a:ln>
              <a:solidFill>
                <a:srgbClr val="898989"/>
              </a:solidFill>
              <a:effectLst/>
              <a:uLnTx/>
              <a:uFillTx/>
              <a:latin typeface="Arial" panose="020B0604020202020204" pitchFamily="34" charset="0"/>
              <a:ea typeface="+mn-ea"/>
              <a:cs typeface="+mn-cs"/>
            </a:endParaRPr>
          </a:p>
        </p:txBody>
      </p:sp>
      <p:pic>
        <p:nvPicPr>
          <p:cNvPr id="3" name="Picture 2">
            <a:extLst>
              <a:ext uri="{FF2B5EF4-FFF2-40B4-BE49-F238E27FC236}">
                <a16:creationId xmlns:a16="http://schemas.microsoft.com/office/drawing/2014/main" id="{1FEDCFE0-072C-4D30-88E6-BB013009FE82}"/>
              </a:ext>
            </a:extLst>
          </p:cNvPr>
          <p:cNvPicPr>
            <a:picLocks noChangeAspect="1"/>
          </p:cNvPicPr>
          <p:nvPr/>
        </p:nvPicPr>
        <p:blipFill rotWithShape="1">
          <a:blip r:embed="rId2"/>
          <a:srcRect b="59996"/>
          <a:stretch/>
        </p:blipFill>
        <p:spPr>
          <a:xfrm>
            <a:off x="123125" y="1295456"/>
            <a:ext cx="4601217" cy="2682887"/>
          </a:xfrm>
          <a:prstGeom prst="rect">
            <a:avLst/>
          </a:prstGeom>
        </p:spPr>
      </p:pic>
      <p:pic>
        <p:nvPicPr>
          <p:cNvPr id="6" name="Picture 5">
            <a:extLst>
              <a:ext uri="{FF2B5EF4-FFF2-40B4-BE49-F238E27FC236}">
                <a16:creationId xmlns:a16="http://schemas.microsoft.com/office/drawing/2014/main" id="{BAB81562-05C5-4407-85E3-3B34F4E5D988}"/>
              </a:ext>
            </a:extLst>
          </p:cNvPr>
          <p:cNvPicPr>
            <a:picLocks noChangeAspect="1"/>
          </p:cNvPicPr>
          <p:nvPr/>
        </p:nvPicPr>
        <p:blipFill rotWithShape="1">
          <a:blip r:embed="rId2"/>
          <a:srcRect t="40910"/>
          <a:stretch/>
        </p:blipFill>
        <p:spPr>
          <a:xfrm>
            <a:off x="4419658" y="561193"/>
            <a:ext cx="4601217" cy="3962856"/>
          </a:xfrm>
          <a:prstGeom prst="rect">
            <a:avLst/>
          </a:prstGeom>
        </p:spPr>
      </p:pic>
      <p:pic>
        <p:nvPicPr>
          <p:cNvPr id="7" name="Picture 6">
            <a:extLst>
              <a:ext uri="{FF2B5EF4-FFF2-40B4-BE49-F238E27FC236}">
                <a16:creationId xmlns:a16="http://schemas.microsoft.com/office/drawing/2014/main" id="{608B4C4E-CCCE-4EB6-AB37-8BF70DAA31CA}"/>
              </a:ext>
            </a:extLst>
          </p:cNvPr>
          <p:cNvPicPr>
            <a:picLocks noChangeAspect="1"/>
          </p:cNvPicPr>
          <p:nvPr/>
        </p:nvPicPr>
        <p:blipFill>
          <a:blip r:embed="rId3"/>
          <a:stretch>
            <a:fillRect/>
          </a:stretch>
        </p:blipFill>
        <p:spPr>
          <a:xfrm>
            <a:off x="457200" y="4524049"/>
            <a:ext cx="5553850" cy="2333951"/>
          </a:xfrm>
          <a:prstGeom prst="rect">
            <a:avLst/>
          </a:prstGeom>
        </p:spPr>
      </p:pic>
    </p:spTree>
    <p:extLst>
      <p:ext uri="{BB962C8B-B14F-4D97-AF65-F5344CB8AC3E}">
        <p14:creationId xmlns:p14="http://schemas.microsoft.com/office/powerpoint/2010/main" val="347283458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Title 1"/>
          <p:cNvSpPr>
            <a:spLocks noGrp="1"/>
          </p:cNvSpPr>
          <p:nvPr>
            <p:ph type="title"/>
          </p:nvPr>
        </p:nvSpPr>
        <p:spPr/>
        <p:txBody>
          <a:bodyPr vert="horz" wrap="square" lIns="91440" tIns="45720" rIns="91440" bIns="45720" anchor="ctr" anchorCtr="0"/>
          <a:lstStyle/>
          <a:p>
            <a:pPr>
              <a:buNone/>
            </a:pPr>
            <a:r>
              <a:rPr kern="1200" dirty="0">
                <a:latin typeface="Arial" panose="020B0604020202020204" pitchFamily="34" charset="0"/>
                <a:ea typeface="+mj-ea"/>
                <a:cs typeface="Arial" panose="020B0604020202020204" pitchFamily="34" charset="0"/>
              </a:rPr>
              <a:t>Exercise</a:t>
            </a:r>
            <a:endParaRPr kern="1200" dirty="0">
              <a:latin typeface="Arial" panose="020B0604020202020204" pitchFamily="34" charset="0"/>
              <a:ea typeface="Arial" panose="020B0604020202020204" pitchFamily="34" charset="0"/>
              <a:cs typeface="+mj-cs"/>
            </a:endParaRPr>
          </a:p>
        </p:txBody>
      </p:sp>
      <p:sp>
        <p:nvSpPr>
          <p:cNvPr id="3" name="Content Placeholder 2"/>
          <p:cNvSpPr>
            <a:spLocks noGrp="1"/>
          </p:cNvSpPr>
          <p:nvPr>
            <p:ph idx="1"/>
          </p:nvPr>
        </p:nvSpPr>
        <p:spPr>
          <a:xfrm>
            <a:off x="577850" y="1395413"/>
            <a:ext cx="8532813" cy="4525963"/>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
                <a:schemeClr val="tx2">
                  <a:lumMod val="60000"/>
                  <a:lumOff val="40000"/>
                </a:schemeClr>
              </a:buClr>
              <a:buSzPct val="80000"/>
              <a:buFont typeface="Wingdings" panose="05000000000000000000" pitchFamily="2" charset="2"/>
              <a:buChar char="l"/>
              <a:defRPr/>
            </a:pPr>
            <a:r>
              <a:rPr kumimoji="0" lang="en-US" sz="24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Given a weighted graph below. What is the total edge-weight of the minimum spanning tree of G?</a:t>
            </a:r>
          </a:p>
        </p:txBody>
      </p:sp>
      <p:pic>
        <p:nvPicPr>
          <p:cNvPr id="55300" name="Picture 4"/>
          <p:cNvPicPr>
            <a:picLocks noChangeAspect="1"/>
          </p:cNvPicPr>
          <p:nvPr/>
        </p:nvPicPr>
        <p:blipFill>
          <a:blip r:embed="rId2"/>
          <a:srcRect r="1932"/>
          <a:stretch>
            <a:fillRect/>
          </a:stretch>
        </p:blipFill>
        <p:spPr>
          <a:xfrm>
            <a:off x="1905000" y="2511425"/>
            <a:ext cx="5334000" cy="3789363"/>
          </a:xfrm>
          <a:prstGeom prst="rect">
            <a:avLst/>
          </a:prstGeom>
          <a:noFill/>
          <a:ln w="9525">
            <a:noFill/>
          </a:ln>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Title 1"/>
          <p:cNvSpPr>
            <a:spLocks noGrp="1"/>
          </p:cNvSpPr>
          <p:nvPr>
            <p:ph type="title"/>
          </p:nvPr>
        </p:nvSpPr>
        <p:spPr/>
        <p:txBody>
          <a:bodyPr vert="horz" wrap="square" lIns="91440" tIns="45720" rIns="91440" bIns="45720" anchor="ctr" anchorCtr="0"/>
          <a:lstStyle/>
          <a:p>
            <a:pPr>
              <a:buNone/>
            </a:pPr>
            <a:r>
              <a:rPr kern="1200" dirty="0">
                <a:latin typeface="Arial" panose="020B0604020202020204" pitchFamily="34" charset="0"/>
                <a:ea typeface="+mj-ea"/>
                <a:cs typeface="Arial" panose="020B0604020202020204" pitchFamily="34" charset="0"/>
              </a:rPr>
              <a:t>Exercise</a:t>
            </a:r>
            <a:endParaRPr kern="1200" dirty="0">
              <a:latin typeface="Arial" panose="020B0604020202020204" pitchFamily="34" charset="0"/>
              <a:ea typeface="Arial" panose="020B0604020202020204" pitchFamily="34" charset="0"/>
              <a:cs typeface="+mj-cs"/>
            </a:endParaRPr>
          </a:p>
        </p:txBody>
      </p:sp>
      <p:sp>
        <p:nvSpPr>
          <p:cNvPr id="3" name="Content Placeholder 2"/>
          <p:cNvSpPr>
            <a:spLocks noGrp="1"/>
          </p:cNvSpPr>
          <p:nvPr>
            <p:ph idx="1"/>
          </p:nvPr>
        </p:nvSpPr>
        <p:spPr>
          <a:xfrm>
            <a:off x="577850" y="1395413"/>
            <a:ext cx="8532813" cy="4525963"/>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
                <a:schemeClr val="tx2">
                  <a:lumMod val="60000"/>
                  <a:lumOff val="40000"/>
                </a:schemeClr>
              </a:buClr>
              <a:buSzPct val="80000"/>
              <a:buFont typeface="Wingdings" panose="05000000000000000000" pitchFamily="2" charset="2"/>
              <a:buChar char="l"/>
              <a:defRPr/>
            </a:pPr>
            <a:r>
              <a:rPr kumimoji="0" lang="en-US" sz="24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Given a weighted graph below. What is the total edge-weight of the minimum spanning tree of G?</a:t>
            </a:r>
          </a:p>
        </p:txBody>
      </p:sp>
      <p:pic>
        <p:nvPicPr>
          <p:cNvPr id="2" name="Picture 1">
            <a:extLst>
              <a:ext uri="{FF2B5EF4-FFF2-40B4-BE49-F238E27FC236}">
                <a16:creationId xmlns:a16="http://schemas.microsoft.com/office/drawing/2014/main" id="{E04C3F55-1C36-4E5B-A20B-27F153E0D3B9}"/>
              </a:ext>
            </a:extLst>
          </p:cNvPr>
          <p:cNvPicPr>
            <a:picLocks noChangeAspect="1"/>
          </p:cNvPicPr>
          <p:nvPr/>
        </p:nvPicPr>
        <p:blipFill>
          <a:blip r:embed="rId2"/>
          <a:stretch>
            <a:fillRect/>
          </a:stretch>
        </p:blipFill>
        <p:spPr>
          <a:xfrm>
            <a:off x="1752674" y="3124208"/>
            <a:ext cx="4571880" cy="3172021"/>
          </a:xfrm>
          <a:prstGeom prst="rect">
            <a:avLst/>
          </a:prstGeom>
        </p:spPr>
      </p:pic>
    </p:spTree>
    <p:extLst>
      <p:ext uri="{BB962C8B-B14F-4D97-AF65-F5344CB8AC3E}">
        <p14:creationId xmlns:p14="http://schemas.microsoft.com/office/powerpoint/2010/main" val="350142570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52170" y="1600200"/>
            <a:ext cx="7834630" cy="4526280"/>
          </a:xfrm>
        </p:spPr>
        <p:txBody>
          <a:bodyPr/>
          <a:lstStyle/>
          <a:p>
            <a:pPr marL="0" indent="0">
              <a:buNone/>
            </a:pPr>
            <a:r>
              <a:rPr lang="en-US" altLang="en-US" sz="2000"/>
              <a:t>Given a weighted graph below. What is the total edge-weight of the minimum spanning tree of G?</a:t>
            </a:r>
          </a:p>
          <a:p>
            <a:pPr marL="0" indent="0">
              <a:buNone/>
            </a:pPr>
            <a:endParaRPr lang="en-US" altLang="en-US" sz="2000"/>
          </a:p>
          <a:p>
            <a:pPr marL="0" indent="0">
              <a:buNone/>
            </a:pPr>
            <a:r>
              <a:rPr lang="en-US" altLang="en-US" sz="2000"/>
              <a:t>A. 35</a:t>
            </a:r>
          </a:p>
          <a:p>
            <a:pPr marL="0" indent="0">
              <a:buNone/>
            </a:pPr>
            <a:endParaRPr lang="en-US" altLang="en-US" sz="2000"/>
          </a:p>
          <a:p>
            <a:pPr marL="0" indent="0">
              <a:buNone/>
            </a:pPr>
            <a:r>
              <a:rPr lang="en-US" altLang="en-US" sz="2000"/>
              <a:t>B. 42</a:t>
            </a:r>
          </a:p>
          <a:p>
            <a:pPr marL="0" indent="0">
              <a:buNone/>
            </a:pPr>
            <a:endParaRPr lang="en-US" altLang="en-US" sz="2000"/>
          </a:p>
          <a:p>
            <a:pPr marL="0" indent="0">
              <a:buNone/>
            </a:pPr>
            <a:r>
              <a:rPr lang="en-US" altLang="en-US" sz="2000"/>
              <a:t>C. 39</a:t>
            </a:r>
          </a:p>
          <a:p>
            <a:pPr marL="0" indent="0">
              <a:buNone/>
            </a:pPr>
            <a:endParaRPr lang="en-US" altLang="en-US" sz="2000"/>
          </a:p>
          <a:p>
            <a:pPr marL="0" indent="0">
              <a:buNone/>
            </a:pPr>
            <a:r>
              <a:rPr lang="en-US" altLang="en-US" sz="2000"/>
              <a:t>D. 45</a:t>
            </a:r>
          </a:p>
          <a:p>
            <a:pPr marL="0" indent="0">
              <a:buNone/>
            </a:pPr>
            <a:endParaRPr lang="en-US" altLang="en-US" sz="2000"/>
          </a:p>
          <a:p>
            <a:pPr marL="0" indent="0">
              <a:buNone/>
            </a:pPr>
            <a:r>
              <a:rPr lang="en-US" altLang="en-US" sz="2000"/>
              <a:t>E. 40</a:t>
            </a:r>
          </a:p>
        </p:txBody>
      </p:sp>
      <p:sp>
        <p:nvSpPr>
          <p:cNvPr id="56323" name="Title 1"/>
          <p:cNvSpPr>
            <a:spLocks noGrp="1"/>
          </p:cNvSpPr>
          <p:nvPr/>
        </p:nvSpPr>
        <p:spPr>
          <a:xfrm>
            <a:off x="584200" y="401638"/>
            <a:ext cx="8229600" cy="1143000"/>
          </a:xfrm>
          <a:prstGeom prst="rect">
            <a:avLst/>
          </a:prstGeom>
          <a:noFill/>
          <a:ln w="9525">
            <a:noFill/>
          </a:ln>
        </p:spPr>
        <p:txBody>
          <a:bodyPr vert="horz" wrap="square" lIns="91440" tIns="45720" rIns="91440" bIns="45720" anchor="ctr" anchorCtr="0"/>
          <a:lstStyle>
            <a:lvl1pPr algn="ctr" rtl="0" eaLnBrk="0" fontAlgn="base" hangingPunct="0">
              <a:spcBef>
                <a:spcPct val="0"/>
              </a:spcBef>
              <a:spcAft>
                <a:spcPct val="0"/>
              </a:spcAft>
              <a:defRPr sz="4400" kern="1200">
                <a:solidFill>
                  <a:schemeClr val="tx1"/>
                </a:solidFill>
                <a:latin typeface="Arial" panose="020B0604020202020204" pitchFamily="34" charset="0"/>
                <a:ea typeface="+mj-ea"/>
                <a:cs typeface="Arial" panose="020B0604020202020204" pitchFamily="34" charset="0"/>
              </a:defRPr>
            </a:lvl1pPr>
            <a:lvl2pPr algn="ctr" rtl="0" eaLnBrk="0" fontAlgn="base" hangingPunct="0">
              <a:spcBef>
                <a:spcPct val="0"/>
              </a:spcBef>
              <a:spcAft>
                <a:spcPct val="0"/>
              </a:spcAft>
              <a:defRPr sz="4400">
                <a:solidFill>
                  <a:schemeClr val="tx1"/>
                </a:solidFill>
                <a:latin typeface="Calibri" panose="020F0502020204030204" pitchFamily="34" charset="0"/>
              </a:defRPr>
            </a:lvl2pPr>
            <a:lvl3pPr algn="ctr" rtl="0" eaLnBrk="0" fontAlgn="base" hangingPunct="0">
              <a:spcBef>
                <a:spcPct val="0"/>
              </a:spcBef>
              <a:spcAft>
                <a:spcPct val="0"/>
              </a:spcAft>
              <a:defRPr sz="4400">
                <a:solidFill>
                  <a:schemeClr val="tx1"/>
                </a:solidFill>
                <a:latin typeface="Calibri" panose="020F0502020204030204" pitchFamily="34" charset="0"/>
              </a:defRPr>
            </a:lvl3pPr>
            <a:lvl4pPr algn="ctr" rtl="0" eaLnBrk="0" fontAlgn="base" hangingPunct="0">
              <a:spcBef>
                <a:spcPct val="0"/>
              </a:spcBef>
              <a:spcAft>
                <a:spcPct val="0"/>
              </a:spcAft>
              <a:defRPr sz="4400">
                <a:solidFill>
                  <a:schemeClr val="tx1"/>
                </a:solidFill>
                <a:latin typeface="Calibri" panose="020F0502020204030204" pitchFamily="34" charset="0"/>
              </a:defRPr>
            </a:lvl4pPr>
            <a:lvl5pPr algn="ctr" rtl="0" eaLnBrk="0" fontAlgn="base" hangingPunct="0">
              <a:spcBef>
                <a:spcPct val="0"/>
              </a:spcBef>
              <a:spcAft>
                <a:spcPct val="0"/>
              </a:spcAft>
              <a:defRPr sz="4400">
                <a:solidFill>
                  <a:schemeClr val="tx1"/>
                </a:solidFill>
                <a:latin typeface="Calibri" panose="020F0502020204030204" pitchFamily="34" charset="0"/>
              </a:defRPr>
            </a:lvl5pPr>
            <a:lvl6pPr marL="457200" algn="ctr" rtl="0" fontAlgn="base">
              <a:spcBef>
                <a:spcPct val="0"/>
              </a:spcBef>
              <a:spcAft>
                <a:spcPct val="0"/>
              </a:spcAft>
              <a:defRPr sz="4400">
                <a:solidFill>
                  <a:schemeClr val="tx1"/>
                </a:solidFill>
                <a:latin typeface="Calibri" panose="020F0502020204030204" pitchFamily="34" charset="0"/>
              </a:defRPr>
            </a:lvl6pPr>
            <a:lvl7pPr marL="914400" algn="ctr" rtl="0" fontAlgn="base">
              <a:spcBef>
                <a:spcPct val="0"/>
              </a:spcBef>
              <a:spcAft>
                <a:spcPct val="0"/>
              </a:spcAft>
              <a:defRPr sz="4400">
                <a:solidFill>
                  <a:schemeClr val="tx1"/>
                </a:solidFill>
                <a:latin typeface="Calibri" panose="020F0502020204030204" pitchFamily="34" charset="0"/>
              </a:defRPr>
            </a:lvl7pPr>
            <a:lvl8pPr marL="1371600" algn="ctr" rtl="0" fontAlgn="base">
              <a:spcBef>
                <a:spcPct val="0"/>
              </a:spcBef>
              <a:spcAft>
                <a:spcPct val="0"/>
              </a:spcAft>
              <a:defRPr sz="4400">
                <a:solidFill>
                  <a:schemeClr val="tx1"/>
                </a:solidFill>
                <a:latin typeface="Calibri" panose="020F0502020204030204" pitchFamily="34" charset="0"/>
              </a:defRPr>
            </a:lvl8pPr>
            <a:lvl9pPr marL="1828800" algn="ctr" rtl="0" fontAlgn="base">
              <a:spcBef>
                <a:spcPct val="0"/>
              </a:spcBef>
              <a:spcAft>
                <a:spcPct val="0"/>
              </a:spcAft>
              <a:defRPr sz="4400">
                <a:solidFill>
                  <a:schemeClr val="tx1"/>
                </a:solidFill>
                <a:latin typeface="Calibri" panose="020F0502020204030204" pitchFamily="34" charset="0"/>
              </a:defRPr>
            </a:lvl9pPr>
          </a:lstStyle>
          <a:p>
            <a:pPr>
              <a:buNone/>
            </a:pPr>
            <a:r>
              <a:rPr lang="en-US" b="1" dirty="0">
                <a:solidFill>
                  <a:srgbClr val="CC3300"/>
                </a:solidFill>
                <a:sym typeface="+mn-ea"/>
              </a:rPr>
              <a:t>Exercise</a:t>
            </a:r>
            <a:endParaRPr kern="1200" dirty="0">
              <a:latin typeface="Arial" panose="020B0604020202020204" pitchFamily="34" charset="0"/>
              <a:ea typeface="Arial" panose="020B0604020202020204" pitchFamily="34" charset="0"/>
              <a:cs typeface="+mj-cs"/>
            </a:endParaRPr>
          </a:p>
        </p:txBody>
      </p:sp>
      <p:pic>
        <p:nvPicPr>
          <p:cNvPr id="5" name="Picture 4"/>
          <p:cNvPicPr>
            <a:picLocks noChangeAspect="1"/>
          </p:cNvPicPr>
          <p:nvPr/>
        </p:nvPicPr>
        <p:blipFill>
          <a:blip r:embed="rId3"/>
          <a:stretch>
            <a:fillRect/>
          </a:stretch>
        </p:blipFill>
        <p:spPr>
          <a:xfrm>
            <a:off x="2743200" y="2667000"/>
            <a:ext cx="5149215" cy="3476625"/>
          </a:xfrm>
          <a:prstGeom prst="rect">
            <a:avLst/>
          </a:prstGeom>
        </p:spPr>
      </p:pic>
      <mc:AlternateContent xmlns:mc="http://schemas.openxmlformats.org/markup-compatibility/2006">
        <mc:Choice xmlns:p14="http://schemas.microsoft.com/office/powerpoint/2010/main" Requires="p14">
          <p:contentPart p14:bwMode="auto" r:id="rId4">
            <p14:nvContentPartPr>
              <p14:cNvPr id="2" name="Ink 1">
                <a:extLst>
                  <a:ext uri="{FF2B5EF4-FFF2-40B4-BE49-F238E27FC236}">
                    <a16:creationId xmlns:a16="http://schemas.microsoft.com/office/drawing/2014/main" id="{8880369D-B319-8954-B4E7-A95B33A701E5}"/>
                  </a:ext>
                </a:extLst>
              </p14:cNvPr>
              <p14:cNvContentPartPr/>
              <p14:nvPr/>
            </p14:nvContentPartPr>
            <p14:xfrm>
              <a:off x="5217032" y="3296737"/>
              <a:ext cx="92520" cy="657360"/>
            </p14:xfrm>
          </p:contentPart>
        </mc:Choice>
        <mc:Fallback>
          <p:pic>
            <p:nvPicPr>
              <p:cNvPr id="2" name="Ink 1">
                <a:extLst>
                  <a:ext uri="{FF2B5EF4-FFF2-40B4-BE49-F238E27FC236}">
                    <a16:creationId xmlns:a16="http://schemas.microsoft.com/office/drawing/2014/main" id="{8880369D-B319-8954-B4E7-A95B33A701E5}"/>
                  </a:ext>
                </a:extLst>
              </p:cNvPr>
              <p:cNvPicPr/>
              <p:nvPr/>
            </p:nvPicPr>
            <p:blipFill>
              <a:blip r:embed="rId5"/>
              <a:stretch>
                <a:fillRect/>
              </a:stretch>
            </p:blipFill>
            <p:spPr>
              <a:xfrm>
                <a:off x="5210912" y="3290617"/>
                <a:ext cx="104760" cy="669600"/>
              </a:xfrm>
              <a:prstGeom prst="rect">
                <a:avLst/>
              </a:prstGeom>
            </p:spPr>
          </p:pic>
        </mc:Fallback>
      </mc:AlternateContent>
      <p:grpSp>
        <p:nvGrpSpPr>
          <p:cNvPr id="9" name="Group 8">
            <a:extLst>
              <a:ext uri="{FF2B5EF4-FFF2-40B4-BE49-F238E27FC236}">
                <a16:creationId xmlns:a16="http://schemas.microsoft.com/office/drawing/2014/main" id="{144F5126-262E-B9CC-6561-92E3FF65A0BA}"/>
              </a:ext>
            </a:extLst>
          </p:cNvPr>
          <p:cNvGrpSpPr/>
          <p:nvPr/>
        </p:nvGrpSpPr>
        <p:grpSpPr>
          <a:xfrm>
            <a:off x="5213792" y="4449457"/>
            <a:ext cx="1216080" cy="1015920"/>
            <a:chOff x="5213792" y="4449457"/>
            <a:chExt cx="1216080" cy="1015920"/>
          </a:xfrm>
        </p:grpSpPr>
        <mc:AlternateContent xmlns:mc="http://schemas.openxmlformats.org/markup-compatibility/2006">
          <mc:Choice xmlns:p14="http://schemas.microsoft.com/office/powerpoint/2010/main" Requires="p14">
            <p:contentPart p14:bwMode="auto" r:id="rId6">
              <p14:nvContentPartPr>
                <p14:cNvPr id="4" name="Ink 3">
                  <a:extLst>
                    <a:ext uri="{FF2B5EF4-FFF2-40B4-BE49-F238E27FC236}">
                      <a16:creationId xmlns:a16="http://schemas.microsoft.com/office/drawing/2014/main" id="{B0DBE0EC-AFE2-0875-6852-5DA41D430DF4}"/>
                    </a:ext>
                  </a:extLst>
                </p14:cNvPr>
                <p14:cNvContentPartPr/>
                <p14:nvPr/>
              </p14:nvContentPartPr>
              <p14:xfrm>
                <a:off x="5213792" y="4587337"/>
                <a:ext cx="63360" cy="878040"/>
              </p14:xfrm>
            </p:contentPart>
          </mc:Choice>
          <mc:Fallback>
            <p:pic>
              <p:nvPicPr>
                <p:cNvPr id="4" name="Ink 3">
                  <a:extLst>
                    <a:ext uri="{FF2B5EF4-FFF2-40B4-BE49-F238E27FC236}">
                      <a16:creationId xmlns:a16="http://schemas.microsoft.com/office/drawing/2014/main" id="{B0DBE0EC-AFE2-0875-6852-5DA41D430DF4}"/>
                    </a:ext>
                  </a:extLst>
                </p:cNvPr>
                <p:cNvPicPr/>
                <p:nvPr/>
              </p:nvPicPr>
              <p:blipFill>
                <a:blip r:embed="rId7"/>
                <a:stretch>
                  <a:fillRect/>
                </a:stretch>
              </p:blipFill>
              <p:spPr>
                <a:xfrm>
                  <a:off x="5207672" y="4581217"/>
                  <a:ext cx="75600" cy="890280"/>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6" name="Ink 5">
                  <a:extLst>
                    <a:ext uri="{FF2B5EF4-FFF2-40B4-BE49-F238E27FC236}">
                      <a16:creationId xmlns:a16="http://schemas.microsoft.com/office/drawing/2014/main" id="{63A1A815-50A5-5FE2-B027-41A462955CD7}"/>
                    </a:ext>
                  </a:extLst>
                </p14:cNvPr>
                <p14:cNvContentPartPr/>
                <p14:nvPr/>
              </p14:nvContentPartPr>
              <p14:xfrm>
                <a:off x="5421872" y="4449457"/>
                <a:ext cx="1008000" cy="78480"/>
              </p14:xfrm>
            </p:contentPart>
          </mc:Choice>
          <mc:Fallback>
            <p:pic>
              <p:nvPicPr>
                <p:cNvPr id="6" name="Ink 5">
                  <a:extLst>
                    <a:ext uri="{FF2B5EF4-FFF2-40B4-BE49-F238E27FC236}">
                      <a16:creationId xmlns:a16="http://schemas.microsoft.com/office/drawing/2014/main" id="{63A1A815-50A5-5FE2-B027-41A462955CD7}"/>
                    </a:ext>
                  </a:extLst>
                </p:cNvPr>
                <p:cNvPicPr/>
                <p:nvPr/>
              </p:nvPicPr>
              <p:blipFill>
                <a:blip r:embed="rId9"/>
                <a:stretch>
                  <a:fillRect/>
                </a:stretch>
              </p:blipFill>
              <p:spPr>
                <a:xfrm>
                  <a:off x="5415752" y="4443337"/>
                  <a:ext cx="1020240" cy="9072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10">
            <p14:nvContentPartPr>
              <p14:cNvPr id="7" name="Ink 6">
                <a:extLst>
                  <a:ext uri="{FF2B5EF4-FFF2-40B4-BE49-F238E27FC236}">
                    <a16:creationId xmlns:a16="http://schemas.microsoft.com/office/drawing/2014/main" id="{E7E870D0-FE21-F32D-616F-DA1A5FC7741F}"/>
                  </a:ext>
                </a:extLst>
              </p14:cNvPr>
              <p14:cNvContentPartPr/>
              <p14:nvPr/>
            </p14:nvContentPartPr>
            <p14:xfrm>
              <a:off x="7571072" y="4624417"/>
              <a:ext cx="59400" cy="823680"/>
            </p14:xfrm>
          </p:contentPart>
        </mc:Choice>
        <mc:Fallback>
          <p:pic>
            <p:nvPicPr>
              <p:cNvPr id="7" name="Ink 6">
                <a:extLst>
                  <a:ext uri="{FF2B5EF4-FFF2-40B4-BE49-F238E27FC236}">
                    <a16:creationId xmlns:a16="http://schemas.microsoft.com/office/drawing/2014/main" id="{E7E870D0-FE21-F32D-616F-DA1A5FC7741F}"/>
                  </a:ext>
                </a:extLst>
              </p:cNvPr>
              <p:cNvPicPr/>
              <p:nvPr/>
            </p:nvPicPr>
            <p:blipFill>
              <a:blip r:embed="rId11"/>
              <a:stretch>
                <a:fillRect/>
              </a:stretch>
            </p:blipFill>
            <p:spPr>
              <a:xfrm>
                <a:off x="7564952" y="4618297"/>
                <a:ext cx="71640" cy="835920"/>
              </a:xfrm>
              <a:prstGeom prst="rect">
                <a:avLst/>
              </a:prstGeom>
            </p:spPr>
          </p:pic>
        </mc:Fallback>
      </mc:AlternateContent>
      <mc:AlternateContent xmlns:mc="http://schemas.openxmlformats.org/markup-compatibility/2006">
        <mc:Choice xmlns:p14="http://schemas.microsoft.com/office/powerpoint/2010/main" Requires="p14">
          <p:contentPart p14:bwMode="auto" r:id="rId12">
            <p14:nvContentPartPr>
              <p14:cNvPr id="8" name="Ink 7">
                <a:extLst>
                  <a:ext uri="{FF2B5EF4-FFF2-40B4-BE49-F238E27FC236}">
                    <a16:creationId xmlns:a16="http://schemas.microsoft.com/office/drawing/2014/main" id="{4FE0DB3E-BE37-CB8A-B427-1B3AEACF77D0}"/>
                  </a:ext>
                </a:extLst>
              </p14:cNvPr>
              <p14:cNvContentPartPr/>
              <p14:nvPr/>
            </p14:nvContentPartPr>
            <p14:xfrm>
              <a:off x="3715112" y="4409137"/>
              <a:ext cx="779400" cy="34200"/>
            </p14:xfrm>
          </p:contentPart>
        </mc:Choice>
        <mc:Fallback>
          <p:pic>
            <p:nvPicPr>
              <p:cNvPr id="8" name="Ink 7">
                <a:extLst>
                  <a:ext uri="{FF2B5EF4-FFF2-40B4-BE49-F238E27FC236}">
                    <a16:creationId xmlns:a16="http://schemas.microsoft.com/office/drawing/2014/main" id="{4FE0DB3E-BE37-CB8A-B427-1B3AEACF77D0}"/>
                  </a:ext>
                </a:extLst>
              </p:cNvPr>
              <p:cNvPicPr/>
              <p:nvPr/>
            </p:nvPicPr>
            <p:blipFill>
              <a:blip r:embed="rId13"/>
              <a:stretch>
                <a:fillRect/>
              </a:stretch>
            </p:blipFill>
            <p:spPr>
              <a:xfrm>
                <a:off x="3708992" y="4403017"/>
                <a:ext cx="791640" cy="46440"/>
              </a:xfrm>
              <a:prstGeom prst="rect">
                <a:avLst/>
              </a:prstGeom>
            </p:spPr>
          </p:pic>
        </mc:Fallback>
      </mc:AlternateContent>
      <p:grpSp>
        <p:nvGrpSpPr>
          <p:cNvPr id="23" name="Group 22">
            <a:extLst>
              <a:ext uri="{FF2B5EF4-FFF2-40B4-BE49-F238E27FC236}">
                <a16:creationId xmlns:a16="http://schemas.microsoft.com/office/drawing/2014/main" id="{7941FE97-4F6F-325F-9430-2F09F7AA8E14}"/>
              </a:ext>
            </a:extLst>
          </p:cNvPr>
          <p:cNvGrpSpPr/>
          <p:nvPr/>
        </p:nvGrpSpPr>
        <p:grpSpPr>
          <a:xfrm>
            <a:off x="5622032" y="2177497"/>
            <a:ext cx="1478160" cy="277920"/>
            <a:chOff x="5622032" y="2177497"/>
            <a:chExt cx="1478160" cy="277920"/>
          </a:xfrm>
        </p:grpSpPr>
        <mc:AlternateContent xmlns:mc="http://schemas.openxmlformats.org/markup-compatibility/2006">
          <mc:Choice xmlns:p14="http://schemas.microsoft.com/office/powerpoint/2010/main" Requires="p14">
            <p:contentPart p14:bwMode="auto" r:id="rId14">
              <p14:nvContentPartPr>
                <p14:cNvPr id="10" name="Ink 9">
                  <a:extLst>
                    <a:ext uri="{FF2B5EF4-FFF2-40B4-BE49-F238E27FC236}">
                      <a16:creationId xmlns:a16="http://schemas.microsoft.com/office/drawing/2014/main" id="{FAAF662C-F993-713E-9598-1800BCE6EA8F}"/>
                    </a:ext>
                  </a:extLst>
                </p14:cNvPr>
                <p14:cNvContentPartPr/>
                <p14:nvPr/>
              </p14:nvContentPartPr>
              <p14:xfrm>
                <a:off x="5622032" y="2177497"/>
                <a:ext cx="146160" cy="238680"/>
              </p14:xfrm>
            </p:contentPart>
          </mc:Choice>
          <mc:Fallback>
            <p:pic>
              <p:nvPicPr>
                <p:cNvPr id="10" name="Ink 9">
                  <a:extLst>
                    <a:ext uri="{FF2B5EF4-FFF2-40B4-BE49-F238E27FC236}">
                      <a16:creationId xmlns:a16="http://schemas.microsoft.com/office/drawing/2014/main" id="{FAAF662C-F993-713E-9598-1800BCE6EA8F}"/>
                    </a:ext>
                  </a:extLst>
                </p:cNvPr>
                <p:cNvPicPr/>
                <p:nvPr/>
              </p:nvPicPr>
              <p:blipFill>
                <a:blip r:embed="rId15"/>
                <a:stretch>
                  <a:fillRect/>
                </a:stretch>
              </p:blipFill>
              <p:spPr>
                <a:xfrm>
                  <a:off x="5615912" y="2171377"/>
                  <a:ext cx="158400" cy="250920"/>
                </a:xfrm>
                <a:prstGeom prst="rect">
                  <a:avLst/>
                </a:prstGeom>
              </p:spPr>
            </p:pic>
          </mc:Fallback>
        </mc:AlternateContent>
        <mc:AlternateContent xmlns:mc="http://schemas.openxmlformats.org/markup-compatibility/2006">
          <mc:Choice xmlns:p14="http://schemas.microsoft.com/office/powerpoint/2010/main" Requires="p14">
            <p:contentPart p14:bwMode="auto" r:id="rId16">
              <p14:nvContentPartPr>
                <p14:cNvPr id="11" name="Ink 10">
                  <a:extLst>
                    <a:ext uri="{FF2B5EF4-FFF2-40B4-BE49-F238E27FC236}">
                      <a16:creationId xmlns:a16="http://schemas.microsoft.com/office/drawing/2014/main" id="{DD5ACAEE-F19F-0A98-968D-0E5DCEDB33B9}"/>
                    </a:ext>
                  </a:extLst>
                </p14:cNvPr>
                <p14:cNvContentPartPr/>
                <p14:nvPr/>
              </p14:nvContentPartPr>
              <p14:xfrm>
                <a:off x="5887712" y="2340577"/>
                <a:ext cx="153720" cy="14760"/>
              </p14:xfrm>
            </p:contentPart>
          </mc:Choice>
          <mc:Fallback>
            <p:pic>
              <p:nvPicPr>
                <p:cNvPr id="11" name="Ink 10">
                  <a:extLst>
                    <a:ext uri="{FF2B5EF4-FFF2-40B4-BE49-F238E27FC236}">
                      <a16:creationId xmlns:a16="http://schemas.microsoft.com/office/drawing/2014/main" id="{DD5ACAEE-F19F-0A98-968D-0E5DCEDB33B9}"/>
                    </a:ext>
                  </a:extLst>
                </p:cNvPr>
                <p:cNvPicPr/>
                <p:nvPr/>
              </p:nvPicPr>
              <p:blipFill>
                <a:blip r:embed="rId17"/>
                <a:stretch>
                  <a:fillRect/>
                </a:stretch>
              </p:blipFill>
              <p:spPr>
                <a:xfrm>
                  <a:off x="5881592" y="2334457"/>
                  <a:ext cx="165960" cy="27000"/>
                </a:xfrm>
                <a:prstGeom prst="rect">
                  <a:avLst/>
                </a:prstGeom>
              </p:spPr>
            </p:pic>
          </mc:Fallback>
        </mc:AlternateContent>
        <mc:AlternateContent xmlns:mc="http://schemas.openxmlformats.org/markup-compatibility/2006">
          <mc:Choice xmlns:p14="http://schemas.microsoft.com/office/powerpoint/2010/main" Requires="p14">
            <p:contentPart p14:bwMode="auto" r:id="rId18">
              <p14:nvContentPartPr>
                <p14:cNvPr id="12" name="Ink 11">
                  <a:extLst>
                    <a:ext uri="{FF2B5EF4-FFF2-40B4-BE49-F238E27FC236}">
                      <a16:creationId xmlns:a16="http://schemas.microsoft.com/office/drawing/2014/main" id="{F18DB0C6-E977-29CB-AAA4-3C7E4A8205E0}"/>
                    </a:ext>
                  </a:extLst>
                </p14:cNvPr>
                <p14:cNvContentPartPr/>
                <p14:nvPr/>
              </p14:nvContentPartPr>
              <p14:xfrm>
                <a:off x="5982032" y="2259577"/>
                <a:ext cx="32400" cy="131040"/>
              </p14:xfrm>
            </p:contentPart>
          </mc:Choice>
          <mc:Fallback>
            <p:pic>
              <p:nvPicPr>
                <p:cNvPr id="12" name="Ink 11">
                  <a:extLst>
                    <a:ext uri="{FF2B5EF4-FFF2-40B4-BE49-F238E27FC236}">
                      <a16:creationId xmlns:a16="http://schemas.microsoft.com/office/drawing/2014/main" id="{F18DB0C6-E977-29CB-AAA4-3C7E4A8205E0}"/>
                    </a:ext>
                  </a:extLst>
                </p:cNvPr>
                <p:cNvPicPr/>
                <p:nvPr/>
              </p:nvPicPr>
              <p:blipFill>
                <a:blip r:embed="rId19"/>
                <a:stretch>
                  <a:fillRect/>
                </a:stretch>
              </p:blipFill>
              <p:spPr>
                <a:xfrm>
                  <a:off x="5975912" y="2253457"/>
                  <a:ext cx="44640" cy="143280"/>
                </a:xfrm>
                <a:prstGeom prst="rect">
                  <a:avLst/>
                </a:prstGeom>
              </p:spPr>
            </p:pic>
          </mc:Fallback>
        </mc:AlternateContent>
        <mc:AlternateContent xmlns:mc="http://schemas.openxmlformats.org/markup-compatibility/2006">
          <mc:Choice xmlns:p14="http://schemas.microsoft.com/office/powerpoint/2010/main" Requires="p14">
            <p:contentPart p14:bwMode="auto" r:id="rId20">
              <p14:nvContentPartPr>
                <p14:cNvPr id="13" name="Ink 12">
                  <a:extLst>
                    <a:ext uri="{FF2B5EF4-FFF2-40B4-BE49-F238E27FC236}">
                      <a16:creationId xmlns:a16="http://schemas.microsoft.com/office/drawing/2014/main" id="{68465AFD-CBB7-5689-821D-F821EB79CDCD}"/>
                    </a:ext>
                  </a:extLst>
                </p14:cNvPr>
                <p14:cNvContentPartPr/>
                <p14:nvPr/>
              </p14:nvContentPartPr>
              <p14:xfrm>
                <a:off x="6186152" y="2201977"/>
                <a:ext cx="101880" cy="173520"/>
              </p14:xfrm>
            </p:contentPart>
          </mc:Choice>
          <mc:Fallback>
            <p:pic>
              <p:nvPicPr>
                <p:cNvPr id="13" name="Ink 12">
                  <a:extLst>
                    <a:ext uri="{FF2B5EF4-FFF2-40B4-BE49-F238E27FC236}">
                      <a16:creationId xmlns:a16="http://schemas.microsoft.com/office/drawing/2014/main" id="{68465AFD-CBB7-5689-821D-F821EB79CDCD}"/>
                    </a:ext>
                  </a:extLst>
                </p:cNvPr>
                <p:cNvPicPr/>
                <p:nvPr/>
              </p:nvPicPr>
              <p:blipFill>
                <a:blip r:embed="rId21"/>
                <a:stretch>
                  <a:fillRect/>
                </a:stretch>
              </p:blipFill>
              <p:spPr>
                <a:xfrm>
                  <a:off x="6180032" y="2195857"/>
                  <a:ext cx="114120" cy="185760"/>
                </a:xfrm>
                <a:prstGeom prst="rect">
                  <a:avLst/>
                </a:prstGeom>
              </p:spPr>
            </p:pic>
          </mc:Fallback>
        </mc:AlternateContent>
        <mc:AlternateContent xmlns:mc="http://schemas.openxmlformats.org/markup-compatibility/2006">
          <mc:Choice xmlns:p14="http://schemas.microsoft.com/office/powerpoint/2010/main" Requires="p14">
            <p:contentPart p14:bwMode="auto" r:id="rId22">
              <p14:nvContentPartPr>
                <p14:cNvPr id="14" name="Ink 13">
                  <a:extLst>
                    <a:ext uri="{FF2B5EF4-FFF2-40B4-BE49-F238E27FC236}">
                      <a16:creationId xmlns:a16="http://schemas.microsoft.com/office/drawing/2014/main" id="{9263490C-1423-D1C9-2CAF-5AB50CC6D149}"/>
                    </a:ext>
                  </a:extLst>
                </p14:cNvPr>
                <p14:cNvContentPartPr/>
                <p14:nvPr/>
              </p14:nvContentPartPr>
              <p14:xfrm>
                <a:off x="6542192" y="2300617"/>
                <a:ext cx="177480" cy="19800"/>
              </p14:xfrm>
            </p:contentPart>
          </mc:Choice>
          <mc:Fallback>
            <p:pic>
              <p:nvPicPr>
                <p:cNvPr id="14" name="Ink 13">
                  <a:extLst>
                    <a:ext uri="{FF2B5EF4-FFF2-40B4-BE49-F238E27FC236}">
                      <a16:creationId xmlns:a16="http://schemas.microsoft.com/office/drawing/2014/main" id="{9263490C-1423-D1C9-2CAF-5AB50CC6D149}"/>
                    </a:ext>
                  </a:extLst>
                </p:cNvPr>
                <p:cNvPicPr/>
                <p:nvPr/>
              </p:nvPicPr>
              <p:blipFill>
                <a:blip r:embed="rId23"/>
                <a:stretch>
                  <a:fillRect/>
                </a:stretch>
              </p:blipFill>
              <p:spPr>
                <a:xfrm>
                  <a:off x="6536072" y="2294497"/>
                  <a:ext cx="189720" cy="32040"/>
                </a:xfrm>
                <a:prstGeom prst="rect">
                  <a:avLst/>
                </a:prstGeom>
              </p:spPr>
            </p:pic>
          </mc:Fallback>
        </mc:AlternateContent>
        <mc:AlternateContent xmlns:mc="http://schemas.openxmlformats.org/markup-compatibility/2006">
          <mc:Choice xmlns:p14="http://schemas.microsoft.com/office/powerpoint/2010/main" Requires="p14">
            <p:contentPart p14:bwMode="auto" r:id="rId24">
              <p14:nvContentPartPr>
                <p14:cNvPr id="15" name="Ink 14">
                  <a:extLst>
                    <a:ext uri="{FF2B5EF4-FFF2-40B4-BE49-F238E27FC236}">
                      <a16:creationId xmlns:a16="http://schemas.microsoft.com/office/drawing/2014/main" id="{C115A033-67E3-3D0B-AA97-C6BF86747900}"/>
                    </a:ext>
                  </a:extLst>
                </p14:cNvPr>
                <p14:cNvContentPartPr/>
                <p14:nvPr/>
              </p14:nvContentPartPr>
              <p14:xfrm>
                <a:off x="6649832" y="2201977"/>
                <a:ext cx="41760" cy="178200"/>
              </p14:xfrm>
            </p:contentPart>
          </mc:Choice>
          <mc:Fallback>
            <p:pic>
              <p:nvPicPr>
                <p:cNvPr id="15" name="Ink 14">
                  <a:extLst>
                    <a:ext uri="{FF2B5EF4-FFF2-40B4-BE49-F238E27FC236}">
                      <a16:creationId xmlns:a16="http://schemas.microsoft.com/office/drawing/2014/main" id="{C115A033-67E3-3D0B-AA97-C6BF86747900}"/>
                    </a:ext>
                  </a:extLst>
                </p:cNvPr>
                <p:cNvPicPr/>
                <p:nvPr/>
              </p:nvPicPr>
              <p:blipFill>
                <a:blip r:embed="rId25"/>
                <a:stretch>
                  <a:fillRect/>
                </a:stretch>
              </p:blipFill>
              <p:spPr>
                <a:xfrm>
                  <a:off x="6643712" y="2195857"/>
                  <a:ext cx="54000" cy="190440"/>
                </a:xfrm>
                <a:prstGeom prst="rect">
                  <a:avLst/>
                </a:prstGeom>
              </p:spPr>
            </p:pic>
          </mc:Fallback>
        </mc:AlternateContent>
        <mc:AlternateContent xmlns:mc="http://schemas.openxmlformats.org/markup-compatibility/2006">
          <mc:Choice xmlns:p14="http://schemas.microsoft.com/office/powerpoint/2010/main" Requires="p14">
            <p:contentPart p14:bwMode="auto" r:id="rId26">
              <p14:nvContentPartPr>
                <p14:cNvPr id="16" name="Ink 15">
                  <a:extLst>
                    <a:ext uri="{FF2B5EF4-FFF2-40B4-BE49-F238E27FC236}">
                      <a16:creationId xmlns:a16="http://schemas.microsoft.com/office/drawing/2014/main" id="{9C566E5B-5EB3-1309-C34E-8DC00943C3EA}"/>
                    </a:ext>
                  </a:extLst>
                </p14:cNvPr>
                <p14:cNvContentPartPr/>
                <p14:nvPr/>
              </p14:nvContentPartPr>
              <p14:xfrm>
                <a:off x="6924512" y="2212057"/>
                <a:ext cx="155880" cy="243360"/>
              </p14:xfrm>
            </p:contentPart>
          </mc:Choice>
          <mc:Fallback>
            <p:pic>
              <p:nvPicPr>
                <p:cNvPr id="16" name="Ink 15">
                  <a:extLst>
                    <a:ext uri="{FF2B5EF4-FFF2-40B4-BE49-F238E27FC236}">
                      <a16:creationId xmlns:a16="http://schemas.microsoft.com/office/drawing/2014/main" id="{9C566E5B-5EB3-1309-C34E-8DC00943C3EA}"/>
                    </a:ext>
                  </a:extLst>
                </p:cNvPr>
                <p:cNvPicPr/>
                <p:nvPr/>
              </p:nvPicPr>
              <p:blipFill>
                <a:blip r:embed="rId27"/>
                <a:stretch>
                  <a:fillRect/>
                </a:stretch>
              </p:blipFill>
              <p:spPr>
                <a:xfrm>
                  <a:off x="6918392" y="2205937"/>
                  <a:ext cx="168120" cy="255600"/>
                </a:xfrm>
                <a:prstGeom prst="rect">
                  <a:avLst/>
                </a:prstGeom>
              </p:spPr>
            </p:pic>
          </mc:Fallback>
        </mc:AlternateContent>
        <mc:AlternateContent xmlns:mc="http://schemas.openxmlformats.org/markup-compatibility/2006">
          <mc:Choice xmlns:p14="http://schemas.microsoft.com/office/powerpoint/2010/main" Requires="p14">
            <p:contentPart p14:bwMode="auto" r:id="rId28">
              <p14:nvContentPartPr>
                <p14:cNvPr id="17" name="Ink 16">
                  <a:extLst>
                    <a:ext uri="{FF2B5EF4-FFF2-40B4-BE49-F238E27FC236}">
                      <a16:creationId xmlns:a16="http://schemas.microsoft.com/office/drawing/2014/main" id="{B2503F03-7850-6C2B-51A3-296E88C18471}"/>
                    </a:ext>
                  </a:extLst>
                </p14:cNvPr>
                <p14:cNvContentPartPr/>
                <p14:nvPr/>
              </p14:nvContentPartPr>
              <p14:xfrm>
                <a:off x="6920912" y="2372257"/>
                <a:ext cx="179280" cy="33840"/>
              </p14:xfrm>
            </p:contentPart>
          </mc:Choice>
          <mc:Fallback>
            <p:pic>
              <p:nvPicPr>
                <p:cNvPr id="17" name="Ink 16">
                  <a:extLst>
                    <a:ext uri="{FF2B5EF4-FFF2-40B4-BE49-F238E27FC236}">
                      <a16:creationId xmlns:a16="http://schemas.microsoft.com/office/drawing/2014/main" id="{B2503F03-7850-6C2B-51A3-296E88C18471}"/>
                    </a:ext>
                  </a:extLst>
                </p:cNvPr>
                <p:cNvPicPr/>
                <p:nvPr/>
              </p:nvPicPr>
              <p:blipFill>
                <a:blip r:embed="rId29"/>
                <a:stretch>
                  <a:fillRect/>
                </a:stretch>
              </p:blipFill>
              <p:spPr>
                <a:xfrm>
                  <a:off x="6914792" y="2366137"/>
                  <a:ext cx="191520" cy="46080"/>
                </a:xfrm>
                <a:prstGeom prst="rect">
                  <a:avLst/>
                </a:prstGeom>
              </p:spPr>
            </p:pic>
          </mc:Fallback>
        </mc:AlternateContent>
      </p:grpSp>
      <p:grpSp>
        <p:nvGrpSpPr>
          <p:cNvPr id="22" name="Group 21">
            <a:extLst>
              <a:ext uri="{FF2B5EF4-FFF2-40B4-BE49-F238E27FC236}">
                <a16:creationId xmlns:a16="http://schemas.microsoft.com/office/drawing/2014/main" id="{9DC39733-C410-DFE0-BA12-CB154F54B279}"/>
              </a:ext>
            </a:extLst>
          </p:cNvPr>
          <p:cNvGrpSpPr/>
          <p:nvPr/>
        </p:nvGrpSpPr>
        <p:grpSpPr>
          <a:xfrm>
            <a:off x="7444712" y="2236897"/>
            <a:ext cx="675360" cy="181440"/>
            <a:chOff x="7444712" y="2236897"/>
            <a:chExt cx="675360" cy="181440"/>
          </a:xfrm>
        </p:grpSpPr>
        <mc:AlternateContent xmlns:mc="http://schemas.openxmlformats.org/markup-compatibility/2006">
          <mc:Choice xmlns:p14="http://schemas.microsoft.com/office/powerpoint/2010/main" Requires="p14">
            <p:contentPart p14:bwMode="auto" r:id="rId30">
              <p14:nvContentPartPr>
                <p14:cNvPr id="18" name="Ink 17">
                  <a:extLst>
                    <a:ext uri="{FF2B5EF4-FFF2-40B4-BE49-F238E27FC236}">
                      <a16:creationId xmlns:a16="http://schemas.microsoft.com/office/drawing/2014/main" id="{91DA3920-D878-F4BB-E25A-7B5C74C2F38C}"/>
                    </a:ext>
                  </a:extLst>
                </p14:cNvPr>
                <p14:cNvContentPartPr/>
                <p14:nvPr/>
              </p14:nvContentPartPr>
              <p14:xfrm>
                <a:off x="7444712" y="2340577"/>
                <a:ext cx="151560" cy="6120"/>
              </p14:xfrm>
            </p:contentPart>
          </mc:Choice>
          <mc:Fallback>
            <p:pic>
              <p:nvPicPr>
                <p:cNvPr id="18" name="Ink 17">
                  <a:extLst>
                    <a:ext uri="{FF2B5EF4-FFF2-40B4-BE49-F238E27FC236}">
                      <a16:creationId xmlns:a16="http://schemas.microsoft.com/office/drawing/2014/main" id="{91DA3920-D878-F4BB-E25A-7B5C74C2F38C}"/>
                    </a:ext>
                  </a:extLst>
                </p:cNvPr>
                <p:cNvPicPr/>
                <p:nvPr/>
              </p:nvPicPr>
              <p:blipFill>
                <a:blip r:embed="rId31"/>
                <a:stretch>
                  <a:fillRect/>
                </a:stretch>
              </p:blipFill>
              <p:spPr>
                <a:xfrm>
                  <a:off x="7438592" y="2334457"/>
                  <a:ext cx="163800" cy="18360"/>
                </a:xfrm>
                <a:prstGeom prst="rect">
                  <a:avLst/>
                </a:prstGeom>
              </p:spPr>
            </p:pic>
          </mc:Fallback>
        </mc:AlternateContent>
        <mc:AlternateContent xmlns:mc="http://schemas.openxmlformats.org/markup-compatibility/2006">
          <mc:Choice xmlns:p14="http://schemas.microsoft.com/office/powerpoint/2010/main" Requires="p14">
            <p:contentPart p14:bwMode="auto" r:id="rId32">
              <p14:nvContentPartPr>
                <p14:cNvPr id="19" name="Ink 18">
                  <a:extLst>
                    <a:ext uri="{FF2B5EF4-FFF2-40B4-BE49-F238E27FC236}">
                      <a16:creationId xmlns:a16="http://schemas.microsoft.com/office/drawing/2014/main" id="{64C9F81E-95F6-1C67-67AE-4566970BABB5}"/>
                    </a:ext>
                  </a:extLst>
                </p14:cNvPr>
                <p14:cNvContentPartPr/>
                <p14:nvPr/>
              </p14:nvContentPartPr>
              <p14:xfrm>
                <a:off x="7533632" y="2272537"/>
                <a:ext cx="33480" cy="145800"/>
              </p14:xfrm>
            </p:contentPart>
          </mc:Choice>
          <mc:Fallback>
            <p:pic>
              <p:nvPicPr>
                <p:cNvPr id="19" name="Ink 18">
                  <a:extLst>
                    <a:ext uri="{FF2B5EF4-FFF2-40B4-BE49-F238E27FC236}">
                      <a16:creationId xmlns:a16="http://schemas.microsoft.com/office/drawing/2014/main" id="{64C9F81E-95F6-1C67-67AE-4566970BABB5}"/>
                    </a:ext>
                  </a:extLst>
                </p:cNvPr>
                <p:cNvPicPr/>
                <p:nvPr/>
              </p:nvPicPr>
              <p:blipFill>
                <a:blip r:embed="rId33"/>
                <a:stretch>
                  <a:fillRect/>
                </a:stretch>
              </p:blipFill>
              <p:spPr>
                <a:xfrm>
                  <a:off x="7527512" y="2266417"/>
                  <a:ext cx="45720" cy="158040"/>
                </a:xfrm>
                <a:prstGeom prst="rect">
                  <a:avLst/>
                </a:prstGeom>
              </p:spPr>
            </p:pic>
          </mc:Fallback>
        </mc:AlternateContent>
        <mc:AlternateContent xmlns:mc="http://schemas.openxmlformats.org/markup-compatibility/2006">
          <mc:Choice xmlns:p14="http://schemas.microsoft.com/office/powerpoint/2010/main" Requires="p14">
            <p:contentPart p14:bwMode="auto" r:id="rId34">
              <p14:nvContentPartPr>
                <p14:cNvPr id="20" name="Ink 19">
                  <a:extLst>
                    <a:ext uri="{FF2B5EF4-FFF2-40B4-BE49-F238E27FC236}">
                      <a16:creationId xmlns:a16="http://schemas.microsoft.com/office/drawing/2014/main" id="{097C8AE1-7A1B-9686-232D-8143FFF95EA5}"/>
                    </a:ext>
                  </a:extLst>
                </p14:cNvPr>
                <p14:cNvContentPartPr/>
                <p14:nvPr/>
              </p14:nvContentPartPr>
              <p14:xfrm>
                <a:off x="7779152" y="2242657"/>
                <a:ext cx="26280" cy="174600"/>
              </p14:xfrm>
            </p:contentPart>
          </mc:Choice>
          <mc:Fallback>
            <p:pic>
              <p:nvPicPr>
                <p:cNvPr id="20" name="Ink 19">
                  <a:extLst>
                    <a:ext uri="{FF2B5EF4-FFF2-40B4-BE49-F238E27FC236}">
                      <a16:creationId xmlns:a16="http://schemas.microsoft.com/office/drawing/2014/main" id="{097C8AE1-7A1B-9686-232D-8143FFF95EA5}"/>
                    </a:ext>
                  </a:extLst>
                </p:cNvPr>
                <p:cNvPicPr/>
                <p:nvPr/>
              </p:nvPicPr>
              <p:blipFill>
                <a:blip r:embed="rId35"/>
                <a:stretch>
                  <a:fillRect/>
                </a:stretch>
              </p:blipFill>
              <p:spPr>
                <a:xfrm>
                  <a:off x="7773032" y="2236537"/>
                  <a:ext cx="38520" cy="186840"/>
                </a:xfrm>
                <a:prstGeom prst="rect">
                  <a:avLst/>
                </a:prstGeom>
              </p:spPr>
            </p:pic>
          </mc:Fallback>
        </mc:AlternateContent>
        <mc:AlternateContent xmlns:mc="http://schemas.openxmlformats.org/markup-compatibility/2006">
          <mc:Choice xmlns:p14="http://schemas.microsoft.com/office/powerpoint/2010/main" Requires="p14">
            <p:contentPart p14:bwMode="auto" r:id="rId36">
              <p14:nvContentPartPr>
                <p14:cNvPr id="21" name="Ink 20">
                  <a:extLst>
                    <a:ext uri="{FF2B5EF4-FFF2-40B4-BE49-F238E27FC236}">
                      <a16:creationId xmlns:a16="http://schemas.microsoft.com/office/drawing/2014/main" id="{AEEB90AD-6543-DF7F-7B07-A94320EF966D}"/>
                    </a:ext>
                  </a:extLst>
                </p14:cNvPr>
                <p14:cNvContentPartPr/>
                <p14:nvPr/>
              </p14:nvContentPartPr>
              <p14:xfrm>
                <a:off x="7890032" y="2236897"/>
                <a:ext cx="230040" cy="169920"/>
              </p14:xfrm>
            </p:contentPart>
          </mc:Choice>
          <mc:Fallback>
            <p:pic>
              <p:nvPicPr>
                <p:cNvPr id="21" name="Ink 20">
                  <a:extLst>
                    <a:ext uri="{FF2B5EF4-FFF2-40B4-BE49-F238E27FC236}">
                      <a16:creationId xmlns:a16="http://schemas.microsoft.com/office/drawing/2014/main" id="{AEEB90AD-6543-DF7F-7B07-A94320EF966D}"/>
                    </a:ext>
                  </a:extLst>
                </p:cNvPr>
                <p:cNvPicPr/>
                <p:nvPr/>
              </p:nvPicPr>
              <p:blipFill>
                <a:blip r:embed="rId37"/>
                <a:stretch>
                  <a:fillRect/>
                </a:stretch>
              </p:blipFill>
              <p:spPr>
                <a:xfrm>
                  <a:off x="7883912" y="2230777"/>
                  <a:ext cx="242280" cy="182160"/>
                </a:xfrm>
                <a:prstGeom prst="rect">
                  <a:avLst/>
                </a:prstGeom>
              </p:spPr>
            </p:pic>
          </mc:Fallback>
        </mc:AlternateContent>
      </p:grpSp>
      <p:grpSp>
        <p:nvGrpSpPr>
          <p:cNvPr id="27" name="Group 26">
            <a:extLst>
              <a:ext uri="{FF2B5EF4-FFF2-40B4-BE49-F238E27FC236}">
                <a16:creationId xmlns:a16="http://schemas.microsoft.com/office/drawing/2014/main" id="{A78CF8F2-7AA2-B1DA-E207-4C3A36129E45}"/>
              </a:ext>
            </a:extLst>
          </p:cNvPr>
          <p:cNvGrpSpPr/>
          <p:nvPr/>
        </p:nvGrpSpPr>
        <p:grpSpPr>
          <a:xfrm>
            <a:off x="8328872" y="2254897"/>
            <a:ext cx="420840" cy="195120"/>
            <a:chOff x="8328872" y="2254897"/>
            <a:chExt cx="420840" cy="195120"/>
          </a:xfrm>
        </p:grpSpPr>
        <mc:AlternateContent xmlns:mc="http://schemas.openxmlformats.org/markup-compatibility/2006">
          <mc:Choice xmlns:p14="http://schemas.microsoft.com/office/powerpoint/2010/main" Requires="p14">
            <p:contentPart p14:bwMode="auto" r:id="rId38">
              <p14:nvContentPartPr>
                <p14:cNvPr id="24" name="Ink 23">
                  <a:extLst>
                    <a:ext uri="{FF2B5EF4-FFF2-40B4-BE49-F238E27FC236}">
                      <a16:creationId xmlns:a16="http://schemas.microsoft.com/office/drawing/2014/main" id="{2F1496EC-7F2B-0CE3-BC96-DEE38A573938}"/>
                    </a:ext>
                  </a:extLst>
                </p14:cNvPr>
                <p14:cNvContentPartPr/>
                <p14:nvPr/>
              </p14:nvContentPartPr>
              <p14:xfrm>
                <a:off x="8328872" y="2370097"/>
                <a:ext cx="128880" cy="18720"/>
              </p14:xfrm>
            </p:contentPart>
          </mc:Choice>
          <mc:Fallback>
            <p:pic>
              <p:nvPicPr>
                <p:cNvPr id="24" name="Ink 23">
                  <a:extLst>
                    <a:ext uri="{FF2B5EF4-FFF2-40B4-BE49-F238E27FC236}">
                      <a16:creationId xmlns:a16="http://schemas.microsoft.com/office/drawing/2014/main" id="{2F1496EC-7F2B-0CE3-BC96-DEE38A573938}"/>
                    </a:ext>
                  </a:extLst>
                </p:cNvPr>
                <p:cNvPicPr/>
                <p:nvPr/>
              </p:nvPicPr>
              <p:blipFill>
                <a:blip r:embed="rId39"/>
                <a:stretch>
                  <a:fillRect/>
                </a:stretch>
              </p:blipFill>
              <p:spPr>
                <a:xfrm>
                  <a:off x="8322752" y="2363977"/>
                  <a:ext cx="141120" cy="30960"/>
                </a:xfrm>
                <a:prstGeom prst="rect">
                  <a:avLst/>
                </a:prstGeom>
              </p:spPr>
            </p:pic>
          </mc:Fallback>
        </mc:AlternateContent>
        <mc:AlternateContent xmlns:mc="http://schemas.openxmlformats.org/markup-compatibility/2006">
          <mc:Choice xmlns:p14="http://schemas.microsoft.com/office/powerpoint/2010/main" Requires="p14">
            <p:contentPart p14:bwMode="auto" r:id="rId40">
              <p14:nvContentPartPr>
                <p14:cNvPr id="25" name="Ink 24">
                  <a:extLst>
                    <a:ext uri="{FF2B5EF4-FFF2-40B4-BE49-F238E27FC236}">
                      <a16:creationId xmlns:a16="http://schemas.microsoft.com/office/drawing/2014/main" id="{DA9D1AC2-C56F-00C0-E62B-E1D4AD79A788}"/>
                    </a:ext>
                  </a:extLst>
                </p14:cNvPr>
                <p14:cNvContentPartPr/>
                <p14:nvPr/>
              </p14:nvContentPartPr>
              <p14:xfrm>
                <a:off x="8382512" y="2297017"/>
                <a:ext cx="34560" cy="153000"/>
              </p14:xfrm>
            </p:contentPart>
          </mc:Choice>
          <mc:Fallback>
            <p:pic>
              <p:nvPicPr>
                <p:cNvPr id="25" name="Ink 24">
                  <a:extLst>
                    <a:ext uri="{FF2B5EF4-FFF2-40B4-BE49-F238E27FC236}">
                      <a16:creationId xmlns:a16="http://schemas.microsoft.com/office/drawing/2014/main" id="{DA9D1AC2-C56F-00C0-E62B-E1D4AD79A788}"/>
                    </a:ext>
                  </a:extLst>
                </p:cNvPr>
                <p:cNvPicPr/>
                <p:nvPr/>
              </p:nvPicPr>
              <p:blipFill>
                <a:blip r:embed="rId41"/>
                <a:stretch>
                  <a:fillRect/>
                </a:stretch>
              </p:blipFill>
              <p:spPr>
                <a:xfrm>
                  <a:off x="8376392" y="2290897"/>
                  <a:ext cx="46800" cy="165240"/>
                </a:xfrm>
                <a:prstGeom prst="rect">
                  <a:avLst/>
                </a:prstGeom>
              </p:spPr>
            </p:pic>
          </mc:Fallback>
        </mc:AlternateContent>
        <mc:AlternateContent xmlns:mc="http://schemas.openxmlformats.org/markup-compatibility/2006">
          <mc:Choice xmlns:p14="http://schemas.microsoft.com/office/powerpoint/2010/main" Requires="p14">
            <p:contentPart p14:bwMode="auto" r:id="rId42">
              <p14:nvContentPartPr>
                <p14:cNvPr id="26" name="Ink 25">
                  <a:extLst>
                    <a:ext uri="{FF2B5EF4-FFF2-40B4-BE49-F238E27FC236}">
                      <a16:creationId xmlns:a16="http://schemas.microsoft.com/office/drawing/2014/main" id="{5D47452A-9D24-4178-0FD7-49F0A9855FBE}"/>
                    </a:ext>
                  </a:extLst>
                </p14:cNvPr>
                <p14:cNvContentPartPr/>
                <p14:nvPr/>
              </p14:nvContentPartPr>
              <p14:xfrm>
                <a:off x="8499512" y="2254897"/>
                <a:ext cx="250200" cy="174240"/>
              </p14:xfrm>
            </p:contentPart>
          </mc:Choice>
          <mc:Fallback>
            <p:pic>
              <p:nvPicPr>
                <p:cNvPr id="26" name="Ink 25">
                  <a:extLst>
                    <a:ext uri="{FF2B5EF4-FFF2-40B4-BE49-F238E27FC236}">
                      <a16:creationId xmlns:a16="http://schemas.microsoft.com/office/drawing/2014/main" id="{5D47452A-9D24-4178-0FD7-49F0A9855FBE}"/>
                    </a:ext>
                  </a:extLst>
                </p:cNvPr>
                <p:cNvPicPr/>
                <p:nvPr/>
              </p:nvPicPr>
              <p:blipFill>
                <a:blip r:embed="rId43"/>
                <a:stretch>
                  <a:fillRect/>
                </a:stretch>
              </p:blipFill>
              <p:spPr>
                <a:xfrm>
                  <a:off x="8493392" y="2248777"/>
                  <a:ext cx="262440" cy="18648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44">
            <p14:nvContentPartPr>
              <p14:cNvPr id="28" name="Ink 27">
                <a:extLst>
                  <a:ext uri="{FF2B5EF4-FFF2-40B4-BE49-F238E27FC236}">
                    <a16:creationId xmlns:a16="http://schemas.microsoft.com/office/drawing/2014/main" id="{35B2CA63-1E3F-3FA3-FF90-AA9D7AE4ECDF}"/>
                  </a:ext>
                </a:extLst>
              </p14:cNvPr>
              <p14:cNvContentPartPr/>
              <p14:nvPr/>
            </p14:nvContentPartPr>
            <p14:xfrm>
              <a:off x="708752" y="3986497"/>
              <a:ext cx="471960" cy="554400"/>
            </p14:xfrm>
          </p:contentPart>
        </mc:Choice>
        <mc:Fallback>
          <p:pic>
            <p:nvPicPr>
              <p:cNvPr id="28" name="Ink 27">
                <a:extLst>
                  <a:ext uri="{FF2B5EF4-FFF2-40B4-BE49-F238E27FC236}">
                    <a16:creationId xmlns:a16="http://schemas.microsoft.com/office/drawing/2014/main" id="{35B2CA63-1E3F-3FA3-FF90-AA9D7AE4ECDF}"/>
                  </a:ext>
                </a:extLst>
              </p:cNvPr>
              <p:cNvPicPr/>
              <p:nvPr/>
            </p:nvPicPr>
            <p:blipFill>
              <a:blip r:embed="rId45"/>
              <a:stretch>
                <a:fillRect/>
              </a:stretch>
            </p:blipFill>
            <p:spPr>
              <a:xfrm>
                <a:off x="702632" y="3980377"/>
                <a:ext cx="484200" cy="566640"/>
              </a:xfrm>
              <a:prstGeom prst="rect">
                <a:avLst/>
              </a:prstGeom>
            </p:spPr>
          </p:pic>
        </mc:Fallback>
      </mc:AlternateContent>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6322" name="Picture 4"/>
          <p:cNvPicPr>
            <a:picLocks noChangeAspect="1"/>
          </p:cNvPicPr>
          <p:nvPr/>
        </p:nvPicPr>
        <p:blipFill>
          <a:blip r:embed="rId3"/>
          <a:stretch>
            <a:fillRect/>
          </a:stretch>
        </p:blipFill>
        <p:spPr>
          <a:xfrm>
            <a:off x="2091690" y="3200400"/>
            <a:ext cx="4959985" cy="3347720"/>
          </a:xfrm>
          <a:prstGeom prst="rect">
            <a:avLst/>
          </a:prstGeom>
          <a:noFill/>
          <a:ln w="9525">
            <a:noFill/>
          </a:ln>
        </p:spPr>
      </p:pic>
      <p:sp>
        <p:nvSpPr>
          <p:cNvPr id="56323" name="Title 1"/>
          <p:cNvSpPr>
            <a:spLocks noGrp="1"/>
          </p:cNvSpPr>
          <p:nvPr>
            <p:ph type="title"/>
          </p:nvPr>
        </p:nvSpPr>
        <p:spPr/>
        <p:txBody>
          <a:bodyPr vert="horz" wrap="square" lIns="91440" tIns="45720" rIns="91440" bIns="45720" anchor="ctr" anchorCtr="0"/>
          <a:lstStyle/>
          <a:p>
            <a:pPr>
              <a:buNone/>
            </a:pPr>
            <a:r>
              <a:rPr lang="en-US" b="1" dirty="0">
                <a:solidFill>
                  <a:srgbClr val="CC3300"/>
                </a:solidFill>
                <a:sym typeface="+mn-ea"/>
              </a:rPr>
              <a:t>Exercise</a:t>
            </a:r>
            <a:endParaRPr kern="1200" dirty="0">
              <a:latin typeface="Arial" panose="020B0604020202020204" pitchFamily="34" charset="0"/>
              <a:ea typeface="Arial" panose="020B0604020202020204" pitchFamily="34" charset="0"/>
              <a:cs typeface="+mj-cs"/>
            </a:endParaRPr>
          </a:p>
        </p:txBody>
      </p:sp>
      <p:sp>
        <p:nvSpPr>
          <p:cNvPr id="3" name="Content Placeholder 2"/>
          <p:cNvSpPr>
            <a:spLocks noGrp="1"/>
          </p:cNvSpPr>
          <p:nvPr>
            <p:ph idx="1"/>
          </p:nvPr>
        </p:nvSpPr>
        <p:spPr>
          <a:xfrm>
            <a:off x="304800" y="1295400"/>
            <a:ext cx="8183245" cy="4526280"/>
          </a:xfrm>
        </p:spPr>
        <p:txBody>
          <a:bodyPr vert="horz" wrap="square" lIns="91440" tIns="45720" rIns="91440" bIns="45720" numCol="1" anchor="t" anchorCtr="0" compatLnSpc="1"/>
          <a:lstStyle/>
          <a:p>
            <a:pPr marL="0" marR="0" lvl="0" indent="0" algn="just" defTabSz="914400" rtl="0" eaLnBrk="0" fontAlgn="base" latinLnBrk="0" hangingPunct="0">
              <a:lnSpc>
                <a:spcPct val="100000"/>
              </a:lnSpc>
              <a:spcBef>
                <a:spcPct val="20000"/>
              </a:spcBef>
              <a:spcAft>
                <a:spcPct val="0"/>
              </a:spcAft>
              <a:buClr>
                <a:schemeClr val="tx2">
                  <a:lumMod val="60000"/>
                  <a:lumOff val="40000"/>
                </a:schemeClr>
              </a:buClr>
              <a:buSzPct val="80000"/>
              <a:buFont typeface="Wingdings" panose="05000000000000000000" pitchFamily="2" charset="2"/>
              <a:buNone/>
              <a:defRPr/>
            </a:pPr>
            <a:r>
              <a:rPr kumimoji="0" lang="en-US" sz="20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Given a graph below and colors numbered 1, 2, 3,... are assigned to vertices with the sequential coloring algorithm that orders vertices in decreasing order of their degrees, (i.e. vertices are put in the largest first sequence)</a:t>
            </a:r>
          </a:p>
          <a:p>
            <a:pPr marL="0" marR="0" lvl="0" indent="0" algn="just" defTabSz="914400" rtl="0" eaLnBrk="0" fontAlgn="base" latinLnBrk="0" hangingPunct="0">
              <a:lnSpc>
                <a:spcPct val="100000"/>
              </a:lnSpc>
              <a:spcBef>
                <a:spcPct val="20000"/>
              </a:spcBef>
              <a:spcAft>
                <a:spcPct val="0"/>
              </a:spcAft>
              <a:buClr>
                <a:schemeClr val="tx2">
                  <a:lumMod val="60000"/>
                  <a:lumOff val="40000"/>
                </a:schemeClr>
              </a:buClr>
              <a:buSzPct val="80000"/>
              <a:buFont typeface="Wingdings" panose="05000000000000000000" pitchFamily="2" charset="2"/>
              <a:buNone/>
              <a:defRPr/>
            </a:pPr>
            <a:r>
              <a:rPr kumimoji="0" lang="en-US" sz="20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What is the </a:t>
            </a:r>
            <a:r>
              <a:rPr kumimoji="0" lang="en-US" sz="2000" b="0" i="0" u="none" strike="noStrike" kern="1200" cap="none" spc="0" normalizeH="0" baseline="0" noProof="0" dirty="0">
                <a:ln>
                  <a:noFill/>
                </a:ln>
                <a:solidFill>
                  <a:schemeClr val="tx1"/>
                </a:solidFill>
                <a:effectLst/>
                <a:highlight>
                  <a:srgbClr val="FFFF00"/>
                </a:highlight>
                <a:uLnTx/>
                <a:uFillTx/>
                <a:latin typeface="Arial" panose="020B0604020202020204" pitchFamily="34" charset="0"/>
                <a:ea typeface="+mn-ea"/>
                <a:cs typeface="Arial" panose="020B0604020202020204" pitchFamily="34" charset="0"/>
              </a:rPr>
              <a:t>color</a:t>
            </a:r>
            <a:r>
              <a:rPr kumimoji="0" lang="en-US" sz="20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 of the vertex G?</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3"/>
          <a:stretch>
            <a:fillRect/>
          </a:stretch>
        </p:blipFill>
        <p:spPr>
          <a:xfrm>
            <a:off x="3919855" y="5105400"/>
            <a:ext cx="5173980" cy="1705610"/>
          </a:xfrm>
          <a:prstGeom prst="rect">
            <a:avLst/>
          </a:prstGeom>
        </p:spPr>
      </p:pic>
      <p:sp>
        <p:nvSpPr>
          <p:cNvPr id="2" name="Title 1"/>
          <p:cNvSpPr>
            <a:spLocks noGrp="1"/>
          </p:cNvSpPr>
          <p:nvPr>
            <p:ph type="title"/>
          </p:nvPr>
        </p:nvSpPr>
        <p:spPr>
          <a:xfrm>
            <a:off x="457200" y="-317"/>
            <a:ext cx="8229600" cy="1143000"/>
          </a:xfrm>
        </p:spPr>
        <p:txBody>
          <a:bodyPr/>
          <a:lstStyle/>
          <a:p>
            <a:r>
              <a:rPr lang="en-US" b="1" dirty="0">
                <a:solidFill>
                  <a:srgbClr val="CC3300"/>
                </a:solidFill>
                <a:sym typeface="+mn-ea"/>
              </a:rPr>
              <a:t>Exercise</a:t>
            </a:r>
            <a:endParaRPr lang="en-US"/>
          </a:p>
        </p:txBody>
      </p:sp>
      <p:sp>
        <p:nvSpPr>
          <p:cNvPr id="3" name="Content Placeholder 2"/>
          <p:cNvSpPr>
            <a:spLocks noGrp="1"/>
          </p:cNvSpPr>
          <p:nvPr>
            <p:ph idx="1"/>
          </p:nvPr>
        </p:nvSpPr>
        <p:spPr>
          <a:xfrm>
            <a:off x="533400" y="914400"/>
            <a:ext cx="8229600" cy="4525963"/>
          </a:xfrm>
        </p:spPr>
        <p:txBody>
          <a:bodyPr/>
          <a:lstStyle/>
          <a:p>
            <a:pPr marL="0" indent="0">
              <a:buNone/>
            </a:pPr>
            <a:r>
              <a:rPr lang="en-US" altLang="en-US" sz="1800" dirty="0"/>
              <a:t>Suppose the graph G = (V.E) satisfies the conditions for the existence of an </a:t>
            </a:r>
            <a:r>
              <a:rPr lang="en-US" altLang="en-US" sz="1800" dirty="0">
                <a:highlight>
                  <a:srgbClr val="FFFF00"/>
                </a:highlight>
              </a:rPr>
              <a:t>Eulerian cycle</a:t>
            </a:r>
            <a:r>
              <a:rPr lang="en-US" altLang="en-US" sz="1800" dirty="0"/>
              <a:t>. The following is an algorithm for finding</a:t>
            </a:r>
          </a:p>
          <a:p>
            <a:pPr marL="0" indent="0">
              <a:buNone/>
            </a:pPr>
            <a:r>
              <a:rPr lang="en-US" altLang="en-US" sz="1800" dirty="0"/>
              <a:t>Euler cycle from the vertex X using stack:</a:t>
            </a:r>
          </a:p>
          <a:p>
            <a:pPr marL="457200" lvl="1" indent="0">
              <a:buNone/>
            </a:pPr>
            <a:r>
              <a:rPr lang="en-US" altLang="en-US" sz="1800" dirty="0"/>
              <a:t>declare a stack S of characters (a vertex is labeled by a character)</a:t>
            </a:r>
          </a:p>
          <a:p>
            <a:pPr marL="457200" lvl="1" indent="0">
              <a:buNone/>
            </a:pPr>
            <a:r>
              <a:rPr lang="en-US" altLang="en-US" sz="1800" dirty="0"/>
              <a:t>declare an empty array E (which will contain Euler cycle)</a:t>
            </a:r>
          </a:p>
          <a:p>
            <a:pPr marL="457200" lvl="1" indent="0">
              <a:buNone/>
            </a:pPr>
            <a:r>
              <a:rPr lang="en-US" altLang="en-US" sz="1800" dirty="0"/>
              <a:t>push the vertex X to S</a:t>
            </a:r>
          </a:p>
          <a:p>
            <a:pPr marL="457200" lvl="1" indent="0">
              <a:buNone/>
            </a:pPr>
            <a:r>
              <a:rPr lang="en-US" altLang="en-US" sz="1800" dirty="0"/>
              <a:t>while(S is not empty)</a:t>
            </a:r>
          </a:p>
          <a:p>
            <a:pPr marL="457200" lvl="1" indent="0">
              <a:buNone/>
            </a:pPr>
            <a:r>
              <a:rPr lang="en-US" altLang="en-US" sz="1800" dirty="0"/>
              <a:t>{           </a:t>
            </a:r>
            <a:r>
              <a:rPr lang="en-US" altLang="en-US" sz="1800" dirty="0" err="1"/>
              <a:t>ch</a:t>
            </a:r>
            <a:r>
              <a:rPr lang="en-US" altLang="en-US" sz="1800" dirty="0"/>
              <a:t> = top element of the stack S</a:t>
            </a:r>
          </a:p>
          <a:p>
            <a:pPr marL="457200" lvl="1" indent="457200">
              <a:buNone/>
            </a:pPr>
            <a:r>
              <a:rPr lang="en-US" altLang="en-US" sz="1800" dirty="0"/>
              <a:t>if </a:t>
            </a:r>
            <a:r>
              <a:rPr lang="en-US" altLang="en-US" sz="1800" dirty="0" err="1"/>
              <a:t>ch</a:t>
            </a:r>
            <a:r>
              <a:rPr lang="en-US" altLang="en-US" sz="1800" dirty="0"/>
              <a:t> is isolated then: remove it from the stack and put it to E</a:t>
            </a:r>
          </a:p>
          <a:p>
            <a:pPr marL="457200" lvl="1" indent="457200">
              <a:buNone/>
            </a:pPr>
            <a:r>
              <a:rPr lang="en-US" altLang="en-US" sz="1800" dirty="0"/>
              <a:t>else: select the first vertex Y (by alphabet order) which is adjacent to </a:t>
            </a:r>
            <a:r>
              <a:rPr lang="en-US" altLang="en-US" sz="1800" dirty="0" err="1"/>
              <a:t>ch</a:t>
            </a:r>
            <a:endParaRPr lang="en-US" altLang="en-US" sz="1800" dirty="0"/>
          </a:p>
          <a:p>
            <a:pPr marL="914400" lvl="2" indent="457200">
              <a:buNone/>
            </a:pPr>
            <a:r>
              <a:rPr lang="en-US" altLang="en-US" sz="1800" dirty="0"/>
              <a:t>push Y to S and remove the edge (</a:t>
            </a:r>
            <a:r>
              <a:rPr lang="en-US" altLang="en-US" sz="1800" dirty="0" err="1"/>
              <a:t>ch,Y</a:t>
            </a:r>
            <a:r>
              <a:rPr lang="en-US" altLang="en-US" sz="1800" dirty="0"/>
              <a:t>) from the graph</a:t>
            </a:r>
          </a:p>
          <a:p>
            <a:pPr marL="457200" lvl="1" indent="0">
              <a:buNone/>
            </a:pPr>
            <a:r>
              <a:rPr lang="en-US" altLang="en-US" sz="1800" dirty="0"/>
              <a:t>}</a:t>
            </a:r>
          </a:p>
          <a:p>
            <a:pPr marL="457200" lvl="1" indent="0">
              <a:buNone/>
            </a:pPr>
            <a:r>
              <a:rPr lang="en-US" altLang="en-US" sz="1800" dirty="0"/>
              <a:t>the last array E obtained is an Euler cycle of the graph</a:t>
            </a:r>
          </a:p>
          <a:p>
            <a:pPr marL="0" indent="0">
              <a:buNone/>
            </a:pPr>
            <a:endParaRPr lang="en-US" altLang="en-US" sz="1800" dirty="0"/>
          </a:p>
        </p:txBody>
      </p:sp>
      <p:sp>
        <p:nvSpPr>
          <p:cNvPr id="7" name="Text Box 6"/>
          <p:cNvSpPr txBox="1"/>
          <p:nvPr/>
        </p:nvSpPr>
        <p:spPr>
          <a:xfrm>
            <a:off x="304800" y="5334000"/>
            <a:ext cx="3572510" cy="1476375"/>
          </a:xfrm>
          <a:prstGeom prst="rect">
            <a:avLst/>
          </a:prstGeom>
          <a:noFill/>
        </p:spPr>
        <p:txBody>
          <a:bodyPr wrap="square" rtlCol="0" anchor="t">
            <a:spAutoFit/>
          </a:bodyPr>
          <a:lstStyle/>
          <a:p>
            <a:pPr marL="0" indent="0">
              <a:buNone/>
            </a:pPr>
            <a:r>
              <a:rPr lang="en-US" altLang="en-US" sz="1800" b="0" dirty="0">
                <a:latin typeface="Calibri Light" panose="020F0302020204030204" charset="0"/>
                <a:cs typeface="Calibri Light" panose="020F0302020204030204" charset="0"/>
                <a:sym typeface="+mn-ea"/>
              </a:rPr>
              <a:t>Suppose a multigraph G is given below (view picture). Which of the followings is the Euler cycle from the vertex A, created by above algorithm?</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3"/>
          <a:stretch>
            <a:fillRect/>
          </a:stretch>
        </p:blipFill>
        <p:spPr>
          <a:xfrm>
            <a:off x="4800600" y="3733800"/>
            <a:ext cx="3783965" cy="2927985"/>
          </a:xfrm>
          <a:prstGeom prst="rect">
            <a:avLst/>
          </a:prstGeom>
        </p:spPr>
      </p:pic>
      <p:sp>
        <p:nvSpPr>
          <p:cNvPr id="2" name="Title 1"/>
          <p:cNvSpPr>
            <a:spLocks noGrp="1"/>
          </p:cNvSpPr>
          <p:nvPr>
            <p:ph type="title"/>
          </p:nvPr>
        </p:nvSpPr>
        <p:spPr>
          <a:xfrm>
            <a:off x="533400" y="0"/>
            <a:ext cx="8229600" cy="631190"/>
          </a:xfrm>
        </p:spPr>
        <p:txBody>
          <a:bodyPr/>
          <a:lstStyle/>
          <a:p>
            <a:r>
              <a:rPr lang="en-US" b="1" dirty="0">
                <a:solidFill>
                  <a:srgbClr val="CC3300"/>
                </a:solidFill>
                <a:sym typeface="+mn-ea"/>
              </a:rPr>
              <a:t>Exercise</a:t>
            </a:r>
            <a:endParaRPr lang="en-US"/>
          </a:p>
        </p:txBody>
      </p:sp>
      <p:sp>
        <p:nvSpPr>
          <p:cNvPr id="4" name="Text Box 3"/>
          <p:cNvSpPr txBox="1"/>
          <p:nvPr/>
        </p:nvSpPr>
        <p:spPr>
          <a:xfrm>
            <a:off x="457200" y="762000"/>
            <a:ext cx="8488680" cy="2204720"/>
          </a:xfrm>
          <a:prstGeom prst="rect">
            <a:avLst/>
          </a:prstGeom>
          <a:noFill/>
        </p:spPr>
        <p:txBody>
          <a:bodyPr wrap="square" rtlCol="0" anchor="t">
            <a:noAutofit/>
          </a:bodyPr>
          <a:lstStyle/>
          <a:p>
            <a:r>
              <a:rPr lang="en-US" altLang="en-US" sz="1600" b="0" dirty="0"/>
              <a:t>Given the graph G = (V.E) and X is a vertex of G. Suppose there exists at least one </a:t>
            </a:r>
            <a:r>
              <a:rPr lang="en-US" altLang="en-US" sz="1600" b="0" dirty="0">
                <a:highlight>
                  <a:srgbClr val="FFFF00"/>
                </a:highlight>
              </a:rPr>
              <a:t>Hamilton Cycle </a:t>
            </a:r>
            <a:r>
              <a:rPr lang="en-US" altLang="en-US" sz="1600" b="0" dirty="0"/>
              <a:t>for the graph. The following is a backtracking algorithm for finding</a:t>
            </a:r>
          </a:p>
          <a:p>
            <a:r>
              <a:rPr lang="en-US" altLang="en-US" sz="1600" b="0" dirty="0"/>
              <a:t>the first Hamilton cycle from the vertex X:</a:t>
            </a:r>
          </a:p>
          <a:p>
            <a:endParaRPr lang="en-US" altLang="en-US" sz="1600" dirty="0"/>
          </a:p>
          <a:p>
            <a:pPr lvl="1"/>
            <a:r>
              <a:rPr lang="en-US" altLang="en-US" sz="1600" b="0" dirty="0">
                <a:latin typeface="Calibri" panose="020F0502020204030204" pitchFamily="34" charset="0"/>
                <a:cs typeface="Calibri" panose="020F0502020204030204" pitchFamily="34" charset="0"/>
              </a:rPr>
              <a:t>declare an empty array H (which will contain Hamilton cycle)</a:t>
            </a:r>
          </a:p>
          <a:p>
            <a:pPr lvl="1"/>
            <a:r>
              <a:rPr lang="en-US" altLang="en-US" sz="1600" b="0" dirty="0">
                <a:latin typeface="Calibri" panose="020F0502020204030204" pitchFamily="34" charset="0"/>
                <a:cs typeface="Calibri" panose="020F0502020204030204" pitchFamily="34" charset="0"/>
              </a:rPr>
              <a:t>(1) Put the vertex X to H</a:t>
            </a:r>
          </a:p>
          <a:p>
            <a:pPr lvl="1"/>
            <a:r>
              <a:rPr lang="en-US" altLang="en-US" sz="1600" b="0" dirty="0">
                <a:latin typeface="Calibri" panose="020F0502020204030204" pitchFamily="34" charset="0"/>
                <a:cs typeface="Calibri" panose="020F0502020204030204" pitchFamily="34" charset="0"/>
              </a:rPr>
              <a:t>(2) Check if H is a Hamilton cycle then stop. </a:t>
            </a:r>
          </a:p>
          <a:p>
            <a:pPr lvl="1" indent="457200"/>
            <a:r>
              <a:rPr lang="en-US" altLang="en-US" sz="1600" b="0" dirty="0">
                <a:latin typeface="Calibri" panose="020F0502020204030204" pitchFamily="34" charset="0"/>
                <a:cs typeface="Calibri" panose="020F0502020204030204" pitchFamily="34" charset="0"/>
              </a:rPr>
              <a:t>else go to (3)</a:t>
            </a:r>
          </a:p>
          <a:p>
            <a:pPr lvl="1"/>
            <a:r>
              <a:rPr lang="en-US" altLang="en-US" sz="1600" b="0" dirty="0">
                <a:latin typeface="Calibri" panose="020F0502020204030204" pitchFamily="34" charset="0"/>
                <a:cs typeface="Calibri" panose="020F0502020204030204" pitchFamily="34" charset="0"/>
              </a:rPr>
              <a:t>(3) Consider the last vertex Y in H. </a:t>
            </a:r>
          </a:p>
          <a:p>
            <a:pPr lvl="1" indent="457200"/>
            <a:r>
              <a:rPr lang="en-US" altLang="en-US" sz="1600" b="0" dirty="0">
                <a:latin typeface="Calibri" panose="020F0502020204030204" pitchFamily="34" charset="0"/>
                <a:cs typeface="Calibri" panose="020F0502020204030204" pitchFamily="34" charset="0"/>
              </a:rPr>
              <a:t>if there is/are vertex(es) adjacent to Y: select the first adjacent vertex Z (by alphabet order) and put it to H. </a:t>
            </a:r>
          </a:p>
          <a:p>
            <a:pPr lvl="1" indent="457200"/>
            <a:r>
              <a:rPr lang="en-US" altLang="en-US" sz="1600" b="0" dirty="0">
                <a:latin typeface="Calibri" panose="020F0502020204030204" pitchFamily="34" charset="0"/>
                <a:cs typeface="Calibri" panose="020F0502020204030204" pitchFamily="34" charset="0"/>
              </a:rPr>
              <a:t>If there no adjacent vertex, remove Y from H and denote it as a bad selection (so you do not select it in the same way again).</a:t>
            </a:r>
          </a:p>
          <a:p>
            <a:pPr lvl="1"/>
            <a:r>
              <a:rPr lang="en-US" altLang="en-US" sz="1600" b="0" dirty="0">
                <a:latin typeface="Calibri" panose="020F0502020204030204" pitchFamily="34" charset="0"/>
                <a:cs typeface="Calibri" panose="020F0502020204030204" pitchFamily="34" charset="0"/>
              </a:rPr>
              <a:t>Go to (2).</a:t>
            </a:r>
          </a:p>
          <a:p>
            <a:endParaRPr lang="en-US" altLang="en-US" sz="1600" dirty="0"/>
          </a:p>
          <a:p>
            <a:endParaRPr lang="en-US" altLang="en-US" sz="1600" dirty="0"/>
          </a:p>
          <a:p>
            <a:endParaRPr lang="en-US" altLang="en-US" sz="1600" dirty="0"/>
          </a:p>
        </p:txBody>
      </p:sp>
      <p:sp>
        <p:nvSpPr>
          <p:cNvPr id="5" name="Text Box 4"/>
          <p:cNvSpPr txBox="1"/>
          <p:nvPr/>
        </p:nvSpPr>
        <p:spPr>
          <a:xfrm>
            <a:off x="1295400" y="5367020"/>
            <a:ext cx="2494915" cy="1322070"/>
          </a:xfrm>
          <a:prstGeom prst="rect">
            <a:avLst/>
          </a:prstGeom>
          <a:noFill/>
        </p:spPr>
        <p:txBody>
          <a:bodyPr wrap="square" rtlCol="0" anchor="t">
            <a:spAutoFit/>
          </a:bodyPr>
          <a:lstStyle/>
          <a:p>
            <a:r>
              <a:rPr lang="en-US" altLang="en-US" sz="1600" b="0" dirty="0">
                <a:latin typeface="Calibri" panose="020F0502020204030204" pitchFamily="34" charset="0"/>
                <a:cs typeface="Calibri" panose="020F0502020204030204" pitchFamily="34" charset="0"/>
                <a:sym typeface="+mn-ea"/>
              </a:rPr>
              <a:t>A. C. A. B. E. D. F. C</a:t>
            </a:r>
            <a:endParaRPr lang="en-US" altLang="en-US" sz="1600" b="0" dirty="0">
              <a:latin typeface="Calibri" panose="020F0502020204030204" pitchFamily="34" charset="0"/>
              <a:cs typeface="Calibri" panose="020F0502020204030204" pitchFamily="34" charset="0"/>
            </a:endParaRPr>
          </a:p>
          <a:p>
            <a:r>
              <a:rPr lang="en-US" altLang="en-US" sz="1600" b="0" dirty="0">
                <a:latin typeface="Calibri" panose="020F0502020204030204" pitchFamily="34" charset="0"/>
                <a:cs typeface="Calibri" panose="020F0502020204030204" pitchFamily="34" charset="0"/>
                <a:sym typeface="+mn-ea"/>
              </a:rPr>
              <a:t>B. C. E. B. D. A. F. C</a:t>
            </a:r>
            <a:endParaRPr lang="en-US" altLang="en-US" sz="1600" b="0" dirty="0">
              <a:latin typeface="Calibri" panose="020F0502020204030204" pitchFamily="34" charset="0"/>
              <a:cs typeface="Calibri" panose="020F0502020204030204" pitchFamily="34" charset="0"/>
            </a:endParaRPr>
          </a:p>
          <a:p>
            <a:r>
              <a:rPr lang="en-US" altLang="en-US" sz="1600" b="0" dirty="0">
                <a:latin typeface="Calibri" panose="020F0502020204030204" pitchFamily="34" charset="0"/>
                <a:cs typeface="Calibri" panose="020F0502020204030204" pitchFamily="34" charset="0"/>
                <a:sym typeface="+mn-ea"/>
              </a:rPr>
              <a:t>C. C. F. D. E. B. A. C</a:t>
            </a:r>
            <a:endParaRPr lang="en-US" altLang="en-US" sz="1600" b="0" dirty="0">
              <a:latin typeface="Calibri" panose="020F0502020204030204" pitchFamily="34" charset="0"/>
              <a:cs typeface="Calibri" panose="020F0502020204030204" pitchFamily="34" charset="0"/>
            </a:endParaRPr>
          </a:p>
          <a:p>
            <a:r>
              <a:rPr lang="en-US" altLang="en-US" sz="1600" b="0" dirty="0">
                <a:latin typeface="Calibri" panose="020F0502020204030204" pitchFamily="34" charset="0"/>
                <a:cs typeface="Calibri" panose="020F0502020204030204" pitchFamily="34" charset="0"/>
                <a:sym typeface="+mn-ea"/>
              </a:rPr>
              <a:t>D. C. E. D. F. A. B. C</a:t>
            </a:r>
            <a:endParaRPr lang="en-US" altLang="en-US" sz="1600" b="0" dirty="0">
              <a:latin typeface="Calibri" panose="020F0502020204030204" pitchFamily="34" charset="0"/>
              <a:cs typeface="Calibri" panose="020F0502020204030204" pitchFamily="34" charset="0"/>
            </a:endParaRPr>
          </a:p>
          <a:p>
            <a:r>
              <a:rPr lang="en-US" altLang="en-US" sz="1600" b="0" dirty="0">
                <a:latin typeface="Calibri" panose="020F0502020204030204" pitchFamily="34" charset="0"/>
                <a:cs typeface="Calibri" panose="020F0502020204030204" pitchFamily="34" charset="0"/>
                <a:sym typeface="+mn-ea"/>
              </a:rPr>
              <a:t>E. C. B. A. F. D. E. C</a:t>
            </a:r>
          </a:p>
        </p:txBody>
      </p:sp>
      <p:sp>
        <p:nvSpPr>
          <p:cNvPr id="7" name="Text Box 6"/>
          <p:cNvSpPr txBox="1"/>
          <p:nvPr/>
        </p:nvSpPr>
        <p:spPr>
          <a:xfrm>
            <a:off x="533400" y="4290695"/>
            <a:ext cx="3681095" cy="1076325"/>
          </a:xfrm>
          <a:prstGeom prst="rect">
            <a:avLst/>
          </a:prstGeom>
          <a:noFill/>
        </p:spPr>
        <p:txBody>
          <a:bodyPr wrap="square" rtlCol="0" anchor="t">
            <a:spAutoFit/>
          </a:bodyPr>
          <a:lstStyle/>
          <a:p>
            <a:r>
              <a:rPr lang="en-US" altLang="en-US" sz="1600" b="0">
                <a:sym typeface="+mn-ea"/>
              </a:rPr>
              <a:t>Suppose a G is given below (view picture). Which of the followings is the Hamilton cycle from the vertex C. created by above algorithm?</a:t>
            </a:r>
          </a:p>
        </p:txBody>
      </p:sp>
      <mc:AlternateContent xmlns:mc="http://schemas.openxmlformats.org/markup-compatibility/2006">
        <mc:Choice xmlns:p14="http://schemas.microsoft.com/office/powerpoint/2010/main" Requires="p14">
          <p:contentPart p14:bwMode="auto" r:id="rId4">
            <p14:nvContentPartPr>
              <p14:cNvPr id="3" name="Ink 2">
                <a:extLst>
                  <a:ext uri="{FF2B5EF4-FFF2-40B4-BE49-F238E27FC236}">
                    <a16:creationId xmlns:a16="http://schemas.microsoft.com/office/drawing/2014/main" id="{9947F1C1-90A9-1382-EC15-7BACE410747E}"/>
                  </a:ext>
                </a:extLst>
              </p14:cNvPr>
              <p14:cNvContentPartPr/>
              <p14:nvPr/>
            </p14:nvContentPartPr>
            <p14:xfrm>
              <a:off x="5051432" y="5881925"/>
              <a:ext cx="499320" cy="40680"/>
            </p14:xfrm>
          </p:contentPart>
        </mc:Choice>
        <mc:Fallback>
          <p:pic>
            <p:nvPicPr>
              <p:cNvPr id="3" name="Ink 2">
                <a:extLst>
                  <a:ext uri="{FF2B5EF4-FFF2-40B4-BE49-F238E27FC236}">
                    <a16:creationId xmlns:a16="http://schemas.microsoft.com/office/drawing/2014/main" id="{9947F1C1-90A9-1382-EC15-7BACE410747E}"/>
                  </a:ext>
                </a:extLst>
              </p:cNvPr>
              <p:cNvPicPr/>
              <p:nvPr/>
            </p:nvPicPr>
            <p:blipFill>
              <a:blip r:embed="rId5"/>
              <a:stretch>
                <a:fillRect/>
              </a:stretch>
            </p:blipFill>
            <p:spPr>
              <a:xfrm>
                <a:off x="5045312" y="5875805"/>
                <a:ext cx="511560" cy="5292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8" name="Ink 7">
                <a:extLst>
                  <a:ext uri="{FF2B5EF4-FFF2-40B4-BE49-F238E27FC236}">
                    <a16:creationId xmlns:a16="http://schemas.microsoft.com/office/drawing/2014/main" id="{2E01D4E1-19F5-A25C-37AE-3006784EB2B4}"/>
                  </a:ext>
                </a:extLst>
              </p14:cNvPr>
              <p14:cNvContentPartPr/>
              <p14:nvPr/>
            </p14:nvContentPartPr>
            <p14:xfrm>
              <a:off x="1131752" y="5267765"/>
              <a:ext cx="556200" cy="363960"/>
            </p14:xfrm>
          </p:contentPart>
        </mc:Choice>
        <mc:Fallback>
          <p:pic>
            <p:nvPicPr>
              <p:cNvPr id="8" name="Ink 7">
                <a:extLst>
                  <a:ext uri="{FF2B5EF4-FFF2-40B4-BE49-F238E27FC236}">
                    <a16:creationId xmlns:a16="http://schemas.microsoft.com/office/drawing/2014/main" id="{2E01D4E1-19F5-A25C-37AE-3006784EB2B4}"/>
                  </a:ext>
                </a:extLst>
              </p:cNvPr>
              <p:cNvPicPr/>
              <p:nvPr/>
            </p:nvPicPr>
            <p:blipFill>
              <a:blip r:embed="rId7"/>
              <a:stretch>
                <a:fillRect/>
              </a:stretch>
            </p:blipFill>
            <p:spPr>
              <a:xfrm>
                <a:off x="1125632" y="5261645"/>
                <a:ext cx="568440" cy="376200"/>
              </a:xfrm>
              <a:prstGeom prst="rect">
                <a:avLst/>
              </a:prstGeom>
            </p:spPr>
          </p:pic>
        </mc:Fallback>
      </mc:AlternateContent>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Footer Placeholder 4"/>
          <p:cNvSpPr txBox="1">
            <a:spLocks noGrp="1"/>
          </p:cNvSpPr>
          <p:nvPr>
            <p:ph type="ftr" sz="quarter" idx="11"/>
          </p:nvPr>
        </p:nvSpPr>
        <p:spPr>
          <a:noFill/>
          <a:ln>
            <a:noFill/>
          </a:ln>
        </p:spPr>
        <p:txBody>
          <a:bodyPr anchor="ctr" anchorCtr="0"/>
          <a:lstStyle/>
          <a:p>
            <a:pPr marL="0" indent="0" algn="ctr" eaLnBrk="1" hangingPunct="1">
              <a:spcBef>
                <a:spcPct val="0"/>
              </a:spcBef>
              <a:buFontTx/>
              <a:buNone/>
            </a:pPr>
            <a:r>
              <a:rPr lang="en-US" altLang="en-US" sz="1200" dirty="0">
                <a:solidFill>
                  <a:srgbClr val="898989"/>
                </a:solidFill>
                <a:latin typeface="Arial" panose="020B0604020202020204" pitchFamily="34" charset="0"/>
              </a:rPr>
              <a:t>Data Structures and Algorithms in Java </a:t>
            </a:r>
          </a:p>
        </p:txBody>
      </p:sp>
      <p:sp>
        <p:nvSpPr>
          <p:cNvPr id="57347" name="Slide Number Placeholder 5"/>
          <p:cNvSpPr txBox="1">
            <a:spLocks noGrp="1"/>
          </p:cNvSpPr>
          <p:nvPr>
            <p:ph type="sldNum" sz="quarter" idx="12"/>
          </p:nvPr>
        </p:nvSpPr>
        <p:spPr>
          <a:noFill/>
          <a:ln>
            <a:noFill/>
          </a:ln>
        </p:spPr>
        <p:txBody>
          <a:bodyPr anchor="ctr" anchorCtr="0"/>
          <a:lstStyle/>
          <a:p>
            <a:pPr marL="0" indent="0" algn="r" eaLnBrk="1" hangingPunct="1">
              <a:spcBef>
                <a:spcPct val="0"/>
              </a:spcBef>
              <a:buFontTx/>
              <a:buNone/>
            </a:pPr>
            <a:fld id="{9A0DB2DC-4C9A-4742-B13C-FB6460FD3503}" type="slidenum">
              <a:rPr lang="en-US" altLang="zh-CN" sz="1200" dirty="0">
                <a:solidFill>
                  <a:srgbClr val="898989"/>
                </a:solidFill>
                <a:latin typeface="Arial" panose="020B0604020202020204" pitchFamily="34" charset="0"/>
                <a:ea typeface="SimSun" panose="02010600030101010101" pitchFamily="2" charset="-122"/>
              </a:rPr>
              <a:t>43</a:t>
            </a:fld>
            <a:r>
              <a:rPr lang="en-US" altLang="en-US" sz="1200" dirty="0">
                <a:solidFill>
                  <a:srgbClr val="898989"/>
                </a:solidFill>
                <a:latin typeface="Arial" panose="020B0604020202020204" pitchFamily="34" charset="0"/>
              </a:rPr>
              <a:t>/30</a:t>
            </a:r>
          </a:p>
        </p:txBody>
      </p:sp>
      <p:sp>
        <p:nvSpPr>
          <p:cNvPr id="57348" name="Rectangle 2"/>
          <p:cNvSpPr>
            <a:spLocks noGrp="1"/>
          </p:cNvSpPr>
          <p:nvPr>
            <p:ph type="title"/>
          </p:nvPr>
        </p:nvSpPr>
        <p:spPr>
          <a:xfrm>
            <a:off x="765175" y="669925"/>
            <a:ext cx="6931025" cy="701675"/>
          </a:xfrm>
        </p:spPr>
        <p:txBody>
          <a:bodyPr vert="horz" wrap="square" lIns="91440" tIns="45720" rIns="91440" bIns="45720" anchor="ctr" anchorCtr="0">
            <a:spAutoFit/>
          </a:bodyPr>
          <a:lstStyle/>
          <a:p>
            <a:pPr eaLnBrk="1" hangingPunct="1"/>
            <a:r>
              <a:rPr lang="en-US" altLang="en-US" sz="4000" b="1" dirty="0">
                <a:solidFill>
                  <a:srgbClr val="CC3300"/>
                </a:solidFill>
              </a:rPr>
              <a:t>Summary</a:t>
            </a:r>
            <a:endParaRPr lang="fr-FR" altLang="en-US" sz="4000" b="1" dirty="0">
              <a:solidFill>
                <a:srgbClr val="CC3300"/>
              </a:solidFill>
            </a:endParaRPr>
          </a:p>
        </p:txBody>
      </p:sp>
      <p:sp>
        <p:nvSpPr>
          <p:cNvPr id="57349" name="Rectangle 3"/>
          <p:cNvSpPr>
            <a:spLocks noGrp="1"/>
          </p:cNvSpPr>
          <p:nvPr>
            <p:ph sz="quarter" idx="4294967295"/>
          </p:nvPr>
        </p:nvSpPr>
        <p:spPr>
          <a:xfrm>
            <a:off x="1447800" y="1747838"/>
            <a:ext cx="6400800" cy="2420937"/>
          </a:xfrm>
        </p:spPr>
        <p:txBody>
          <a:bodyPr vert="horz" wrap="square" lIns="91440" tIns="45720" rIns="91440" bIns="45720" anchor="t" anchorCtr="0">
            <a:spAutoFit/>
          </a:bodyPr>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marL="319405" lvl="0" indent="-319405" eaLnBrk="1" hangingPunct="1"/>
            <a:r>
              <a:rPr lang="en-US" altLang="en-US" sz="2800" dirty="0"/>
              <a:t>Spanning Trees</a:t>
            </a:r>
          </a:p>
          <a:p>
            <a:pPr lvl="1" eaLnBrk="1" hangingPunct="1"/>
            <a:r>
              <a:rPr lang="en-US" altLang="en-US" sz="2400" dirty="0"/>
              <a:t>Prim algorithm</a:t>
            </a:r>
          </a:p>
          <a:p>
            <a:pPr lvl="1" eaLnBrk="1" hangingPunct="1"/>
            <a:r>
              <a:rPr lang="en-US" altLang="en-US" sz="2400" dirty="0"/>
              <a:t>Kruskal algorithm</a:t>
            </a:r>
          </a:p>
          <a:p>
            <a:pPr marL="319405" lvl="0" indent="-319405" eaLnBrk="1" hangingPunct="1"/>
            <a:r>
              <a:rPr lang="en-US" altLang="en-US" sz="2800" dirty="0"/>
              <a:t>Eulerian and Hamilton Graphs</a:t>
            </a:r>
          </a:p>
          <a:p>
            <a:pPr marL="319405" lvl="0" indent="-319405" eaLnBrk="1" hangingPunct="1"/>
            <a:r>
              <a:rPr lang="en-US" altLang="en-US" sz="2800" dirty="0"/>
              <a:t>Graph coloring</a:t>
            </a:r>
          </a:p>
        </p:txBody>
      </p:sp>
      <p:sp>
        <p:nvSpPr>
          <p:cNvPr id="57350" name="Slide Number Placeholder 3"/>
          <p:cNvSpPr txBox="1">
            <a:spLocks noGrp="1"/>
          </p:cNvSpPr>
          <p:nvPr/>
        </p:nvSpPr>
        <p:spPr>
          <a:xfrm>
            <a:off x="0" y="1271588"/>
            <a:ext cx="533400" cy="244475"/>
          </a:xfrm>
          <a:prstGeom prst="rect">
            <a:avLst/>
          </a:prstGeom>
          <a:noFill/>
          <a:ln w="9525">
            <a:noFill/>
          </a:ln>
        </p:spPr>
        <p:txBody>
          <a:bodyPr anchor="ctr" anchorCtr="0"/>
          <a:lstStyle>
            <a:lvl1pPr marL="342900" indent="-342900" algn="l" rtl="0" eaLnBrk="0" fontAlgn="base" hangingPunct="0">
              <a:spcBef>
                <a:spcPct val="20000"/>
              </a:spcBef>
              <a:spcAft>
                <a:spcPct val="0"/>
              </a:spcAft>
              <a:buFont typeface="Arial" panose="020B0604020202020204" pitchFamily="34" charset="0"/>
              <a:buChar char="•"/>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algn="ctr" eaLnBrk="1" hangingPunct="1">
              <a:lnSpc>
                <a:spcPct val="80000"/>
              </a:lnSpc>
              <a:spcBef>
                <a:spcPct val="0"/>
              </a:spcBef>
              <a:buFontTx/>
              <a:buNone/>
            </a:pPr>
            <a:r>
              <a:rPr lang="en-US" altLang="en-US" sz="1200" b="1" dirty="0">
                <a:solidFill>
                  <a:srgbClr val="FFFFFF"/>
                </a:solidFill>
                <a:latin typeface="Arial" panose="020B0604020202020204" pitchFamily="34" charset="0"/>
              </a:rPr>
              <a:t> </a:t>
            </a:r>
            <a:fld id="{9A0DB2DC-4C9A-4742-B13C-FB6460FD3503}" type="slidenum">
              <a:rPr lang="en-US" altLang="zh-CN" sz="1200" b="1" dirty="0">
                <a:solidFill>
                  <a:srgbClr val="FFFFFF"/>
                </a:solidFill>
                <a:latin typeface="Arial" panose="020B0604020202020204" pitchFamily="34" charset="0"/>
                <a:ea typeface="SimSun" panose="02010600030101010101" pitchFamily="2" charset="-122"/>
              </a:rPr>
              <a:t>43</a:t>
            </a:fld>
            <a:endParaRPr lang="en-US" altLang="zh-CN" sz="1200" b="1" dirty="0">
              <a:solidFill>
                <a:srgbClr val="FFFFFF"/>
              </a:solidFill>
              <a:latin typeface="Arial" panose="020B0604020202020204" pitchFamily="34" charset="0"/>
              <a:ea typeface="SimSun" panose="02010600030101010101" pitchFamily="2" charset="-122"/>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Footer Placeholder 4"/>
          <p:cNvSpPr txBox="1">
            <a:spLocks noGrp="1"/>
          </p:cNvSpPr>
          <p:nvPr>
            <p:ph type="ftr" sz="quarter" idx="11"/>
          </p:nvPr>
        </p:nvSpPr>
        <p:spPr>
          <a:noFill/>
          <a:ln>
            <a:noFill/>
          </a:ln>
        </p:spPr>
        <p:txBody>
          <a:bodyPr anchor="ctr" anchorCtr="0"/>
          <a:lstStyle/>
          <a:p>
            <a:pPr marL="0" indent="0" algn="ctr" eaLnBrk="1" hangingPunct="1">
              <a:spcBef>
                <a:spcPct val="0"/>
              </a:spcBef>
              <a:buFontTx/>
              <a:buNone/>
            </a:pPr>
            <a:r>
              <a:rPr lang="en-US" altLang="en-US" sz="1200" dirty="0">
                <a:solidFill>
                  <a:srgbClr val="898989"/>
                </a:solidFill>
                <a:latin typeface="Arial" panose="020B0604020202020204" pitchFamily="34" charset="0"/>
              </a:rPr>
              <a:t>Data Structures and Algorithms in Java </a:t>
            </a:r>
          </a:p>
        </p:txBody>
      </p:sp>
      <p:sp>
        <p:nvSpPr>
          <p:cNvPr id="58371" name="Slide Number Placeholder 5"/>
          <p:cNvSpPr txBox="1">
            <a:spLocks noGrp="1"/>
          </p:cNvSpPr>
          <p:nvPr>
            <p:ph type="sldNum" sz="quarter" idx="12"/>
          </p:nvPr>
        </p:nvSpPr>
        <p:spPr>
          <a:noFill/>
          <a:ln>
            <a:noFill/>
          </a:ln>
        </p:spPr>
        <p:txBody>
          <a:bodyPr anchor="ctr" anchorCtr="0"/>
          <a:lstStyle/>
          <a:p>
            <a:pPr marL="0" indent="0" algn="r" eaLnBrk="1" hangingPunct="1">
              <a:spcBef>
                <a:spcPct val="0"/>
              </a:spcBef>
              <a:buFontTx/>
              <a:buNone/>
            </a:pPr>
            <a:fld id="{9A0DB2DC-4C9A-4742-B13C-FB6460FD3503}" type="slidenum">
              <a:rPr lang="en-US" altLang="zh-CN" sz="1200" dirty="0">
                <a:solidFill>
                  <a:srgbClr val="898989"/>
                </a:solidFill>
                <a:latin typeface="Arial" panose="020B0604020202020204" pitchFamily="34" charset="0"/>
                <a:ea typeface="SimSun" panose="02010600030101010101" pitchFamily="2" charset="-122"/>
              </a:rPr>
              <a:t>44</a:t>
            </a:fld>
            <a:r>
              <a:rPr lang="en-US" altLang="en-US" sz="1200" dirty="0">
                <a:solidFill>
                  <a:srgbClr val="898989"/>
                </a:solidFill>
                <a:latin typeface="Arial" panose="020B0604020202020204" pitchFamily="34" charset="0"/>
              </a:rPr>
              <a:t>/30</a:t>
            </a:r>
          </a:p>
        </p:txBody>
      </p:sp>
      <p:sp>
        <p:nvSpPr>
          <p:cNvPr id="58372" name="Rectangle 2"/>
          <p:cNvSpPr>
            <a:spLocks noGrp="1"/>
          </p:cNvSpPr>
          <p:nvPr>
            <p:ph type="title"/>
          </p:nvPr>
        </p:nvSpPr>
        <p:spPr>
          <a:xfrm>
            <a:off x="457200" y="495300"/>
            <a:ext cx="8229600" cy="701675"/>
          </a:xfrm>
        </p:spPr>
        <p:txBody>
          <a:bodyPr vert="horz" wrap="square" lIns="91440" tIns="45720" rIns="91440" bIns="45720" anchor="ctr" anchorCtr="0">
            <a:spAutoFit/>
          </a:bodyPr>
          <a:lstStyle/>
          <a:p>
            <a:r>
              <a:rPr lang="en-US" altLang="en-US" sz="4000" b="1" kern="1200" dirty="0">
                <a:solidFill>
                  <a:srgbClr val="CC3300"/>
                </a:solidFill>
                <a:latin typeface="+mj-lt"/>
                <a:ea typeface="+mj-ea"/>
                <a:cs typeface="Arial" panose="020B0604020202020204" pitchFamily="34" charset="0"/>
              </a:rPr>
              <a:t>Reading at home</a:t>
            </a:r>
            <a:endParaRPr lang="en-US" altLang="en-US" sz="4000" b="1" kern="1200" dirty="0">
              <a:solidFill>
                <a:srgbClr val="CC3300"/>
              </a:solidFill>
              <a:latin typeface="+mj-lt"/>
              <a:ea typeface="Arial" panose="020B0604020202020204" pitchFamily="34" charset="0"/>
              <a:cs typeface="+mj-cs"/>
            </a:endParaRPr>
          </a:p>
        </p:txBody>
      </p:sp>
      <p:sp>
        <p:nvSpPr>
          <p:cNvPr id="58373" name="Text Box 3"/>
          <p:cNvSpPr txBox="1"/>
          <p:nvPr/>
        </p:nvSpPr>
        <p:spPr>
          <a:xfrm>
            <a:off x="1524000" y="1219200"/>
            <a:ext cx="5791200" cy="376238"/>
          </a:xfrm>
          <a:prstGeom prst="rect">
            <a:avLst/>
          </a:prstGeom>
          <a:solidFill>
            <a:srgbClr val="FFCC99"/>
          </a:solidFill>
          <a:ln w="9525" cap="flat" cmpd="sng">
            <a:solidFill>
              <a:schemeClr val="tx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Font typeface="Arial" panose="020B0604020202020204" pitchFamily="34" charset="0"/>
              <a:buChar char="•"/>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algn="ctr" eaLnBrk="1" hangingPunct="1">
              <a:spcBef>
                <a:spcPct val="50000"/>
              </a:spcBef>
              <a:buFontTx/>
              <a:buNone/>
            </a:pPr>
            <a:r>
              <a:rPr lang="en-US" altLang="en-US" sz="1800" b="1" dirty="0">
                <a:latin typeface="Arial" panose="020B0604020202020204" pitchFamily="34" charset="0"/>
              </a:rPr>
              <a:t>Text book: Data Structures and Algorithms in Java</a:t>
            </a:r>
          </a:p>
        </p:txBody>
      </p:sp>
      <p:sp>
        <p:nvSpPr>
          <p:cNvPr id="58374" name="Rectangle 3"/>
          <p:cNvSpPr/>
          <p:nvPr/>
        </p:nvSpPr>
        <p:spPr>
          <a:xfrm>
            <a:off x="1371600" y="2073275"/>
            <a:ext cx="6705600" cy="1771650"/>
          </a:xfrm>
          <a:prstGeom prst="rect">
            <a:avLst/>
          </a:prstGeom>
          <a:noFill/>
          <a:ln w="9525">
            <a:noFill/>
          </a:ln>
        </p:spPr>
        <p:txBody>
          <a:bodyPr>
            <a:spAutoFit/>
          </a:bodyPr>
          <a:lstStyle>
            <a:lvl1pPr marL="342900" indent="-342900" algn="l" rtl="0" eaLnBrk="0" fontAlgn="base" hangingPunct="0">
              <a:spcBef>
                <a:spcPct val="20000"/>
              </a:spcBef>
              <a:spcAft>
                <a:spcPct val="0"/>
              </a:spcAft>
              <a:buFont typeface="Arial" panose="020B0604020202020204" pitchFamily="34" charset="0"/>
              <a:buChar char="•"/>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319405" lvl="0" indent="-319405"/>
            <a:r>
              <a:rPr lang="en-US" altLang="en-US" sz="2400" dirty="0"/>
              <a:t>14.7 Minimum Spanning Trees   - 662</a:t>
            </a:r>
          </a:p>
          <a:p>
            <a:pPr marL="319405" lvl="0" indent="-319405"/>
            <a:r>
              <a:rPr lang="en-US" altLang="en-US" sz="2400" dirty="0"/>
              <a:t>14.7.1 Prim-Jarn´ık Algorithm   -  664</a:t>
            </a:r>
          </a:p>
          <a:p>
            <a:pPr marL="319405" lvl="0" indent="-319405"/>
            <a:r>
              <a:rPr lang="en-US" altLang="en-US" sz="2400" dirty="0"/>
              <a:t>14.7.2 Kruskal’s Algorithm   -  667</a:t>
            </a:r>
          </a:p>
          <a:p>
            <a:pPr marL="319405" lvl="0" indent="-319405"/>
            <a:r>
              <a:rPr lang="en-US" altLang="en-US" sz="2400" dirty="0"/>
              <a:t>(Euler's tour and Euler's cycle, exercise C.14.5.2) </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5883"/>
            <a:ext cx="8229600" cy="1143000"/>
          </a:xfrm>
        </p:spPr>
        <p:txBody>
          <a:bodyPr/>
          <a:lstStyle/>
          <a:p>
            <a:r>
              <a:rPr lang="en-US" b="1" dirty="0">
                <a:solidFill>
                  <a:srgbClr val="CC3300"/>
                </a:solidFill>
                <a:sym typeface="+mn-ea"/>
              </a:rPr>
              <a:t>Exercise</a:t>
            </a:r>
            <a:endParaRPr lang="en-US"/>
          </a:p>
        </p:txBody>
      </p:sp>
      <p:pic>
        <p:nvPicPr>
          <p:cNvPr id="5" name="Content Placeholder 4"/>
          <p:cNvPicPr>
            <a:picLocks noGrp="1" noChangeAspect="1"/>
          </p:cNvPicPr>
          <p:nvPr>
            <p:ph idx="1"/>
          </p:nvPr>
        </p:nvPicPr>
        <p:blipFill>
          <a:blip r:embed="rId3"/>
          <a:stretch>
            <a:fillRect/>
          </a:stretch>
        </p:blipFill>
        <p:spPr>
          <a:xfrm>
            <a:off x="228600" y="1066800"/>
            <a:ext cx="8776335" cy="3024505"/>
          </a:xfrm>
          <a:prstGeom prst="rect">
            <a:avLst/>
          </a:prstGeom>
        </p:spPr>
      </p:pic>
      <p:pic>
        <p:nvPicPr>
          <p:cNvPr id="6" name="Picture 5"/>
          <p:cNvPicPr>
            <a:picLocks noChangeAspect="1"/>
          </p:cNvPicPr>
          <p:nvPr/>
        </p:nvPicPr>
        <p:blipFill>
          <a:blip r:embed="rId4"/>
          <a:stretch>
            <a:fillRect/>
          </a:stretch>
        </p:blipFill>
        <p:spPr>
          <a:xfrm>
            <a:off x="1295400" y="4486275"/>
            <a:ext cx="1718945" cy="1810385"/>
          </a:xfrm>
          <a:prstGeom prst="rect">
            <a:avLst/>
          </a:prstGeom>
        </p:spPr>
      </p:pic>
      <p:pic>
        <p:nvPicPr>
          <p:cNvPr id="7" name="Picture 6"/>
          <p:cNvPicPr>
            <a:picLocks noChangeAspect="1"/>
          </p:cNvPicPr>
          <p:nvPr/>
        </p:nvPicPr>
        <p:blipFill>
          <a:blip r:embed="rId5"/>
          <a:stretch>
            <a:fillRect/>
          </a:stretch>
        </p:blipFill>
        <p:spPr>
          <a:xfrm>
            <a:off x="4864735" y="4050665"/>
            <a:ext cx="3079115" cy="2431415"/>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9974</TotalTime>
  <Words>3276</Words>
  <Application>Microsoft Office PowerPoint</Application>
  <PresentationFormat>On-screen Show (4:3)</PresentationFormat>
  <Paragraphs>423</Paragraphs>
  <Slides>45</Slides>
  <Notes>29</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45</vt:i4>
      </vt:variant>
    </vt:vector>
  </HeadingPairs>
  <TitlesOfParts>
    <vt:vector size="54" baseType="lpstr">
      <vt:lpstr>SimSun</vt:lpstr>
      <vt:lpstr>VNI-Helve</vt:lpstr>
      <vt:lpstr>Arial</vt:lpstr>
      <vt:lpstr>Calibri</vt:lpstr>
      <vt:lpstr>Calibri Light</vt:lpstr>
      <vt:lpstr>Courier New</vt:lpstr>
      <vt:lpstr>Times New Roman</vt:lpstr>
      <vt:lpstr>Wingdings</vt:lpstr>
      <vt:lpstr>Office Theme</vt:lpstr>
      <vt:lpstr> 5. Graphs</vt:lpstr>
      <vt:lpstr>Objectives</vt:lpstr>
      <vt:lpstr>Minimum Spanning Tree (MST)</vt:lpstr>
      <vt:lpstr>MST - Problem Definition</vt:lpstr>
      <vt:lpstr>Spanning Tree example</vt:lpstr>
      <vt:lpstr>PowerPoint Presentation</vt:lpstr>
      <vt:lpstr>MST algorithms</vt:lpstr>
      <vt:lpstr>MST Prim-Jarnik Algorithm</vt:lpstr>
      <vt:lpstr>Prim-Jarnik Algorithm demo</vt:lpstr>
      <vt:lpstr>Kruskal Algorithm</vt:lpstr>
      <vt:lpstr>PowerPoint Presentation</vt:lpstr>
      <vt:lpstr>PowerPoint Presentation</vt:lpstr>
      <vt:lpstr>Euler cycle and paths</vt:lpstr>
      <vt:lpstr>The Bridges of Königsberg</vt:lpstr>
      <vt:lpstr>Necessary and sufficient conditions  for Euler cycles</vt:lpstr>
      <vt:lpstr>Necessary condition for Euler cycle</vt:lpstr>
      <vt:lpstr>Sufficient condition for Euler cycle</vt:lpstr>
      <vt:lpstr>Note</vt:lpstr>
      <vt:lpstr>A procedure for constructing an Euler cycle </vt:lpstr>
      <vt:lpstr>Example</vt:lpstr>
      <vt:lpstr>Example (cont.)</vt:lpstr>
      <vt:lpstr>Algorithm for finding an Euler cycle from the vertex X using stack </vt:lpstr>
      <vt:lpstr>Necessary and sufficient conditions for Euler paths</vt:lpstr>
      <vt:lpstr>Exercise - Euler cycle/path</vt:lpstr>
      <vt:lpstr>Hamilton paths and cycles - 1</vt:lpstr>
      <vt:lpstr>Finding Hamilton’s cycles using Backtracking</vt:lpstr>
      <vt:lpstr>List all Hamilton’s cycles using Backtracking</vt:lpstr>
      <vt:lpstr>Exercise</vt:lpstr>
      <vt:lpstr>Exercise</vt:lpstr>
      <vt:lpstr>Graph coloring - 1</vt:lpstr>
      <vt:lpstr>Graph coloring - 2</vt:lpstr>
      <vt:lpstr>Graph Coloring - 3</vt:lpstr>
      <vt:lpstr>Exercise</vt:lpstr>
      <vt:lpstr>Exercise</vt:lpstr>
      <vt:lpstr>Exercise</vt:lpstr>
      <vt:lpstr>Exercise</vt:lpstr>
      <vt:lpstr>Exercise</vt:lpstr>
      <vt:lpstr>Exercise</vt:lpstr>
      <vt:lpstr>PowerPoint Presentation</vt:lpstr>
      <vt:lpstr>Exercise</vt:lpstr>
      <vt:lpstr>Exercise</vt:lpstr>
      <vt:lpstr>Exercise</vt:lpstr>
      <vt:lpstr>Summary</vt:lpstr>
      <vt:lpstr>Reading at home</vt:lpstr>
      <vt:lpstr>Exercise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OOP-Session2-Data Structures</dc:title>
  <dc:creator>Phan Truong Lam</dc:creator>
  <cp:lastModifiedBy>Shiroi Neko</cp:lastModifiedBy>
  <cp:revision>357</cp:revision>
  <dcterms:created xsi:type="dcterms:W3CDTF">2007-08-21T04:43:00Z</dcterms:created>
  <dcterms:modified xsi:type="dcterms:W3CDTF">2025-11-12T15:45:25Z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20121E4B7BBD4BEC8A28F779065AB709_12</vt:lpwstr>
  </property>
  <property fmtid="{D5CDD505-2E9C-101B-9397-08002B2CF9AE}" pid="3" name="KSOProductBuildVer">
    <vt:lpwstr>1033-12.2.0.19805</vt:lpwstr>
  </property>
</Properties>
</file>