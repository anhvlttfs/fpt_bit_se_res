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1" r:id="rId1"/>
  </p:sldMasterIdLst>
  <p:notesMasterIdLst>
    <p:notesMasterId r:id="rId49"/>
  </p:notesMasterIdLst>
  <p:sldIdLst>
    <p:sldId id="256" r:id="rId2"/>
    <p:sldId id="359" r:id="rId3"/>
    <p:sldId id="396" r:id="rId4"/>
    <p:sldId id="397" r:id="rId5"/>
    <p:sldId id="398" r:id="rId6"/>
    <p:sldId id="399" r:id="rId7"/>
    <p:sldId id="400" r:id="rId8"/>
    <p:sldId id="401" r:id="rId9"/>
    <p:sldId id="402" r:id="rId10"/>
    <p:sldId id="403" r:id="rId11"/>
    <p:sldId id="404" r:id="rId12"/>
    <p:sldId id="434" r:id="rId13"/>
    <p:sldId id="435" r:id="rId14"/>
    <p:sldId id="405" r:id="rId15"/>
    <p:sldId id="406" r:id="rId16"/>
    <p:sldId id="433" r:id="rId17"/>
    <p:sldId id="407" r:id="rId18"/>
    <p:sldId id="426" r:id="rId19"/>
    <p:sldId id="408" r:id="rId20"/>
    <p:sldId id="409" r:id="rId21"/>
    <p:sldId id="410" r:id="rId22"/>
    <p:sldId id="411" r:id="rId23"/>
    <p:sldId id="412" r:id="rId24"/>
    <p:sldId id="413" r:id="rId25"/>
    <p:sldId id="414" r:id="rId26"/>
    <p:sldId id="415" r:id="rId27"/>
    <p:sldId id="416" r:id="rId28"/>
    <p:sldId id="417" r:id="rId29"/>
    <p:sldId id="418" r:id="rId30"/>
    <p:sldId id="419" r:id="rId31"/>
    <p:sldId id="420" r:id="rId32"/>
    <p:sldId id="427" r:id="rId33"/>
    <p:sldId id="421" r:id="rId34"/>
    <p:sldId id="423" r:id="rId35"/>
    <p:sldId id="424" r:id="rId36"/>
    <p:sldId id="425" r:id="rId37"/>
    <p:sldId id="436" r:id="rId38"/>
    <p:sldId id="428" r:id="rId39"/>
    <p:sldId id="429" r:id="rId40"/>
    <p:sldId id="430" r:id="rId41"/>
    <p:sldId id="431" r:id="rId42"/>
    <p:sldId id="432" r:id="rId43"/>
    <p:sldId id="437" r:id="rId44"/>
    <p:sldId id="438" r:id="rId45"/>
    <p:sldId id="439" r:id="rId46"/>
    <p:sldId id="440" r:id="rId47"/>
    <p:sldId id="394" r:id="rId48"/>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078" autoAdjust="0"/>
    <p:restoredTop sz="95223" autoAdjust="0"/>
  </p:normalViewPr>
  <p:slideViewPr>
    <p:cSldViewPr>
      <p:cViewPr varScale="1">
        <p:scale>
          <a:sx n="88" d="100"/>
          <a:sy n="88" d="100"/>
        </p:scale>
        <p:origin x="720" y="57"/>
      </p:cViewPr>
      <p:guideLst>
        <p:guide orient="horz" pos="2160"/>
        <p:guide pos="2880"/>
      </p:guideLst>
    </p:cSldViewPr>
  </p:slideViewPr>
  <p:outlineViewPr>
    <p:cViewPr>
      <p:scale>
        <a:sx n="33" d="100"/>
        <a:sy n="33" d="100"/>
      </p:scale>
      <p:origin x="0" y="2886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0708206-26BF-07F3-B8B5-491B9B78B9FB}"/>
              </a:ext>
            </a:extLst>
          </p:cNvPr>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3" name="Date Placeholder 2">
            <a:extLst>
              <a:ext uri="{FF2B5EF4-FFF2-40B4-BE49-F238E27FC236}">
                <a16:creationId xmlns:a16="http://schemas.microsoft.com/office/drawing/2014/main" id="{860F8D54-C87C-105A-18A4-05FD4FB59613}"/>
              </a:ext>
            </a:extLst>
          </p:cNvPr>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fld id="{1163A0B3-79E2-4879-A4C4-6BD920AECB0F}" type="datetimeFigureOut">
              <a:rPr lang="en-US"/>
              <a:pPr>
                <a:defRPr/>
              </a:pPr>
              <a:t>5/19/2025</a:t>
            </a:fld>
            <a:endParaRPr lang="en-US"/>
          </a:p>
        </p:txBody>
      </p:sp>
      <p:sp>
        <p:nvSpPr>
          <p:cNvPr id="4" name="Slide Image Placeholder 3">
            <a:extLst>
              <a:ext uri="{FF2B5EF4-FFF2-40B4-BE49-F238E27FC236}">
                <a16:creationId xmlns:a16="http://schemas.microsoft.com/office/drawing/2014/main" id="{82133942-AE98-6861-161A-B8A587ADD692}"/>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2657C5EB-AB7F-FFC9-4444-DADB7DB083AA}"/>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2FB677A6-62A4-8613-8240-E5E5E8EEC34D}"/>
              </a:ext>
            </a:extLst>
          </p:cNvPr>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7" name="Slide Number Placeholder 6">
            <a:extLst>
              <a:ext uri="{FF2B5EF4-FFF2-40B4-BE49-F238E27FC236}">
                <a16:creationId xmlns:a16="http://schemas.microsoft.com/office/drawing/2014/main" id="{84A246ED-E7B2-5072-B0A4-5BE6D7E472CC}"/>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459F51F6-C417-4A37-A760-2EFC4872CBAA}"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a:extLst>
              <a:ext uri="{FF2B5EF4-FFF2-40B4-BE49-F238E27FC236}">
                <a16:creationId xmlns:a16="http://schemas.microsoft.com/office/drawing/2014/main" id="{D12F6D07-9D9F-3F44-A4D1-52C7325B901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7" name="Notes Placeholder 2">
            <a:extLst>
              <a:ext uri="{FF2B5EF4-FFF2-40B4-BE49-F238E27FC236}">
                <a16:creationId xmlns:a16="http://schemas.microsoft.com/office/drawing/2014/main" id="{7E5A9FA9-279C-D913-3647-5349F0473B5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Idempotent: An idempotent request is meant to have the same result no</a:t>
            </a:r>
          </a:p>
          <a:p>
            <a:r>
              <a:rPr lang="en-US" altLang="en-US"/>
              <a:t>matter how many times it is executed.</a:t>
            </a:r>
            <a:r>
              <a:rPr lang="en-US" altLang="en-US" b="1"/>
              <a:t> Request methods are considered "safe" if their defined semantics are essentially read-only</a:t>
            </a:r>
            <a:endParaRPr lang="en-US" altLang="en-US"/>
          </a:p>
          <a:p>
            <a:endParaRPr lang="en-US" altLang="en-US"/>
          </a:p>
        </p:txBody>
      </p:sp>
      <p:sp>
        <p:nvSpPr>
          <p:cNvPr id="16388" name="Slide Number Placeholder 3">
            <a:extLst>
              <a:ext uri="{FF2B5EF4-FFF2-40B4-BE49-F238E27FC236}">
                <a16:creationId xmlns:a16="http://schemas.microsoft.com/office/drawing/2014/main" id="{97F8547C-6956-DD8B-EFD5-C1A4350D0F6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1E53E738-0F74-4E5D-A106-1D2950D719F2}" type="slidenum">
              <a:rPr lang="en-US" altLang="en-US" smtClean="0">
                <a:latin typeface="Arial" panose="020B0604020202020204" pitchFamily="34" charset="0"/>
              </a:rPr>
              <a:pPr>
                <a:spcBef>
                  <a:spcPct val="0"/>
                </a:spcBef>
              </a:pPr>
              <a:t>13</a:t>
            </a:fld>
            <a:endParaRPr lang="en-US"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a:extLst>
              <a:ext uri="{FF2B5EF4-FFF2-40B4-BE49-F238E27FC236}">
                <a16:creationId xmlns:a16="http://schemas.microsoft.com/office/drawing/2014/main" id="{0A3F7990-6463-7BBD-B042-1634CCD6891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Notes Placeholder 2">
            <a:extLst>
              <a:ext uri="{FF2B5EF4-FFF2-40B4-BE49-F238E27FC236}">
                <a16:creationId xmlns:a16="http://schemas.microsoft.com/office/drawing/2014/main" id="{10CBC412-9056-F2D2-503B-ECE71A503EE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MINE-Multi-purpose Internet Mail Extensions</a:t>
            </a:r>
          </a:p>
        </p:txBody>
      </p:sp>
      <p:sp>
        <p:nvSpPr>
          <p:cNvPr id="40964" name="Slide Number Placeholder 3">
            <a:extLst>
              <a:ext uri="{FF2B5EF4-FFF2-40B4-BE49-F238E27FC236}">
                <a16:creationId xmlns:a16="http://schemas.microsoft.com/office/drawing/2014/main" id="{E97B45C8-F321-F6BE-885F-41647E40D74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B331F04-6C3F-4FF0-83B1-D75375FAFFBB}" type="slidenum">
              <a:rPr lang="en-US" altLang="en-US" smtClean="0">
                <a:latin typeface="Arial" panose="020B0604020202020204" pitchFamily="34" charset="0"/>
              </a:rPr>
              <a:pPr>
                <a:spcBef>
                  <a:spcPct val="0"/>
                </a:spcBef>
              </a:pPr>
              <a:t>36</a:t>
            </a:fld>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C6D90182-B069-A64D-3B80-87403CDAD7C0}"/>
              </a:ext>
            </a:extLst>
          </p:cNvPr>
          <p:cNvSpPr>
            <a:spLocks noGrp="1"/>
          </p:cNvSpPr>
          <p:nvPr>
            <p:ph type="dt" sz="half" idx="10"/>
          </p:nvPr>
        </p:nvSpPr>
        <p:spPr/>
        <p:txBody>
          <a:bodyPr/>
          <a:lstStyle>
            <a:lvl1pPr>
              <a:defRPr/>
            </a:lvl1pPr>
          </a:lstStyle>
          <a:p>
            <a:pPr>
              <a:defRPr/>
            </a:pPr>
            <a:fld id="{F5C0425F-3ED2-4FE8-9F77-121C40728B9B}" type="datetime1">
              <a:rPr lang="en-US"/>
              <a:pPr>
                <a:defRPr/>
              </a:pPr>
              <a:t>5/19/2025</a:t>
            </a:fld>
            <a:endParaRPr lang="en-US"/>
          </a:p>
        </p:txBody>
      </p:sp>
      <p:sp>
        <p:nvSpPr>
          <p:cNvPr id="5" name="Footer Placeholder 4">
            <a:extLst>
              <a:ext uri="{FF2B5EF4-FFF2-40B4-BE49-F238E27FC236}">
                <a16:creationId xmlns:a16="http://schemas.microsoft.com/office/drawing/2014/main" id="{7E66F7A4-5C76-43B7-58A3-4577F363F8C5}"/>
              </a:ext>
            </a:extLst>
          </p:cNvPr>
          <p:cNvSpPr>
            <a:spLocks noGrp="1"/>
          </p:cNvSpPr>
          <p:nvPr>
            <p:ph type="ftr" sz="quarter" idx="11"/>
          </p:nvPr>
        </p:nvSpPr>
        <p:spPr/>
        <p:txBody>
          <a:bodyPr/>
          <a:lstStyle>
            <a:lvl1pPr>
              <a:defRPr/>
            </a:lvl1pPr>
          </a:lstStyle>
          <a:p>
            <a:pPr>
              <a:defRPr/>
            </a:pPr>
            <a:r>
              <a:rPr lang="en-US"/>
              <a:t>AdvJ Session1,2 –Servlet, Web application</a:t>
            </a:r>
          </a:p>
        </p:txBody>
      </p:sp>
      <p:sp>
        <p:nvSpPr>
          <p:cNvPr id="6" name="Slide Number Placeholder 5">
            <a:extLst>
              <a:ext uri="{FF2B5EF4-FFF2-40B4-BE49-F238E27FC236}">
                <a16:creationId xmlns:a16="http://schemas.microsoft.com/office/drawing/2014/main" id="{EB22CF88-9B2D-F410-8EE3-257B986CF24C}"/>
              </a:ext>
            </a:extLst>
          </p:cNvPr>
          <p:cNvSpPr>
            <a:spLocks noGrp="1"/>
          </p:cNvSpPr>
          <p:nvPr>
            <p:ph type="sldNum" sz="quarter" idx="12"/>
          </p:nvPr>
        </p:nvSpPr>
        <p:spPr/>
        <p:txBody>
          <a:bodyPr/>
          <a:lstStyle>
            <a:lvl1pPr>
              <a:defRPr/>
            </a:lvl1pPr>
          </a:lstStyle>
          <a:p>
            <a:pPr>
              <a:defRPr/>
            </a:pPr>
            <a:fld id="{B36DBACE-729E-437B-B470-3A136CA8CA60}" type="slidenum">
              <a:rPr lang="en-US" altLang="en-US"/>
              <a:pPr>
                <a:defRPr/>
              </a:pPr>
              <a:t>‹#›</a:t>
            </a:fld>
            <a:r>
              <a:rPr lang="en-US" altLang="en-US"/>
              <a:t>/41</a:t>
            </a:r>
          </a:p>
        </p:txBody>
      </p:sp>
    </p:spTree>
    <p:extLst>
      <p:ext uri="{BB962C8B-B14F-4D97-AF65-F5344CB8AC3E}">
        <p14:creationId xmlns:p14="http://schemas.microsoft.com/office/powerpoint/2010/main" val="31426162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pitchFamily="34" charset="0"/>
                <a:cs typeface="Arial" pitchFamily="34" charset="0"/>
              </a:defRPr>
            </a:lvl1pPr>
          </a:lstStyle>
          <a:p>
            <a:r>
              <a:rPr lang="en-US"/>
              <a:t>Click to edit Master title style</a:t>
            </a:r>
          </a:p>
        </p:txBody>
      </p:sp>
      <p:sp>
        <p:nvSpPr>
          <p:cNvPr id="3" name="Content Placeholder 2"/>
          <p:cNvSpPr>
            <a:spLocks noGrp="1"/>
          </p:cNvSpPr>
          <p:nvPr>
            <p:ph idx="1"/>
          </p:nvPr>
        </p:nvSpPr>
        <p:spPr/>
        <p:txBody>
          <a:bodyPr/>
          <a:lstStyle>
            <a:lvl1pPr>
              <a:buClr>
                <a:schemeClr val="tx2">
                  <a:lumMod val="60000"/>
                  <a:lumOff val="40000"/>
                </a:schemeClr>
              </a:buClr>
              <a:buSzPct val="80000"/>
              <a:buFont typeface="Wingdings" pitchFamily="2" charset="2"/>
              <a:buChar char="l"/>
              <a:defRPr>
                <a:latin typeface="Arial" pitchFamily="34" charset="0"/>
                <a:cs typeface="Arial" pitchFamily="34" charset="0"/>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3F7E7A-CE99-0065-0EBE-237D14552DBB}"/>
              </a:ext>
            </a:extLst>
          </p:cNvPr>
          <p:cNvSpPr>
            <a:spLocks noGrp="1"/>
          </p:cNvSpPr>
          <p:nvPr>
            <p:ph type="dt" sz="half" idx="10"/>
          </p:nvPr>
        </p:nvSpPr>
        <p:spPr/>
        <p:txBody>
          <a:bodyPr/>
          <a:lstStyle>
            <a:lvl1pPr>
              <a:defRPr/>
            </a:lvl1pPr>
          </a:lstStyle>
          <a:p>
            <a:pPr>
              <a:defRPr/>
            </a:pPr>
            <a:fld id="{862C7DCB-1975-4C76-A179-AC72091CDB45}" type="datetime1">
              <a:rPr lang="en-US"/>
              <a:pPr>
                <a:defRPr/>
              </a:pPr>
              <a:t>5/19/2025</a:t>
            </a:fld>
            <a:endParaRPr lang="en-US"/>
          </a:p>
        </p:txBody>
      </p:sp>
      <p:sp>
        <p:nvSpPr>
          <p:cNvPr id="5" name="Footer Placeholder 4">
            <a:extLst>
              <a:ext uri="{FF2B5EF4-FFF2-40B4-BE49-F238E27FC236}">
                <a16:creationId xmlns:a16="http://schemas.microsoft.com/office/drawing/2014/main" id="{787526B3-1A7A-A2F6-6A41-2691C12B68FF}"/>
              </a:ext>
            </a:extLst>
          </p:cNvPr>
          <p:cNvSpPr>
            <a:spLocks noGrp="1"/>
          </p:cNvSpPr>
          <p:nvPr>
            <p:ph type="ftr" sz="quarter" idx="11"/>
          </p:nvPr>
        </p:nvSpPr>
        <p:spPr/>
        <p:txBody>
          <a:bodyPr/>
          <a:lstStyle>
            <a:lvl1pPr>
              <a:defRPr/>
            </a:lvl1pPr>
          </a:lstStyle>
          <a:p>
            <a:pPr>
              <a:defRPr/>
            </a:pPr>
            <a:r>
              <a:rPr lang="en-US"/>
              <a:t>AdvJ Session1,2 –Servlet, Web application</a:t>
            </a:r>
          </a:p>
        </p:txBody>
      </p:sp>
      <p:sp>
        <p:nvSpPr>
          <p:cNvPr id="6" name="Slide Number Placeholder 5">
            <a:extLst>
              <a:ext uri="{FF2B5EF4-FFF2-40B4-BE49-F238E27FC236}">
                <a16:creationId xmlns:a16="http://schemas.microsoft.com/office/drawing/2014/main" id="{B7773D09-51D3-2E72-6234-24998A84B542}"/>
              </a:ext>
            </a:extLst>
          </p:cNvPr>
          <p:cNvSpPr>
            <a:spLocks noGrp="1"/>
          </p:cNvSpPr>
          <p:nvPr>
            <p:ph type="sldNum" sz="quarter" idx="12"/>
          </p:nvPr>
        </p:nvSpPr>
        <p:spPr/>
        <p:txBody>
          <a:bodyPr/>
          <a:lstStyle>
            <a:lvl1pPr>
              <a:defRPr/>
            </a:lvl1pPr>
          </a:lstStyle>
          <a:p>
            <a:pPr>
              <a:defRPr/>
            </a:pPr>
            <a:fld id="{C0FD9650-3E0D-40E7-802A-FB2605108025}" type="slidenum">
              <a:rPr lang="en-US" altLang="en-US"/>
              <a:pPr>
                <a:defRPr/>
              </a:pPr>
              <a:t>‹#›</a:t>
            </a:fld>
            <a:r>
              <a:rPr lang="en-US" altLang="en-US"/>
              <a:t>/41</a:t>
            </a:r>
          </a:p>
        </p:txBody>
      </p:sp>
    </p:spTree>
    <p:extLst>
      <p:ext uri="{BB962C8B-B14F-4D97-AF65-F5344CB8AC3E}">
        <p14:creationId xmlns:p14="http://schemas.microsoft.com/office/powerpoint/2010/main" val="30502675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B658A5-B41B-74A8-A41A-4A2F2703C9A6}"/>
              </a:ext>
            </a:extLst>
          </p:cNvPr>
          <p:cNvSpPr>
            <a:spLocks noGrp="1"/>
          </p:cNvSpPr>
          <p:nvPr>
            <p:ph type="dt" sz="half" idx="10"/>
          </p:nvPr>
        </p:nvSpPr>
        <p:spPr/>
        <p:txBody>
          <a:bodyPr/>
          <a:lstStyle>
            <a:lvl1pPr>
              <a:defRPr/>
            </a:lvl1pPr>
          </a:lstStyle>
          <a:p>
            <a:pPr>
              <a:defRPr/>
            </a:pPr>
            <a:fld id="{3DC9D215-B911-4299-8B55-75305C17BBDA}" type="datetime1">
              <a:rPr lang="en-US"/>
              <a:pPr>
                <a:defRPr/>
              </a:pPr>
              <a:t>5/19/2025</a:t>
            </a:fld>
            <a:endParaRPr lang="en-US"/>
          </a:p>
        </p:txBody>
      </p:sp>
      <p:sp>
        <p:nvSpPr>
          <p:cNvPr id="5" name="Footer Placeholder 4">
            <a:extLst>
              <a:ext uri="{FF2B5EF4-FFF2-40B4-BE49-F238E27FC236}">
                <a16:creationId xmlns:a16="http://schemas.microsoft.com/office/drawing/2014/main" id="{1F0AF285-E640-86EA-4DDF-C37C4F498D1D}"/>
              </a:ext>
            </a:extLst>
          </p:cNvPr>
          <p:cNvSpPr>
            <a:spLocks noGrp="1"/>
          </p:cNvSpPr>
          <p:nvPr>
            <p:ph type="ftr" sz="quarter" idx="11"/>
          </p:nvPr>
        </p:nvSpPr>
        <p:spPr/>
        <p:txBody>
          <a:bodyPr/>
          <a:lstStyle>
            <a:lvl1pPr>
              <a:defRPr/>
            </a:lvl1pPr>
          </a:lstStyle>
          <a:p>
            <a:pPr>
              <a:defRPr/>
            </a:pPr>
            <a:r>
              <a:rPr lang="en-US"/>
              <a:t>AdvJ Session1,2 –Servlet, Web application</a:t>
            </a:r>
          </a:p>
        </p:txBody>
      </p:sp>
      <p:sp>
        <p:nvSpPr>
          <p:cNvPr id="6" name="Slide Number Placeholder 5">
            <a:extLst>
              <a:ext uri="{FF2B5EF4-FFF2-40B4-BE49-F238E27FC236}">
                <a16:creationId xmlns:a16="http://schemas.microsoft.com/office/drawing/2014/main" id="{416ABBA8-CAA0-DBDE-7906-088B44125B5A}"/>
              </a:ext>
            </a:extLst>
          </p:cNvPr>
          <p:cNvSpPr>
            <a:spLocks noGrp="1"/>
          </p:cNvSpPr>
          <p:nvPr>
            <p:ph type="sldNum" sz="quarter" idx="12"/>
          </p:nvPr>
        </p:nvSpPr>
        <p:spPr/>
        <p:txBody>
          <a:bodyPr/>
          <a:lstStyle>
            <a:lvl1pPr>
              <a:defRPr/>
            </a:lvl1pPr>
          </a:lstStyle>
          <a:p>
            <a:pPr>
              <a:defRPr/>
            </a:pPr>
            <a:fld id="{3051E45F-30E2-4219-99DF-EF4E4879D62D}" type="slidenum">
              <a:rPr lang="en-US" altLang="en-US"/>
              <a:pPr>
                <a:defRPr/>
              </a:pPr>
              <a:t>‹#›</a:t>
            </a:fld>
            <a:r>
              <a:rPr lang="en-US" altLang="en-US"/>
              <a:t>/41</a:t>
            </a:r>
          </a:p>
        </p:txBody>
      </p:sp>
    </p:spTree>
    <p:extLst>
      <p:ext uri="{BB962C8B-B14F-4D97-AF65-F5344CB8AC3E}">
        <p14:creationId xmlns:p14="http://schemas.microsoft.com/office/powerpoint/2010/main" val="42546394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89285199-B13A-3E80-BD19-37E697CE5B2C}"/>
              </a:ext>
            </a:extLst>
          </p:cNvPr>
          <p:cNvSpPr>
            <a:spLocks noGrp="1"/>
          </p:cNvSpPr>
          <p:nvPr>
            <p:ph type="dt" sz="half" idx="10"/>
          </p:nvPr>
        </p:nvSpPr>
        <p:spPr/>
        <p:txBody>
          <a:bodyPr/>
          <a:lstStyle>
            <a:lvl1pPr>
              <a:defRPr/>
            </a:lvl1pPr>
          </a:lstStyle>
          <a:p>
            <a:pPr>
              <a:defRPr/>
            </a:pPr>
            <a:fld id="{587C2DAA-1A2F-4469-A947-E360534BA8CA}" type="datetime1">
              <a:rPr lang="en-US"/>
              <a:pPr>
                <a:defRPr/>
              </a:pPr>
              <a:t>5/19/2025</a:t>
            </a:fld>
            <a:endParaRPr lang="en-US"/>
          </a:p>
        </p:txBody>
      </p:sp>
      <p:sp>
        <p:nvSpPr>
          <p:cNvPr id="6" name="Footer Placeholder 4">
            <a:extLst>
              <a:ext uri="{FF2B5EF4-FFF2-40B4-BE49-F238E27FC236}">
                <a16:creationId xmlns:a16="http://schemas.microsoft.com/office/drawing/2014/main" id="{10EF6DDF-A004-B76C-8521-9841F4A1E95E}"/>
              </a:ext>
            </a:extLst>
          </p:cNvPr>
          <p:cNvSpPr>
            <a:spLocks noGrp="1"/>
          </p:cNvSpPr>
          <p:nvPr>
            <p:ph type="ftr" sz="quarter" idx="11"/>
          </p:nvPr>
        </p:nvSpPr>
        <p:spPr/>
        <p:txBody>
          <a:bodyPr/>
          <a:lstStyle>
            <a:lvl1pPr>
              <a:defRPr/>
            </a:lvl1pPr>
          </a:lstStyle>
          <a:p>
            <a:pPr>
              <a:defRPr/>
            </a:pPr>
            <a:r>
              <a:rPr lang="en-US"/>
              <a:t>AdvJ Session1,2 –Servlet, Web application</a:t>
            </a:r>
          </a:p>
        </p:txBody>
      </p:sp>
      <p:sp>
        <p:nvSpPr>
          <p:cNvPr id="7" name="Slide Number Placeholder 5">
            <a:extLst>
              <a:ext uri="{FF2B5EF4-FFF2-40B4-BE49-F238E27FC236}">
                <a16:creationId xmlns:a16="http://schemas.microsoft.com/office/drawing/2014/main" id="{588E0693-5AD8-709B-8454-6CF4A00CC64C}"/>
              </a:ext>
            </a:extLst>
          </p:cNvPr>
          <p:cNvSpPr>
            <a:spLocks noGrp="1"/>
          </p:cNvSpPr>
          <p:nvPr>
            <p:ph type="sldNum" sz="quarter" idx="12"/>
          </p:nvPr>
        </p:nvSpPr>
        <p:spPr/>
        <p:txBody>
          <a:bodyPr/>
          <a:lstStyle>
            <a:lvl1pPr>
              <a:defRPr/>
            </a:lvl1pPr>
          </a:lstStyle>
          <a:p>
            <a:pPr>
              <a:defRPr/>
            </a:pPr>
            <a:fld id="{A4061573-D6F0-4FA0-9B75-42072B009F8E}" type="slidenum">
              <a:rPr lang="en-US" altLang="en-US"/>
              <a:pPr>
                <a:defRPr/>
              </a:pPr>
              <a:t>‹#›</a:t>
            </a:fld>
            <a:r>
              <a:rPr lang="en-US" altLang="en-US"/>
              <a:t>/41</a:t>
            </a:r>
          </a:p>
        </p:txBody>
      </p:sp>
    </p:spTree>
    <p:extLst>
      <p:ext uri="{BB962C8B-B14F-4D97-AF65-F5344CB8AC3E}">
        <p14:creationId xmlns:p14="http://schemas.microsoft.com/office/powerpoint/2010/main" val="2745289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67D3A73C-DB7B-0F7C-C677-9E1B11341C2B}"/>
              </a:ext>
            </a:extLst>
          </p:cNvPr>
          <p:cNvSpPr>
            <a:spLocks noGrp="1"/>
          </p:cNvSpPr>
          <p:nvPr>
            <p:ph type="dt" sz="half" idx="10"/>
          </p:nvPr>
        </p:nvSpPr>
        <p:spPr/>
        <p:txBody>
          <a:bodyPr/>
          <a:lstStyle>
            <a:lvl1pPr>
              <a:defRPr/>
            </a:lvl1pPr>
          </a:lstStyle>
          <a:p>
            <a:pPr>
              <a:defRPr/>
            </a:pPr>
            <a:fld id="{8AE77262-D7BF-49B7-9B16-11D846A118BC}" type="datetime1">
              <a:rPr lang="en-US"/>
              <a:pPr>
                <a:defRPr/>
              </a:pPr>
              <a:t>5/19/2025</a:t>
            </a:fld>
            <a:endParaRPr lang="en-US"/>
          </a:p>
        </p:txBody>
      </p:sp>
      <p:sp>
        <p:nvSpPr>
          <p:cNvPr id="8" name="Footer Placeholder 4">
            <a:extLst>
              <a:ext uri="{FF2B5EF4-FFF2-40B4-BE49-F238E27FC236}">
                <a16:creationId xmlns:a16="http://schemas.microsoft.com/office/drawing/2014/main" id="{D6C2B46B-7BCF-786A-C7E5-E3B633E96621}"/>
              </a:ext>
            </a:extLst>
          </p:cNvPr>
          <p:cNvSpPr>
            <a:spLocks noGrp="1"/>
          </p:cNvSpPr>
          <p:nvPr>
            <p:ph type="ftr" sz="quarter" idx="11"/>
          </p:nvPr>
        </p:nvSpPr>
        <p:spPr/>
        <p:txBody>
          <a:bodyPr/>
          <a:lstStyle>
            <a:lvl1pPr>
              <a:defRPr/>
            </a:lvl1pPr>
          </a:lstStyle>
          <a:p>
            <a:pPr>
              <a:defRPr/>
            </a:pPr>
            <a:r>
              <a:rPr lang="en-US"/>
              <a:t>AdvJ Session1,2 –Servlet, Web application</a:t>
            </a:r>
          </a:p>
        </p:txBody>
      </p:sp>
      <p:sp>
        <p:nvSpPr>
          <p:cNvPr id="9" name="Slide Number Placeholder 5">
            <a:extLst>
              <a:ext uri="{FF2B5EF4-FFF2-40B4-BE49-F238E27FC236}">
                <a16:creationId xmlns:a16="http://schemas.microsoft.com/office/drawing/2014/main" id="{599CC669-7769-DC73-B42D-CB65E9C6DD0F}"/>
              </a:ext>
            </a:extLst>
          </p:cNvPr>
          <p:cNvSpPr>
            <a:spLocks noGrp="1"/>
          </p:cNvSpPr>
          <p:nvPr>
            <p:ph type="sldNum" sz="quarter" idx="12"/>
          </p:nvPr>
        </p:nvSpPr>
        <p:spPr/>
        <p:txBody>
          <a:bodyPr/>
          <a:lstStyle>
            <a:lvl1pPr>
              <a:defRPr/>
            </a:lvl1pPr>
          </a:lstStyle>
          <a:p>
            <a:pPr>
              <a:defRPr/>
            </a:pPr>
            <a:fld id="{55675D64-930E-4D39-B9FC-7F88D5309E38}" type="slidenum">
              <a:rPr lang="en-US" altLang="en-US"/>
              <a:pPr>
                <a:defRPr/>
              </a:pPr>
              <a:t>‹#›</a:t>
            </a:fld>
            <a:r>
              <a:rPr lang="en-US" altLang="en-US"/>
              <a:t>/41</a:t>
            </a:r>
          </a:p>
        </p:txBody>
      </p:sp>
    </p:spTree>
    <p:extLst>
      <p:ext uri="{BB962C8B-B14F-4D97-AF65-F5344CB8AC3E}">
        <p14:creationId xmlns:p14="http://schemas.microsoft.com/office/powerpoint/2010/main" val="35546261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45A92CBF-F6C6-1F17-233B-B5FA809E3BFA}"/>
              </a:ext>
            </a:extLst>
          </p:cNvPr>
          <p:cNvSpPr>
            <a:spLocks noGrp="1"/>
          </p:cNvSpPr>
          <p:nvPr>
            <p:ph type="dt" sz="half" idx="10"/>
          </p:nvPr>
        </p:nvSpPr>
        <p:spPr/>
        <p:txBody>
          <a:bodyPr/>
          <a:lstStyle>
            <a:lvl1pPr>
              <a:defRPr/>
            </a:lvl1pPr>
          </a:lstStyle>
          <a:p>
            <a:pPr>
              <a:defRPr/>
            </a:pPr>
            <a:fld id="{533DB6DB-1292-42E0-92F6-323827549ABD}" type="datetime1">
              <a:rPr lang="en-US"/>
              <a:pPr>
                <a:defRPr/>
              </a:pPr>
              <a:t>5/19/2025</a:t>
            </a:fld>
            <a:endParaRPr lang="en-US"/>
          </a:p>
        </p:txBody>
      </p:sp>
      <p:sp>
        <p:nvSpPr>
          <p:cNvPr id="4" name="Footer Placeholder 4">
            <a:extLst>
              <a:ext uri="{FF2B5EF4-FFF2-40B4-BE49-F238E27FC236}">
                <a16:creationId xmlns:a16="http://schemas.microsoft.com/office/drawing/2014/main" id="{6C381D2C-FD9B-6176-F0CA-ACAEE276F32C}"/>
              </a:ext>
            </a:extLst>
          </p:cNvPr>
          <p:cNvSpPr>
            <a:spLocks noGrp="1"/>
          </p:cNvSpPr>
          <p:nvPr>
            <p:ph type="ftr" sz="quarter" idx="11"/>
          </p:nvPr>
        </p:nvSpPr>
        <p:spPr/>
        <p:txBody>
          <a:bodyPr/>
          <a:lstStyle>
            <a:lvl1pPr>
              <a:defRPr/>
            </a:lvl1pPr>
          </a:lstStyle>
          <a:p>
            <a:pPr>
              <a:defRPr/>
            </a:pPr>
            <a:r>
              <a:rPr lang="en-US"/>
              <a:t>AdvJ Session1,2 –Servlet, Web application</a:t>
            </a:r>
          </a:p>
        </p:txBody>
      </p:sp>
      <p:sp>
        <p:nvSpPr>
          <p:cNvPr id="5" name="Slide Number Placeholder 5">
            <a:extLst>
              <a:ext uri="{FF2B5EF4-FFF2-40B4-BE49-F238E27FC236}">
                <a16:creationId xmlns:a16="http://schemas.microsoft.com/office/drawing/2014/main" id="{09216F64-F991-E641-576E-295E80971FAF}"/>
              </a:ext>
            </a:extLst>
          </p:cNvPr>
          <p:cNvSpPr>
            <a:spLocks noGrp="1"/>
          </p:cNvSpPr>
          <p:nvPr>
            <p:ph type="sldNum" sz="quarter" idx="12"/>
          </p:nvPr>
        </p:nvSpPr>
        <p:spPr/>
        <p:txBody>
          <a:bodyPr/>
          <a:lstStyle>
            <a:lvl1pPr>
              <a:defRPr/>
            </a:lvl1pPr>
          </a:lstStyle>
          <a:p>
            <a:pPr>
              <a:defRPr/>
            </a:pPr>
            <a:fld id="{823046E0-B1EE-446E-A500-12B08BF2ADFB}" type="slidenum">
              <a:rPr lang="en-US" altLang="en-US"/>
              <a:pPr>
                <a:defRPr/>
              </a:pPr>
              <a:t>‹#›</a:t>
            </a:fld>
            <a:r>
              <a:rPr lang="en-US" altLang="en-US"/>
              <a:t>/41</a:t>
            </a:r>
          </a:p>
        </p:txBody>
      </p:sp>
    </p:spTree>
    <p:extLst>
      <p:ext uri="{BB962C8B-B14F-4D97-AF65-F5344CB8AC3E}">
        <p14:creationId xmlns:p14="http://schemas.microsoft.com/office/powerpoint/2010/main" val="21588164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7CB99CAD-61E6-98D4-A85B-425717A4DEEB}"/>
              </a:ext>
            </a:extLst>
          </p:cNvPr>
          <p:cNvSpPr>
            <a:spLocks noGrp="1"/>
          </p:cNvSpPr>
          <p:nvPr>
            <p:ph type="dt" sz="half" idx="10"/>
          </p:nvPr>
        </p:nvSpPr>
        <p:spPr/>
        <p:txBody>
          <a:bodyPr/>
          <a:lstStyle>
            <a:lvl1pPr>
              <a:defRPr/>
            </a:lvl1pPr>
          </a:lstStyle>
          <a:p>
            <a:pPr>
              <a:defRPr/>
            </a:pPr>
            <a:fld id="{A8493F26-C278-4D3A-96AE-B58970D4A7DE}" type="datetime1">
              <a:rPr lang="en-US"/>
              <a:pPr>
                <a:defRPr/>
              </a:pPr>
              <a:t>5/19/2025</a:t>
            </a:fld>
            <a:endParaRPr lang="en-US"/>
          </a:p>
        </p:txBody>
      </p:sp>
      <p:sp>
        <p:nvSpPr>
          <p:cNvPr id="3" name="Footer Placeholder 4">
            <a:extLst>
              <a:ext uri="{FF2B5EF4-FFF2-40B4-BE49-F238E27FC236}">
                <a16:creationId xmlns:a16="http://schemas.microsoft.com/office/drawing/2014/main" id="{E2AC2D0B-3890-E996-332D-777F59159BAF}"/>
              </a:ext>
            </a:extLst>
          </p:cNvPr>
          <p:cNvSpPr>
            <a:spLocks noGrp="1"/>
          </p:cNvSpPr>
          <p:nvPr>
            <p:ph type="ftr" sz="quarter" idx="11"/>
          </p:nvPr>
        </p:nvSpPr>
        <p:spPr/>
        <p:txBody>
          <a:bodyPr/>
          <a:lstStyle>
            <a:lvl1pPr>
              <a:defRPr/>
            </a:lvl1pPr>
          </a:lstStyle>
          <a:p>
            <a:pPr>
              <a:defRPr/>
            </a:pPr>
            <a:r>
              <a:rPr lang="en-US"/>
              <a:t>AdvJ Session1,2 –Servlet, Web application</a:t>
            </a:r>
          </a:p>
        </p:txBody>
      </p:sp>
      <p:sp>
        <p:nvSpPr>
          <p:cNvPr id="4" name="Slide Number Placeholder 5">
            <a:extLst>
              <a:ext uri="{FF2B5EF4-FFF2-40B4-BE49-F238E27FC236}">
                <a16:creationId xmlns:a16="http://schemas.microsoft.com/office/drawing/2014/main" id="{626A0FA9-62B8-FA08-B6EC-AC5E91FA6075}"/>
              </a:ext>
            </a:extLst>
          </p:cNvPr>
          <p:cNvSpPr>
            <a:spLocks noGrp="1"/>
          </p:cNvSpPr>
          <p:nvPr>
            <p:ph type="sldNum" sz="quarter" idx="12"/>
          </p:nvPr>
        </p:nvSpPr>
        <p:spPr/>
        <p:txBody>
          <a:bodyPr/>
          <a:lstStyle>
            <a:lvl1pPr>
              <a:defRPr/>
            </a:lvl1pPr>
          </a:lstStyle>
          <a:p>
            <a:pPr>
              <a:defRPr/>
            </a:pPr>
            <a:fld id="{5DD18165-D690-4259-90A0-0869A48E1745}" type="slidenum">
              <a:rPr lang="en-US" altLang="en-US"/>
              <a:pPr>
                <a:defRPr/>
              </a:pPr>
              <a:t>‹#›</a:t>
            </a:fld>
            <a:r>
              <a:rPr lang="en-US" altLang="en-US"/>
              <a:t>/41</a:t>
            </a:r>
          </a:p>
        </p:txBody>
      </p:sp>
    </p:spTree>
    <p:extLst>
      <p:ext uri="{BB962C8B-B14F-4D97-AF65-F5344CB8AC3E}">
        <p14:creationId xmlns:p14="http://schemas.microsoft.com/office/powerpoint/2010/main" val="22301432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0C4756D3-8287-406E-7CDB-3917AEBBB8FB}"/>
              </a:ext>
            </a:extLst>
          </p:cNvPr>
          <p:cNvSpPr>
            <a:spLocks noGrp="1"/>
          </p:cNvSpPr>
          <p:nvPr>
            <p:ph type="dt" sz="half" idx="10"/>
          </p:nvPr>
        </p:nvSpPr>
        <p:spPr/>
        <p:txBody>
          <a:bodyPr/>
          <a:lstStyle>
            <a:lvl1pPr>
              <a:defRPr/>
            </a:lvl1pPr>
          </a:lstStyle>
          <a:p>
            <a:pPr>
              <a:defRPr/>
            </a:pPr>
            <a:fld id="{7834AA66-3970-49B2-876C-1D028E4FCC7C}" type="datetime1">
              <a:rPr lang="en-US"/>
              <a:pPr>
                <a:defRPr/>
              </a:pPr>
              <a:t>5/19/2025</a:t>
            </a:fld>
            <a:endParaRPr lang="en-US"/>
          </a:p>
        </p:txBody>
      </p:sp>
      <p:sp>
        <p:nvSpPr>
          <p:cNvPr id="6" name="Footer Placeholder 4">
            <a:extLst>
              <a:ext uri="{FF2B5EF4-FFF2-40B4-BE49-F238E27FC236}">
                <a16:creationId xmlns:a16="http://schemas.microsoft.com/office/drawing/2014/main" id="{285F1359-A982-9A0C-4B32-60EDA44DC890}"/>
              </a:ext>
            </a:extLst>
          </p:cNvPr>
          <p:cNvSpPr>
            <a:spLocks noGrp="1"/>
          </p:cNvSpPr>
          <p:nvPr>
            <p:ph type="ftr" sz="quarter" idx="11"/>
          </p:nvPr>
        </p:nvSpPr>
        <p:spPr/>
        <p:txBody>
          <a:bodyPr/>
          <a:lstStyle>
            <a:lvl1pPr>
              <a:defRPr/>
            </a:lvl1pPr>
          </a:lstStyle>
          <a:p>
            <a:pPr>
              <a:defRPr/>
            </a:pPr>
            <a:r>
              <a:rPr lang="en-US"/>
              <a:t>AdvJ Session1,2 –Servlet, Web application</a:t>
            </a:r>
          </a:p>
        </p:txBody>
      </p:sp>
      <p:sp>
        <p:nvSpPr>
          <p:cNvPr id="7" name="Slide Number Placeholder 5">
            <a:extLst>
              <a:ext uri="{FF2B5EF4-FFF2-40B4-BE49-F238E27FC236}">
                <a16:creationId xmlns:a16="http://schemas.microsoft.com/office/drawing/2014/main" id="{2B2BDEE8-32C5-0276-BAF4-80A605BDA032}"/>
              </a:ext>
            </a:extLst>
          </p:cNvPr>
          <p:cNvSpPr>
            <a:spLocks noGrp="1"/>
          </p:cNvSpPr>
          <p:nvPr>
            <p:ph type="sldNum" sz="quarter" idx="12"/>
          </p:nvPr>
        </p:nvSpPr>
        <p:spPr/>
        <p:txBody>
          <a:bodyPr/>
          <a:lstStyle>
            <a:lvl1pPr>
              <a:defRPr/>
            </a:lvl1pPr>
          </a:lstStyle>
          <a:p>
            <a:pPr>
              <a:defRPr/>
            </a:pPr>
            <a:fld id="{D04A9965-293F-4228-B35B-2F2ADAE1868D}" type="slidenum">
              <a:rPr lang="en-US" altLang="en-US"/>
              <a:pPr>
                <a:defRPr/>
              </a:pPr>
              <a:t>‹#›</a:t>
            </a:fld>
            <a:r>
              <a:rPr lang="en-US" altLang="en-US"/>
              <a:t>/41</a:t>
            </a:r>
          </a:p>
        </p:txBody>
      </p:sp>
    </p:spTree>
    <p:extLst>
      <p:ext uri="{BB962C8B-B14F-4D97-AF65-F5344CB8AC3E}">
        <p14:creationId xmlns:p14="http://schemas.microsoft.com/office/powerpoint/2010/main" val="22541150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CAD4A426-AF80-3FB4-700A-95E6AD94CB8D}"/>
              </a:ext>
            </a:extLst>
          </p:cNvPr>
          <p:cNvSpPr>
            <a:spLocks noGrp="1"/>
          </p:cNvSpPr>
          <p:nvPr>
            <p:ph type="dt" sz="half" idx="10"/>
          </p:nvPr>
        </p:nvSpPr>
        <p:spPr/>
        <p:txBody>
          <a:bodyPr/>
          <a:lstStyle>
            <a:lvl1pPr>
              <a:defRPr/>
            </a:lvl1pPr>
          </a:lstStyle>
          <a:p>
            <a:pPr>
              <a:defRPr/>
            </a:pPr>
            <a:fld id="{560A8B78-DBDA-4994-8872-76672B52A569}" type="datetime1">
              <a:rPr lang="en-US"/>
              <a:pPr>
                <a:defRPr/>
              </a:pPr>
              <a:t>5/19/2025</a:t>
            </a:fld>
            <a:endParaRPr lang="en-US"/>
          </a:p>
        </p:txBody>
      </p:sp>
      <p:sp>
        <p:nvSpPr>
          <p:cNvPr id="6" name="Footer Placeholder 4">
            <a:extLst>
              <a:ext uri="{FF2B5EF4-FFF2-40B4-BE49-F238E27FC236}">
                <a16:creationId xmlns:a16="http://schemas.microsoft.com/office/drawing/2014/main" id="{395EB242-F808-D166-D08A-57036DFA592E}"/>
              </a:ext>
            </a:extLst>
          </p:cNvPr>
          <p:cNvSpPr>
            <a:spLocks noGrp="1"/>
          </p:cNvSpPr>
          <p:nvPr>
            <p:ph type="ftr" sz="quarter" idx="11"/>
          </p:nvPr>
        </p:nvSpPr>
        <p:spPr/>
        <p:txBody>
          <a:bodyPr/>
          <a:lstStyle>
            <a:lvl1pPr>
              <a:defRPr/>
            </a:lvl1pPr>
          </a:lstStyle>
          <a:p>
            <a:pPr>
              <a:defRPr/>
            </a:pPr>
            <a:r>
              <a:rPr lang="en-US"/>
              <a:t>AdvJ Session1,2 –Servlet, Web application</a:t>
            </a:r>
          </a:p>
        </p:txBody>
      </p:sp>
      <p:sp>
        <p:nvSpPr>
          <p:cNvPr id="7" name="Slide Number Placeholder 5">
            <a:extLst>
              <a:ext uri="{FF2B5EF4-FFF2-40B4-BE49-F238E27FC236}">
                <a16:creationId xmlns:a16="http://schemas.microsoft.com/office/drawing/2014/main" id="{010051E9-48C3-C447-7E88-85E4E77C45B7}"/>
              </a:ext>
            </a:extLst>
          </p:cNvPr>
          <p:cNvSpPr>
            <a:spLocks noGrp="1"/>
          </p:cNvSpPr>
          <p:nvPr>
            <p:ph type="sldNum" sz="quarter" idx="12"/>
          </p:nvPr>
        </p:nvSpPr>
        <p:spPr/>
        <p:txBody>
          <a:bodyPr/>
          <a:lstStyle>
            <a:lvl1pPr>
              <a:defRPr/>
            </a:lvl1pPr>
          </a:lstStyle>
          <a:p>
            <a:pPr>
              <a:defRPr/>
            </a:pPr>
            <a:fld id="{C5B93E10-D0E9-490E-AB21-D45874B57BCA}" type="slidenum">
              <a:rPr lang="en-US" altLang="en-US"/>
              <a:pPr>
                <a:defRPr/>
              </a:pPr>
              <a:t>‹#›</a:t>
            </a:fld>
            <a:r>
              <a:rPr lang="en-US" altLang="en-US"/>
              <a:t>/41</a:t>
            </a:r>
          </a:p>
        </p:txBody>
      </p:sp>
    </p:spTree>
    <p:extLst>
      <p:ext uri="{BB962C8B-B14F-4D97-AF65-F5344CB8AC3E}">
        <p14:creationId xmlns:p14="http://schemas.microsoft.com/office/powerpoint/2010/main" val="29921908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46E641-A0B9-3397-8870-E478418D8234}"/>
              </a:ext>
            </a:extLst>
          </p:cNvPr>
          <p:cNvSpPr>
            <a:spLocks noGrp="1"/>
          </p:cNvSpPr>
          <p:nvPr>
            <p:ph type="dt" sz="half" idx="10"/>
          </p:nvPr>
        </p:nvSpPr>
        <p:spPr/>
        <p:txBody>
          <a:bodyPr/>
          <a:lstStyle>
            <a:lvl1pPr>
              <a:defRPr/>
            </a:lvl1pPr>
          </a:lstStyle>
          <a:p>
            <a:pPr>
              <a:defRPr/>
            </a:pPr>
            <a:fld id="{CF3E2598-7230-491D-AA74-FF97561D0468}" type="datetime1">
              <a:rPr lang="en-US"/>
              <a:pPr>
                <a:defRPr/>
              </a:pPr>
              <a:t>5/19/2025</a:t>
            </a:fld>
            <a:endParaRPr lang="en-US"/>
          </a:p>
        </p:txBody>
      </p:sp>
      <p:sp>
        <p:nvSpPr>
          <p:cNvPr id="5" name="Footer Placeholder 4">
            <a:extLst>
              <a:ext uri="{FF2B5EF4-FFF2-40B4-BE49-F238E27FC236}">
                <a16:creationId xmlns:a16="http://schemas.microsoft.com/office/drawing/2014/main" id="{A7A0A762-4772-31E4-FDBD-95D5C34EEFF1}"/>
              </a:ext>
            </a:extLst>
          </p:cNvPr>
          <p:cNvSpPr>
            <a:spLocks noGrp="1"/>
          </p:cNvSpPr>
          <p:nvPr>
            <p:ph type="ftr" sz="quarter" idx="11"/>
          </p:nvPr>
        </p:nvSpPr>
        <p:spPr/>
        <p:txBody>
          <a:bodyPr/>
          <a:lstStyle>
            <a:lvl1pPr>
              <a:defRPr/>
            </a:lvl1pPr>
          </a:lstStyle>
          <a:p>
            <a:pPr>
              <a:defRPr/>
            </a:pPr>
            <a:r>
              <a:rPr lang="en-US"/>
              <a:t>AdvJ Session1,2 –Servlet, Web application</a:t>
            </a:r>
          </a:p>
        </p:txBody>
      </p:sp>
      <p:sp>
        <p:nvSpPr>
          <p:cNvPr id="6" name="Slide Number Placeholder 5">
            <a:extLst>
              <a:ext uri="{FF2B5EF4-FFF2-40B4-BE49-F238E27FC236}">
                <a16:creationId xmlns:a16="http://schemas.microsoft.com/office/drawing/2014/main" id="{4AC25B56-824D-6CD1-125C-02767233273C}"/>
              </a:ext>
            </a:extLst>
          </p:cNvPr>
          <p:cNvSpPr>
            <a:spLocks noGrp="1"/>
          </p:cNvSpPr>
          <p:nvPr>
            <p:ph type="sldNum" sz="quarter" idx="12"/>
          </p:nvPr>
        </p:nvSpPr>
        <p:spPr/>
        <p:txBody>
          <a:bodyPr/>
          <a:lstStyle>
            <a:lvl1pPr>
              <a:defRPr/>
            </a:lvl1pPr>
          </a:lstStyle>
          <a:p>
            <a:pPr>
              <a:defRPr/>
            </a:pPr>
            <a:fld id="{0278BFE2-90DC-4202-BA18-7C7FE6421A6C}" type="slidenum">
              <a:rPr lang="en-US" altLang="en-US"/>
              <a:pPr>
                <a:defRPr/>
              </a:pPr>
              <a:t>‹#›</a:t>
            </a:fld>
            <a:r>
              <a:rPr lang="en-US" altLang="en-US"/>
              <a:t>/41</a:t>
            </a:r>
          </a:p>
        </p:txBody>
      </p:sp>
    </p:spTree>
    <p:extLst>
      <p:ext uri="{BB962C8B-B14F-4D97-AF65-F5344CB8AC3E}">
        <p14:creationId xmlns:p14="http://schemas.microsoft.com/office/powerpoint/2010/main" val="26171095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AC9E63-BFED-DA70-37D1-8E0EAB91A99B}"/>
              </a:ext>
            </a:extLst>
          </p:cNvPr>
          <p:cNvSpPr>
            <a:spLocks noGrp="1"/>
          </p:cNvSpPr>
          <p:nvPr>
            <p:ph type="dt" sz="half" idx="10"/>
          </p:nvPr>
        </p:nvSpPr>
        <p:spPr/>
        <p:txBody>
          <a:bodyPr/>
          <a:lstStyle>
            <a:lvl1pPr>
              <a:defRPr/>
            </a:lvl1pPr>
          </a:lstStyle>
          <a:p>
            <a:pPr>
              <a:defRPr/>
            </a:pPr>
            <a:fld id="{C43B143A-178D-4131-A3E6-832E004D1ECF}" type="datetime1">
              <a:rPr lang="en-US"/>
              <a:pPr>
                <a:defRPr/>
              </a:pPr>
              <a:t>5/19/2025</a:t>
            </a:fld>
            <a:endParaRPr lang="en-US"/>
          </a:p>
        </p:txBody>
      </p:sp>
      <p:sp>
        <p:nvSpPr>
          <p:cNvPr id="5" name="Footer Placeholder 4">
            <a:extLst>
              <a:ext uri="{FF2B5EF4-FFF2-40B4-BE49-F238E27FC236}">
                <a16:creationId xmlns:a16="http://schemas.microsoft.com/office/drawing/2014/main" id="{638C3EF0-0A0D-F801-FCA8-ADE1E43376D5}"/>
              </a:ext>
            </a:extLst>
          </p:cNvPr>
          <p:cNvSpPr>
            <a:spLocks noGrp="1"/>
          </p:cNvSpPr>
          <p:nvPr>
            <p:ph type="ftr" sz="quarter" idx="11"/>
          </p:nvPr>
        </p:nvSpPr>
        <p:spPr/>
        <p:txBody>
          <a:bodyPr/>
          <a:lstStyle>
            <a:lvl1pPr>
              <a:defRPr/>
            </a:lvl1pPr>
          </a:lstStyle>
          <a:p>
            <a:pPr>
              <a:defRPr/>
            </a:pPr>
            <a:r>
              <a:rPr lang="en-US"/>
              <a:t>AdvJ Session1,2 –Servlet, Web application</a:t>
            </a:r>
          </a:p>
        </p:txBody>
      </p:sp>
      <p:sp>
        <p:nvSpPr>
          <p:cNvPr id="6" name="Slide Number Placeholder 5">
            <a:extLst>
              <a:ext uri="{FF2B5EF4-FFF2-40B4-BE49-F238E27FC236}">
                <a16:creationId xmlns:a16="http://schemas.microsoft.com/office/drawing/2014/main" id="{F0EDE5D9-E23B-3E69-99B3-56F138B5AB67}"/>
              </a:ext>
            </a:extLst>
          </p:cNvPr>
          <p:cNvSpPr>
            <a:spLocks noGrp="1"/>
          </p:cNvSpPr>
          <p:nvPr>
            <p:ph type="sldNum" sz="quarter" idx="12"/>
          </p:nvPr>
        </p:nvSpPr>
        <p:spPr/>
        <p:txBody>
          <a:bodyPr/>
          <a:lstStyle>
            <a:lvl1pPr>
              <a:defRPr/>
            </a:lvl1pPr>
          </a:lstStyle>
          <a:p>
            <a:pPr>
              <a:defRPr/>
            </a:pPr>
            <a:fld id="{2F195366-7A41-4D79-91B5-164C3A227838}" type="slidenum">
              <a:rPr lang="en-US" altLang="en-US"/>
              <a:pPr>
                <a:defRPr/>
              </a:pPr>
              <a:t>‹#›</a:t>
            </a:fld>
            <a:r>
              <a:rPr lang="en-US" altLang="en-US"/>
              <a:t>/41</a:t>
            </a:r>
          </a:p>
        </p:txBody>
      </p:sp>
    </p:spTree>
    <p:extLst>
      <p:ext uri="{BB962C8B-B14F-4D97-AF65-F5344CB8AC3E}">
        <p14:creationId xmlns:p14="http://schemas.microsoft.com/office/powerpoint/2010/main" val="42553488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EE5BCDBC-41FA-F263-F89B-FA4AAF7DFC72}"/>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4D94688E-E869-A8F6-2C22-D897639A0844}"/>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7C2C2B02-DDD0-94FC-D27A-B68220033DD2}"/>
              </a:ext>
            </a:extLst>
          </p:cNvPr>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a:solidFill>
                  <a:srgbClr val="898989"/>
                </a:solidFill>
                <a:latin typeface="Arial" charset="0"/>
              </a:defRPr>
            </a:lvl1pPr>
          </a:lstStyle>
          <a:p>
            <a:pPr>
              <a:defRPr/>
            </a:pPr>
            <a:fld id="{7003A372-1E4E-4A43-96A9-B477FEBBEBB4}" type="datetime1">
              <a:rPr lang="en-US"/>
              <a:pPr>
                <a:defRPr/>
              </a:pPr>
              <a:t>5/19/2025</a:t>
            </a:fld>
            <a:endParaRPr lang="en-US"/>
          </a:p>
        </p:txBody>
      </p:sp>
      <p:sp>
        <p:nvSpPr>
          <p:cNvPr id="5" name="Footer Placeholder 4">
            <a:extLst>
              <a:ext uri="{FF2B5EF4-FFF2-40B4-BE49-F238E27FC236}">
                <a16:creationId xmlns:a16="http://schemas.microsoft.com/office/drawing/2014/main" id="{A838CCA7-B5CA-81DE-66B1-14F41E98B549}"/>
              </a:ext>
            </a:extLst>
          </p:cNvPr>
          <p:cNvSpPr>
            <a:spLocks noGrp="1"/>
          </p:cNvSpPr>
          <p:nvPr>
            <p:ph type="ftr" sz="quarter" idx="3"/>
          </p:nvPr>
        </p:nvSpPr>
        <p:spPr>
          <a:xfrm>
            <a:off x="2971800" y="6356350"/>
            <a:ext cx="3352800" cy="365125"/>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latin typeface="Arial" charset="0"/>
              </a:defRPr>
            </a:lvl1pPr>
          </a:lstStyle>
          <a:p>
            <a:pPr>
              <a:defRPr/>
            </a:pPr>
            <a:r>
              <a:rPr lang="en-US"/>
              <a:t>AdvJ Session1,2 –Servlet, Web application</a:t>
            </a:r>
          </a:p>
        </p:txBody>
      </p:sp>
      <p:sp>
        <p:nvSpPr>
          <p:cNvPr id="6" name="Slide Number Placeholder 5">
            <a:extLst>
              <a:ext uri="{FF2B5EF4-FFF2-40B4-BE49-F238E27FC236}">
                <a16:creationId xmlns:a16="http://schemas.microsoft.com/office/drawing/2014/main" id="{72A9A519-A0C9-F6A1-2636-C9E5B13EEBEC}"/>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E6D75300-A097-4A97-9B1E-9E210115A06B}" type="slidenum">
              <a:rPr lang="en-US" altLang="en-US"/>
              <a:pPr>
                <a:defRPr/>
              </a:pPr>
              <a:t>‹#›</a:t>
            </a:fld>
            <a:r>
              <a:rPr lang="en-US" altLang="en-US"/>
              <a:t>/41</a:t>
            </a:r>
          </a:p>
        </p:txBody>
      </p:sp>
      <p:pic>
        <p:nvPicPr>
          <p:cNvPr id="1031" name="Picture 2">
            <a:extLst>
              <a:ext uri="{FF2B5EF4-FFF2-40B4-BE49-F238E27FC236}">
                <a16:creationId xmlns:a16="http://schemas.microsoft.com/office/drawing/2014/main" id="{86EB6778-8F19-1B49-725B-9E63F42C17B8}"/>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88900" y="76200"/>
            <a:ext cx="15113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Lst>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stackoverflow.com/questions/45016234/what-is-idempotency-in-http-methods#45019073"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en.wikipedia.org/wiki/HTML"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Footer Placeholder 4">
            <a:extLst>
              <a:ext uri="{FF2B5EF4-FFF2-40B4-BE49-F238E27FC236}">
                <a16:creationId xmlns:a16="http://schemas.microsoft.com/office/drawing/2014/main" id="{9628C8A3-788B-1257-C758-08549046F750}"/>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latin typeface="Arial" panose="020B0604020202020204" pitchFamily="34" charset="0"/>
              </a:rPr>
              <a:t>AdvJ Session1,2 –Servlet, Web application</a:t>
            </a:r>
          </a:p>
        </p:txBody>
      </p:sp>
      <p:sp>
        <p:nvSpPr>
          <p:cNvPr id="3075" name="Slide Number Placeholder 5">
            <a:extLst>
              <a:ext uri="{FF2B5EF4-FFF2-40B4-BE49-F238E27FC236}">
                <a16:creationId xmlns:a16="http://schemas.microsoft.com/office/drawing/2014/main" id="{C73C6164-2E56-670A-9048-3C8A72E1D53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4B02B91-FCCC-482A-A521-B6123D12F1CF}" type="slidenum">
              <a:rPr lang="en-US" altLang="en-US" sz="1200" smtClean="0">
                <a:solidFill>
                  <a:srgbClr val="898989"/>
                </a:solidFill>
                <a:latin typeface="Arial" panose="020B0604020202020204" pitchFamily="34" charset="0"/>
              </a:rPr>
              <a:pPr>
                <a:spcBef>
                  <a:spcPct val="0"/>
                </a:spcBef>
                <a:buFontTx/>
                <a:buNone/>
              </a:pPr>
              <a:t>1</a:t>
            </a:fld>
            <a:r>
              <a:rPr lang="en-US" altLang="en-US" sz="1200">
                <a:solidFill>
                  <a:srgbClr val="898989"/>
                </a:solidFill>
                <a:latin typeface="Arial" panose="020B0604020202020204" pitchFamily="34" charset="0"/>
              </a:rPr>
              <a:t>/41</a:t>
            </a:r>
          </a:p>
        </p:txBody>
      </p:sp>
      <p:sp>
        <p:nvSpPr>
          <p:cNvPr id="3076" name="Title 1">
            <a:extLst>
              <a:ext uri="{FF2B5EF4-FFF2-40B4-BE49-F238E27FC236}">
                <a16:creationId xmlns:a16="http://schemas.microsoft.com/office/drawing/2014/main" id="{515C67C9-471B-0738-69C0-1FAA21E3736E}"/>
              </a:ext>
            </a:extLst>
          </p:cNvPr>
          <p:cNvSpPr>
            <a:spLocks noGrp="1"/>
          </p:cNvSpPr>
          <p:nvPr>
            <p:ph type="ctrTitle"/>
          </p:nvPr>
        </p:nvSpPr>
        <p:spPr>
          <a:xfrm>
            <a:off x="304800" y="1676400"/>
            <a:ext cx="8534400" cy="2438400"/>
          </a:xfrm>
        </p:spPr>
        <p:txBody>
          <a:bodyPr/>
          <a:lstStyle/>
          <a:p>
            <a:pPr eaLnBrk="1" hangingPunct="1"/>
            <a:r>
              <a:rPr lang="en-US" altLang="en-US" sz="4000">
                <a:latin typeface="Arial" panose="020B0604020202020204" pitchFamily="34" charset="0"/>
                <a:cs typeface="Arial" panose="020B0604020202020204" pitchFamily="34" charset="0"/>
              </a:rPr>
              <a:t>Session 1, Introduction to Basic Java Web Application</a:t>
            </a:r>
            <a:br>
              <a:rPr lang="en-US" altLang="en-US" sz="4000">
                <a:latin typeface="Arial" panose="020B0604020202020204" pitchFamily="34" charset="0"/>
                <a:cs typeface="Arial" panose="020B0604020202020204" pitchFamily="34" charset="0"/>
              </a:rPr>
            </a:br>
            <a:br>
              <a:rPr lang="en-US" altLang="en-US" sz="4000">
                <a:latin typeface="Arial" panose="020B0604020202020204" pitchFamily="34" charset="0"/>
                <a:cs typeface="Arial" panose="020B0604020202020204" pitchFamily="34" charset="0"/>
              </a:rPr>
            </a:br>
            <a:endParaRPr lang="en-US" altLang="en-US" sz="4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oter Placeholder 4">
            <a:extLst>
              <a:ext uri="{FF2B5EF4-FFF2-40B4-BE49-F238E27FC236}">
                <a16:creationId xmlns:a16="http://schemas.microsoft.com/office/drawing/2014/main" id="{6233FA75-6ADA-A8E3-51FB-FD0E3C9A1846}"/>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latin typeface="Arial" panose="020B0604020202020204" pitchFamily="34" charset="0"/>
              </a:rPr>
              <a:t>AdvJ Session1,2 –Servlet, Web application</a:t>
            </a:r>
          </a:p>
        </p:txBody>
      </p:sp>
      <p:sp>
        <p:nvSpPr>
          <p:cNvPr id="4099" name="Slide Number Placeholder 5">
            <a:extLst>
              <a:ext uri="{FF2B5EF4-FFF2-40B4-BE49-F238E27FC236}">
                <a16:creationId xmlns:a16="http://schemas.microsoft.com/office/drawing/2014/main" id="{835D24DC-0B22-12D5-38FD-6105FD84584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BE45517-DCC7-4CD2-BE01-C4845D415AC8}" type="slidenum">
              <a:rPr lang="en-US" altLang="en-US" sz="1200" smtClean="0">
                <a:solidFill>
                  <a:srgbClr val="898989"/>
                </a:solidFill>
                <a:latin typeface="Arial" panose="020B0604020202020204" pitchFamily="34" charset="0"/>
              </a:rPr>
              <a:pPr>
                <a:spcBef>
                  <a:spcPct val="0"/>
                </a:spcBef>
                <a:buFontTx/>
                <a:buNone/>
              </a:pPr>
              <a:t>2</a:t>
            </a:fld>
            <a:r>
              <a:rPr lang="en-US" altLang="en-US" sz="1200">
                <a:solidFill>
                  <a:srgbClr val="898989"/>
                </a:solidFill>
                <a:latin typeface="Arial" panose="020B0604020202020204" pitchFamily="34" charset="0"/>
              </a:rPr>
              <a:t>/41</a:t>
            </a:r>
          </a:p>
        </p:txBody>
      </p:sp>
      <p:sp>
        <p:nvSpPr>
          <p:cNvPr id="4100" name="Rectangle 2">
            <a:extLst>
              <a:ext uri="{FF2B5EF4-FFF2-40B4-BE49-F238E27FC236}">
                <a16:creationId xmlns:a16="http://schemas.microsoft.com/office/drawing/2014/main" id="{BBB246EA-53D7-9FBF-B3F5-B8B4C3EEB632}"/>
              </a:ext>
            </a:extLst>
          </p:cNvPr>
          <p:cNvSpPr>
            <a:spLocks noGrp="1"/>
          </p:cNvSpPr>
          <p:nvPr>
            <p:ph type="title"/>
          </p:nvPr>
        </p:nvSpPr>
        <p:spPr/>
        <p:txBody>
          <a:bodyPr/>
          <a:lstStyle/>
          <a:p>
            <a:r>
              <a:rPr lang="en-US" altLang="en-US">
                <a:latin typeface="Calibri" panose="020F0502020204030204" pitchFamily="34" charset="0"/>
              </a:rPr>
              <a:t>Objectives</a:t>
            </a:r>
          </a:p>
        </p:txBody>
      </p:sp>
      <p:sp>
        <p:nvSpPr>
          <p:cNvPr id="4101" name="Rectangle 3">
            <a:extLst>
              <a:ext uri="{FF2B5EF4-FFF2-40B4-BE49-F238E27FC236}">
                <a16:creationId xmlns:a16="http://schemas.microsoft.com/office/drawing/2014/main" id="{AC6328D2-CB8D-3B33-1A1D-EDB0DA7BB958}"/>
              </a:ext>
            </a:extLst>
          </p:cNvPr>
          <p:cNvSpPr>
            <a:spLocks noGrp="1"/>
          </p:cNvSpPr>
          <p:nvPr>
            <p:ph type="body" idx="1"/>
          </p:nvPr>
        </p:nvSpPr>
        <p:spPr/>
        <p:txBody>
          <a:bodyPr/>
          <a:lstStyle/>
          <a:p>
            <a:pPr>
              <a:buClrTx/>
              <a:buSzTx/>
              <a:buFont typeface="Arial" panose="020B0604020202020204" pitchFamily="34" charset="0"/>
              <a:buNone/>
            </a:pPr>
            <a:r>
              <a:rPr lang="en-US" altLang="en-US" sz="2000" b="1" dirty="0"/>
              <a:t>Introduction to java web application</a:t>
            </a:r>
          </a:p>
          <a:p>
            <a:pPr>
              <a:buClrTx/>
              <a:buSzTx/>
              <a:buFont typeface="Arial" panose="020B0604020202020204" pitchFamily="34" charset="0"/>
              <a:buNone/>
            </a:pPr>
            <a:r>
              <a:rPr lang="en-US" altLang="en-US" sz="2000" dirty="0"/>
              <a:t>+ The core and basic of Java web server technologies</a:t>
            </a:r>
          </a:p>
          <a:p>
            <a:pPr>
              <a:buClrTx/>
              <a:buSzTx/>
              <a:buFont typeface="Arial" panose="020B0604020202020204" pitchFamily="34" charset="0"/>
              <a:buNone/>
            </a:pPr>
            <a:r>
              <a:rPr lang="en-US" altLang="en-US" sz="2000" dirty="0"/>
              <a:t>+ Web design vs server technologies</a:t>
            </a:r>
          </a:p>
          <a:p>
            <a:pPr>
              <a:buClrTx/>
              <a:buSzTx/>
              <a:buFont typeface="Arial" panose="020B0604020202020204" pitchFamily="34" charset="0"/>
              <a:buNone/>
            </a:pPr>
            <a:r>
              <a:rPr lang="en-US" altLang="en-US" sz="2000" b="1" dirty="0"/>
              <a:t>Setup Environment :</a:t>
            </a:r>
          </a:p>
          <a:p>
            <a:pPr>
              <a:buClrTx/>
              <a:buSzTx/>
              <a:buFont typeface="Arial" panose="020B0604020202020204" pitchFamily="34" charset="0"/>
              <a:buNone/>
            </a:pPr>
            <a:r>
              <a:rPr lang="en-US" altLang="en-US" sz="2000" dirty="0"/>
              <a:t>JDK: 11 or higher</a:t>
            </a:r>
          </a:p>
          <a:p>
            <a:pPr>
              <a:buClrTx/>
              <a:buSzTx/>
              <a:buFont typeface="Arial" panose="020B0604020202020204" pitchFamily="34" charset="0"/>
              <a:buNone/>
            </a:pPr>
            <a:r>
              <a:rPr lang="en-US" altLang="en-US" sz="2000" dirty="0"/>
              <a:t>Servlet container: Tomcat 10.1 </a:t>
            </a:r>
          </a:p>
          <a:p>
            <a:pPr>
              <a:buClrTx/>
              <a:buSzTx/>
              <a:buFont typeface="Arial" panose="020B0604020202020204" pitchFamily="34" charset="0"/>
              <a:buNone/>
            </a:pPr>
            <a:r>
              <a:rPr lang="en-US" altLang="en-US" sz="2000" dirty="0" err="1"/>
              <a:t>Intergrate</a:t>
            </a:r>
            <a:r>
              <a:rPr lang="en-US" altLang="en-US" sz="2000" dirty="0"/>
              <a:t> </a:t>
            </a:r>
            <a:r>
              <a:rPr lang="en-US" altLang="en-US" sz="2000" dirty="0" err="1"/>
              <a:t>Netbeans</a:t>
            </a:r>
            <a:r>
              <a:rPr lang="en-US" altLang="en-US" sz="2000" dirty="0"/>
              <a:t> 13 with the web container.</a:t>
            </a:r>
          </a:p>
          <a:p>
            <a:pPr>
              <a:buClrTx/>
              <a:buSzTx/>
              <a:buFont typeface="Arial" panose="020B0604020202020204" pitchFamily="34" charset="0"/>
              <a:buNone/>
            </a:pPr>
            <a:r>
              <a:rPr lang="en-US" altLang="en-US" sz="2000" b="1" dirty="0"/>
              <a:t>Creating/Building the first application:</a:t>
            </a:r>
          </a:p>
          <a:p>
            <a:pPr>
              <a:buClrTx/>
              <a:buSzTx/>
              <a:buFont typeface="Arial" panose="020B0604020202020204" pitchFamily="34" charset="0"/>
              <a:buNone/>
            </a:pPr>
            <a:r>
              <a:rPr lang="en-US" altLang="en-US" sz="2000" dirty="0"/>
              <a:t>Learn to create Servlet</a:t>
            </a:r>
          </a:p>
          <a:p>
            <a:pPr>
              <a:buClrTx/>
              <a:buSzTx/>
              <a:buFont typeface="Arial" panose="020B0604020202020204" pitchFamily="34" charset="0"/>
              <a:buNone/>
            </a:pPr>
            <a:r>
              <a:rPr lang="en-US" altLang="en-US" sz="2000" dirty="0"/>
              <a:t>Learn to create JSP</a:t>
            </a:r>
          </a:p>
          <a:p>
            <a:pPr>
              <a:buClrTx/>
              <a:buSzTx/>
              <a:buFont typeface="Arial" panose="020B0604020202020204" pitchFamily="34" charset="0"/>
              <a:buNone/>
            </a:pPr>
            <a:r>
              <a:rPr lang="en-US" altLang="en-US" sz="2000" b="1" dirty="0"/>
              <a:t>Deploy the web application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4">
            <a:extLst>
              <a:ext uri="{FF2B5EF4-FFF2-40B4-BE49-F238E27FC236}">
                <a16:creationId xmlns:a16="http://schemas.microsoft.com/office/drawing/2014/main" id="{1D89F195-0B41-E526-9124-175718771AE8}"/>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latin typeface="Arial" panose="020B0604020202020204" pitchFamily="34" charset="0"/>
              </a:rPr>
              <a:t>AdvJ Session1,2 –Servlet, Web application</a:t>
            </a:r>
          </a:p>
        </p:txBody>
      </p:sp>
      <p:sp>
        <p:nvSpPr>
          <p:cNvPr id="5123" name="Slide Number Placeholder 5">
            <a:extLst>
              <a:ext uri="{FF2B5EF4-FFF2-40B4-BE49-F238E27FC236}">
                <a16:creationId xmlns:a16="http://schemas.microsoft.com/office/drawing/2014/main" id="{41F18FC5-C88D-0C83-FF1F-C0B1663BD08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66AD4DA-0E0B-4F86-991C-FD2369929048}" type="slidenum">
              <a:rPr lang="en-US" altLang="en-US" sz="1200" smtClean="0">
                <a:solidFill>
                  <a:srgbClr val="898989"/>
                </a:solidFill>
                <a:latin typeface="Arial" panose="020B0604020202020204" pitchFamily="34" charset="0"/>
              </a:rPr>
              <a:pPr>
                <a:spcBef>
                  <a:spcPct val="0"/>
                </a:spcBef>
                <a:buFontTx/>
                <a:buNone/>
              </a:pPr>
              <a:t>3</a:t>
            </a:fld>
            <a:r>
              <a:rPr lang="en-US" altLang="en-US" sz="1200">
                <a:solidFill>
                  <a:srgbClr val="898989"/>
                </a:solidFill>
                <a:latin typeface="Arial" panose="020B0604020202020204" pitchFamily="34" charset="0"/>
              </a:rPr>
              <a:t>/41</a:t>
            </a:r>
          </a:p>
        </p:txBody>
      </p:sp>
      <p:sp>
        <p:nvSpPr>
          <p:cNvPr id="5124" name="Rectangle 2">
            <a:extLst>
              <a:ext uri="{FF2B5EF4-FFF2-40B4-BE49-F238E27FC236}">
                <a16:creationId xmlns:a16="http://schemas.microsoft.com/office/drawing/2014/main" id="{5CEE88E0-365C-39C1-5DEF-677AF3522846}"/>
              </a:ext>
            </a:extLst>
          </p:cNvPr>
          <p:cNvSpPr>
            <a:spLocks noGrp="1"/>
          </p:cNvSpPr>
          <p:nvPr>
            <p:ph type="title"/>
          </p:nvPr>
        </p:nvSpPr>
        <p:spPr/>
        <p:txBody>
          <a:bodyPr/>
          <a:lstStyle/>
          <a:p>
            <a:r>
              <a:rPr lang="en-US" altLang="en-US">
                <a:latin typeface="Calibri" panose="020F0502020204030204" pitchFamily="34" charset="0"/>
              </a:rPr>
              <a:t>What is HTML? </a:t>
            </a:r>
          </a:p>
        </p:txBody>
      </p:sp>
      <p:sp>
        <p:nvSpPr>
          <p:cNvPr id="5125" name="Rectangle 3">
            <a:extLst>
              <a:ext uri="{FF2B5EF4-FFF2-40B4-BE49-F238E27FC236}">
                <a16:creationId xmlns:a16="http://schemas.microsoft.com/office/drawing/2014/main" id="{20E7477F-9492-7BDD-9407-45BD11FE2E1B}"/>
              </a:ext>
            </a:extLst>
          </p:cNvPr>
          <p:cNvSpPr>
            <a:spLocks noGrp="1"/>
          </p:cNvSpPr>
          <p:nvPr>
            <p:ph type="body" idx="1"/>
          </p:nvPr>
        </p:nvSpPr>
        <p:spPr/>
        <p:txBody>
          <a:bodyPr/>
          <a:lstStyle/>
          <a:p>
            <a:pPr>
              <a:buClrTx/>
              <a:buSzTx/>
              <a:buFont typeface="Arial" panose="020B0604020202020204" pitchFamily="34" charset="0"/>
              <a:buNone/>
            </a:pPr>
            <a:r>
              <a:rPr lang="en-US" altLang="en-US" sz="2800">
                <a:latin typeface="Calibri" panose="020F0502020204030204" pitchFamily="34" charset="0"/>
              </a:rPr>
              <a:t>HTML is a language for describing web pages.</a:t>
            </a:r>
          </a:p>
          <a:p>
            <a:pPr>
              <a:buClrTx/>
              <a:buSzTx/>
              <a:buFont typeface="Arial" panose="020B0604020202020204" pitchFamily="34" charset="0"/>
              <a:buChar char="•"/>
            </a:pPr>
            <a:r>
              <a:rPr lang="en-US" altLang="en-US" sz="2800">
                <a:latin typeface="Calibri" panose="020F0502020204030204" pitchFamily="34" charset="0"/>
              </a:rPr>
              <a:t>HTML stands for </a:t>
            </a:r>
            <a:r>
              <a:rPr lang="en-US" altLang="en-US" sz="2800" b="1">
                <a:latin typeface="Calibri" panose="020F0502020204030204" pitchFamily="34" charset="0"/>
              </a:rPr>
              <a:t>H</a:t>
            </a:r>
            <a:r>
              <a:rPr lang="en-US" altLang="en-US" sz="2800">
                <a:latin typeface="Calibri" panose="020F0502020204030204" pitchFamily="34" charset="0"/>
              </a:rPr>
              <a:t>yper </a:t>
            </a:r>
            <a:r>
              <a:rPr lang="en-US" altLang="en-US" sz="2800" b="1">
                <a:latin typeface="Calibri" panose="020F0502020204030204" pitchFamily="34" charset="0"/>
              </a:rPr>
              <a:t>T</a:t>
            </a:r>
            <a:r>
              <a:rPr lang="en-US" altLang="en-US" sz="2800">
                <a:latin typeface="Calibri" panose="020F0502020204030204" pitchFamily="34" charset="0"/>
              </a:rPr>
              <a:t>ext </a:t>
            </a:r>
            <a:r>
              <a:rPr lang="en-US" altLang="en-US" sz="2800" b="1">
                <a:latin typeface="Calibri" panose="020F0502020204030204" pitchFamily="34" charset="0"/>
              </a:rPr>
              <a:t>M</a:t>
            </a:r>
            <a:r>
              <a:rPr lang="en-US" altLang="en-US" sz="2800">
                <a:latin typeface="Calibri" panose="020F0502020204030204" pitchFamily="34" charset="0"/>
              </a:rPr>
              <a:t>arkup </a:t>
            </a:r>
            <a:r>
              <a:rPr lang="en-US" altLang="en-US" sz="2800" b="1">
                <a:latin typeface="Calibri" panose="020F0502020204030204" pitchFamily="34" charset="0"/>
              </a:rPr>
              <a:t>L</a:t>
            </a:r>
            <a:r>
              <a:rPr lang="en-US" altLang="en-US" sz="2800">
                <a:latin typeface="Calibri" panose="020F0502020204030204" pitchFamily="34" charset="0"/>
              </a:rPr>
              <a:t>anguage </a:t>
            </a:r>
          </a:p>
          <a:p>
            <a:pPr>
              <a:buClrTx/>
              <a:buSzTx/>
              <a:buFont typeface="Arial" panose="020B0604020202020204" pitchFamily="34" charset="0"/>
              <a:buChar char="•"/>
            </a:pPr>
            <a:r>
              <a:rPr lang="en-US" altLang="en-US" sz="2800">
                <a:latin typeface="Calibri" panose="020F0502020204030204" pitchFamily="34" charset="0"/>
              </a:rPr>
              <a:t>HTML is not a programming language, it is a </a:t>
            </a:r>
            <a:r>
              <a:rPr lang="en-US" altLang="en-US" sz="2800" b="1">
                <a:latin typeface="Calibri" panose="020F0502020204030204" pitchFamily="34" charset="0"/>
              </a:rPr>
              <a:t>markup language</a:t>
            </a:r>
            <a:r>
              <a:rPr lang="en-US" altLang="en-US" sz="2800">
                <a:latin typeface="Calibri" panose="020F0502020204030204" pitchFamily="34" charset="0"/>
              </a:rPr>
              <a:t> </a:t>
            </a:r>
          </a:p>
          <a:p>
            <a:pPr>
              <a:buClrTx/>
              <a:buSzTx/>
              <a:buFont typeface="Arial" panose="020B0604020202020204" pitchFamily="34" charset="0"/>
              <a:buChar char="•"/>
            </a:pPr>
            <a:r>
              <a:rPr lang="en-US" altLang="en-US" sz="2800">
                <a:latin typeface="Calibri" panose="020F0502020204030204" pitchFamily="34" charset="0"/>
              </a:rPr>
              <a:t>A markup language is a set of </a:t>
            </a:r>
            <a:r>
              <a:rPr lang="en-US" altLang="en-US" sz="2800" b="1">
                <a:latin typeface="Calibri" panose="020F0502020204030204" pitchFamily="34" charset="0"/>
              </a:rPr>
              <a:t>markup tags</a:t>
            </a:r>
            <a:r>
              <a:rPr lang="en-US" altLang="en-US" sz="2800">
                <a:latin typeface="Calibri" panose="020F0502020204030204" pitchFamily="34" charset="0"/>
              </a:rPr>
              <a:t> </a:t>
            </a:r>
          </a:p>
          <a:p>
            <a:pPr>
              <a:buClrTx/>
              <a:buSzTx/>
              <a:buFont typeface="Arial" panose="020B0604020202020204" pitchFamily="34" charset="0"/>
              <a:buChar char="•"/>
            </a:pPr>
            <a:r>
              <a:rPr lang="en-US" altLang="en-US" sz="2800">
                <a:latin typeface="Calibri" panose="020F0502020204030204" pitchFamily="34" charset="0"/>
              </a:rPr>
              <a:t>HTML uses </a:t>
            </a:r>
            <a:r>
              <a:rPr lang="en-US" altLang="en-US" sz="2800" b="1">
                <a:latin typeface="Calibri" panose="020F0502020204030204" pitchFamily="34" charset="0"/>
              </a:rPr>
              <a:t>markup tags</a:t>
            </a:r>
            <a:r>
              <a:rPr lang="en-US" altLang="en-US" sz="2800">
                <a:latin typeface="Calibri" panose="020F0502020204030204" pitchFamily="34" charset="0"/>
              </a:rPr>
              <a:t> to describe web pages </a:t>
            </a:r>
          </a:p>
          <a:p>
            <a:pPr>
              <a:buClrTx/>
              <a:buSzTx/>
              <a:buFont typeface="Arial" panose="020B0604020202020204" pitchFamily="34" charset="0"/>
              <a:buChar char="•"/>
            </a:pPr>
            <a:endParaRPr lang="en-US" altLang="en-US" sz="2800">
              <a:latin typeface="Calibri" panose="020F0502020204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Footer Placeholder 4">
            <a:extLst>
              <a:ext uri="{FF2B5EF4-FFF2-40B4-BE49-F238E27FC236}">
                <a16:creationId xmlns:a16="http://schemas.microsoft.com/office/drawing/2014/main" id="{2C1D89A1-1249-D423-0F2E-DC4F3281EBAC}"/>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latin typeface="Arial" panose="020B0604020202020204" pitchFamily="34" charset="0"/>
              </a:rPr>
              <a:t>AdvJ Session1,2 –Servlet, Web application</a:t>
            </a:r>
          </a:p>
        </p:txBody>
      </p:sp>
      <p:sp>
        <p:nvSpPr>
          <p:cNvPr id="6147" name="Slide Number Placeholder 5">
            <a:extLst>
              <a:ext uri="{FF2B5EF4-FFF2-40B4-BE49-F238E27FC236}">
                <a16:creationId xmlns:a16="http://schemas.microsoft.com/office/drawing/2014/main" id="{FABD4B37-30C6-05EE-4D6C-27E8ABFAAB6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B3578AB-FB10-4D6A-9AAF-2D0A9281C7FE}" type="slidenum">
              <a:rPr lang="en-US" altLang="en-US" sz="1200" smtClean="0">
                <a:solidFill>
                  <a:srgbClr val="898989"/>
                </a:solidFill>
                <a:latin typeface="Arial" panose="020B0604020202020204" pitchFamily="34" charset="0"/>
              </a:rPr>
              <a:pPr>
                <a:spcBef>
                  <a:spcPct val="0"/>
                </a:spcBef>
                <a:buFontTx/>
                <a:buNone/>
              </a:pPr>
              <a:t>4</a:t>
            </a:fld>
            <a:r>
              <a:rPr lang="en-US" altLang="en-US" sz="1200">
                <a:solidFill>
                  <a:srgbClr val="898989"/>
                </a:solidFill>
                <a:latin typeface="Arial" panose="020B0604020202020204" pitchFamily="34" charset="0"/>
              </a:rPr>
              <a:t>/41</a:t>
            </a:r>
          </a:p>
        </p:txBody>
      </p:sp>
      <p:sp>
        <p:nvSpPr>
          <p:cNvPr id="6148" name="Rectangle 2">
            <a:extLst>
              <a:ext uri="{FF2B5EF4-FFF2-40B4-BE49-F238E27FC236}">
                <a16:creationId xmlns:a16="http://schemas.microsoft.com/office/drawing/2014/main" id="{7C430E49-3EEF-73DF-48E4-0A5CC9886C3A}"/>
              </a:ext>
            </a:extLst>
          </p:cNvPr>
          <p:cNvSpPr>
            <a:spLocks noGrp="1"/>
          </p:cNvSpPr>
          <p:nvPr>
            <p:ph type="title"/>
          </p:nvPr>
        </p:nvSpPr>
        <p:spPr/>
        <p:txBody>
          <a:bodyPr/>
          <a:lstStyle/>
          <a:p>
            <a:r>
              <a:rPr lang="en-US" altLang="en-US">
                <a:latin typeface="Calibri" panose="020F0502020204030204" pitchFamily="34" charset="0"/>
              </a:rPr>
              <a:t>HTML Tags</a:t>
            </a:r>
          </a:p>
        </p:txBody>
      </p:sp>
      <p:sp>
        <p:nvSpPr>
          <p:cNvPr id="6149" name="Rectangle 3">
            <a:extLst>
              <a:ext uri="{FF2B5EF4-FFF2-40B4-BE49-F238E27FC236}">
                <a16:creationId xmlns:a16="http://schemas.microsoft.com/office/drawing/2014/main" id="{5F8E4DE4-59F7-ECC1-BA79-544B1AB9A1DF}"/>
              </a:ext>
            </a:extLst>
          </p:cNvPr>
          <p:cNvSpPr>
            <a:spLocks noGrp="1"/>
          </p:cNvSpPr>
          <p:nvPr>
            <p:ph type="body" idx="1"/>
          </p:nvPr>
        </p:nvSpPr>
        <p:spPr/>
        <p:txBody>
          <a:bodyPr/>
          <a:lstStyle/>
          <a:p>
            <a:pPr>
              <a:buClrTx/>
              <a:buSzTx/>
              <a:buFont typeface="Arial" panose="020B0604020202020204" pitchFamily="34" charset="0"/>
              <a:buNone/>
            </a:pPr>
            <a:r>
              <a:rPr lang="en-US" altLang="en-US" sz="2800">
                <a:latin typeface="Calibri" panose="020F0502020204030204" pitchFamily="34" charset="0"/>
              </a:rPr>
              <a:t>HTML markup tags are usually called HTML tags</a:t>
            </a:r>
          </a:p>
          <a:p>
            <a:pPr>
              <a:buClrTx/>
              <a:buSzTx/>
              <a:buFont typeface="Arial" panose="020B0604020202020204" pitchFamily="34" charset="0"/>
              <a:buChar char="•"/>
            </a:pPr>
            <a:r>
              <a:rPr lang="en-US" altLang="en-US" sz="2800">
                <a:latin typeface="Calibri" panose="020F0502020204030204" pitchFamily="34" charset="0"/>
              </a:rPr>
              <a:t>HTML tags are keywords surrounded by </a:t>
            </a:r>
            <a:r>
              <a:rPr lang="en-US" altLang="en-US" sz="2800" b="1">
                <a:latin typeface="Calibri" panose="020F0502020204030204" pitchFamily="34" charset="0"/>
              </a:rPr>
              <a:t>angle brackets </a:t>
            </a:r>
            <a:r>
              <a:rPr lang="en-US" altLang="en-US" sz="2800">
                <a:latin typeface="Calibri" panose="020F0502020204030204" pitchFamily="34" charset="0"/>
              </a:rPr>
              <a:t>like &lt;html&gt; </a:t>
            </a:r>
          </a:p>
          <a:p>
            <a:pPr>
              <a:buClrTx/>
              <a:buSzTx/>
              <a:buFont typeface="Arial" panose="020B0604020202020204" pitchFamily="34" charset="0"/>
              <a:buChar char="•"/>
            </a:pPr>
            <a:r>
              <a:rPr lang="en-US" altLang="en-US" sz="2800">
                <a:latin typeface="Calibri" panose="020F0502020204030204" pitchFamily="34" charset="0"/>
              </a:rPr>
              <a:t>HTML tags normally </a:t>
            </a:r>
            <a:r>
              <a:rPr lang="en-US" altLang="en-US" sz="2800" b="1">
                <a:latin typeface="Calibri" panose="020F0502020204030204" pitchFamily="34" charset="0"/>
              </a:rPr>
              <a:t>come in pairs</a:t>
            </a:r>
            <a:r>
              <a:rPr lang="en-US" altLang="en-US" sz="2800">
                <a:latin typeface="Calibri" panose="020F0502020204030204" pitchFamily="34" charset="0"/>
              </a:rPr>
              <a:t> like &lt;b&gt; and &lt;/b&gt; </a:t>
            </a:r>
          </a:p>
          <a:p>
            <a:pPr>
              <a:buClrTx/>
              <a:buSzTx/>
              <a:buFont typeface="Arial" panose="020B0604020202020204" pitchFamily="34" charset="0"/>
              <a:buChar char="•"/>
            </a:pPr>
            <a:r>
              <a:rPr lang="en-US" altLang="en-US" sz="2800">
                <a:latin typeface="Calibri" panose="020F0502020204030204" pitchFamily="34" charset="0"/>
              </a:rPr>
              <a:t>The first tag in a pair is the </a:t>
            </a:r>
            <a:r>
              <a:rPr lang="en-US" altLang="en-US" sz="2800" b="1">
                <a:latin typeface="Calibri" panose="020F0502020204030204" pitchFamily="34" charset="0"/>
              </a:rPr>
              <a:t>start tag,</a:t>
            </a:r>
            <a:r>
              <a:rPr lang="en-US" altLang="en-US" sz="2800">
                <a:latin typeface="Calibri" panose="020F0502020204030204" pitchFamily="34" charset="0"/>
              </a:rPr>
              <a:t> the second tag is the </a:t>
            </a:r>
            <a:r>
              <a:rPr lang="en-US" altLang="en-US" sz="2800" b="1">
                <a:latin typeface="Calibri" panose="020F0502020204030204" pitchFamily="34" charset="0"/>
              </a:rPr>
              <a:t>end tag</a:t>
            </a:r>
            <a:r>
              <a:rPr lang="en-US" altLang="en-US" sz="2800">
                <a:latin typeface="Calibri" panose="020F0502020204030204" pitchFamily="34" charset="0"/>
              </a:rPr>
              <a:t> </a:t>
            </a:r>
          </a:p>
          <a:p>
            <a:pPr>
              <a:buClrTx/>
              <a:buSzTx/>
              <a:buFont typeface="Arial" panose="020B0604020202020204" pitchFamily="34" charset="0"/>
              <a:buChar char="•"/>
            </a:pPr>
            <a:r>
              <a:rPr lang="en-US" altLang="en-US" sz="2800">
                <a:latin typeface="Calibri" panose="020F0502020204030204" pitchFamily="34" charset="0"/>
              </a:rPr>
              <a:t>Start and end tags are also called </a:t>
            </a:r>
            <a:r>
              <a:rPr lang="en-US" altLang="en-US" sz="2800" b="1">
                <a:latin typeface="Calibri" panose="020F0502020204030204" pitchFamily="34" charset="0"/>
              </a:rPr>
              <a:t>opening tags</a:t>
            </a:r>
            <a:r>
              <a:rPr lang="en-US" altLang="en-US" sz="2800">
                <a:latin typeface="Calibri" panose="020F0502020204030204" pitchFamily="34" charset="0"/>
              </a:rPr>
              <a:t> and </a:t>
            </a:r>
            <a:r>
              <a:rPr lang="en-US" altLang="en-US" sz="2800" b="1">
                <a:latin typeface="Calibri" panose="020F0502020204030204" pitchFamily="34" charset="0"/>
              </a:rPr>
              <a:t>closing tags</a:t>
            </a:r>
            <a:r>
              <a:rPr lang="en-US" altLang="en-US" sz="2800">
                <a:latin typeface="Calibri" panose="020F0502020204030204" pitchFamily="34" charset="0"/>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Footer Placeholder 4">
            <a:extLst>
              <a:ext uri="{FF2B5EF4-FFF2-40B4-BE49-F238E27FC236}">
                <a16:creationId xmlns:a16="http://schemas.microsoft.com/office/drawing/2014/main" id="{44A53B29-0405-E388-E0F2-9CEE2EC9F314}"/>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latin typeface="Arial" panose="020B0604020202020204" pitchFamily="34" charset="0"/>
              </a:rPr>
              <a:t>AdvJ Session1,2 –Servlet, Web application</a:t>
            </a:r>
          </a:p>
        </p:txBody>
      </p:sp>
      <p:sp>
        <p:nvSpPr>
          <p:cNvPr id="7171" name="Slide Number Placeholder 5">
            <a:extLst>
              <a:ext uri="{FF2B5EF4-FFF2-40B4-BE49-F238E27FC236}">
                <a16:creationId xmlns:a16="http://schemas.microsoft.com/office/drawing/2014/main" id="{3737D2BF-218A-55C0-4B78-54A6D16FACD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F55300D-D8FB-477D-86C7-9A93601BD282}" type="slidenum">
              <a:rPr lang="en-US" altLang="en-US" sz="1200" smtClean="0">
                <a:solidFill>
                  <a:srgbClr val="898989"/>
                </a:solidFill>
                <a:latin typeface="Arial" panose="020B0604020202020204" pitchFamily="34" charset="0"/>
              </a:rPr>
              <a:pPr>
                <a:spcBef>
                  <a:spcPct val="0"/>
                </a:spcBef>
                <a:buFontTx/>
                <a:buNone/>
              </a:pPr>
              <a:t>5</a:t>
            </a:fld>
            <a:r>
              <a:rPr lang="en-US" altLang="en-US" sz="1200">
                <a:solidFill>
                  <a:srgbClr val="898989"/>
                </a:solidFill>
                <a:latin typeface="Arial" panose="020B0604020202020204" pitchFamily="34" charset="0"/>
              </a:rPr>
              <a:t>/41</a:t>
            </a:r>
          </a:p>
        </p:txBody>
      </p:sp>
      <p:sp>
        <p:nvSpPr>
          <p:cNvPr id="7172" name="Rectangle 2">
            <a:extLst>
              <a:ext uri="{FF2B5EF4-FFF2-40B4-BE49-F238E27FC236}">
                <a16:creationId xmlns:a16="http://schemas.microsoft.com/office/drawing/2014/main" id="{858D0C3A-3AB5-69EF-B0A6-4B5B6783C68A}"/>
              </a:ext>
            </a:extLst>
          </p:cNvPr>
          <p:cNvSpPr>
            <a:spLocks noGrp="1"/>
          </p:cNvSpPr>
          <p:nvPr>
            <p:ph type="title"/>
          </p:nvPr>
        </p:nvSpPr>
        <p:spPr/>
        <p:txBody>
          <a:bodyPr/>
          <a:lstStyle/>
          <a:p>
            <a:r>
              <a:rPr lang="en-US" altLang="en-US">
                <a:latin typeface="Calibri" panose="020F0502020204030204" pitchFamily="34" charset="0"/>
              </a:rPr>
              <a:t>HTML Documents = Web Pages </a:t>
            </a:r>
          </a:p>
        </p:txBody>
      </p:sp>
      <p:sp>
        <p:nvSpPr>
          <p:cNvPr id="7173" name="Rectangle 3">
            <a:extLst>
              <a:ext uri="{FF2B5EF4-FFF2-40B4-BE49-F238E27FC236}">
                <a16:creationId xmlns:a16="http://schemas.microsoft.com/office/drawing/2014/main" id="{7436DEC5-C11F-16A7-E731-37D5DB0073EC}"/>
              </a:ext>
            </a:extLst>
          </p:cNvPr>
          <p:cNvSpPr>
            <a:spLocks noGrp="1"/>
          </p:cNvSpPr>
          <p:nvPr>
            <p:ph type="body" idx="1"/>
          </p:nvPr>
        </p:nvSpPr>
        <p:spPr/>
        <p:txBody>
          <a:bodyPr/>
          <a:lstStyle/>
          <a:p>
            <a:pPr>
              <a:buClrTx/>
              <a:buSzTx/>
              <a:buFont typeface="Arial" panose="020B0604020202020204" pitchFamily="34" charset="0"/>
              <a:buChar char="•"/>
            </a:pPr>
            <a:r>
              <a:rPr lang="en-US" altLang="en-US">
                <a:latin typeface="Calibri" panose="020F0502020204030204" pitchFamily="34" charset="0"/>
              </a:rPr>
              <a:t>HTML documents </a:t>
            </a:r>
            <a:r>
              <a:rPr lang="en-US" altLang="en-US" b="1">
                <a:latin typeface="Calibri" panose="020F0502020204030204" pitchFamily="34" charset="0"/>
              </a:rPr>
              <a:t>describe web pages</a:t>
            </a:r>
            <a:r>
              <a:rPr lang="en-US" altLang="en-US">
                <a:latin typeface="Calibri" panose="020F0502020204030204" pitchFamily="34" charset="0"/>
              </a:rPr>
              <a:t> </a:t>
            </a:r>
          </a:p>
          <a:p>
            <a:pPr>
              <a:buClrTx/>
              <a:buSzTx/>
              <a:buFont typeface="Arial" panose="020B0604020202020204" pitchFamily="34" charset="0"/>
              <a:buChar char="•"/>
            </a:pPr>
            <a:r>
              <a:rPr lang="en-US" altLang="en-US">
                <a:latin typeface="Calibri" panose="020F0502020204030204" pitchFamily="34" charset="0"/>
              </a:rPr>
              <a:t>HTML documents </a:t>
            </a:r>
            <a:r>
              <a:rPr lang="en-US" altLang="en-US" b="1">
                <a:latin typeface="Calibri" panose="020F0502020204030204" pitchFamily="34" charset="0"/>
              </a:rPr>
              <a:t>contain HTML tags</a:t>
            </a:r>
            <a:r>
              <a:rPr lang="en-US" altLang="en-US">
                <a:latin typeface="Calibri" panose="020F0502020204030204" pitchFamily="34" charset="0"/>
              </a:rPr>
              <a:t> and plain text </a:t>
            </a:r>
          </a:p>
          <a:p>
            <a:pPr>
              <a:buClrTx/>
              <a:buSzTx/>
              <a:buFont typeface="Arial" panose="020B0604020202020204" pitchFamily="34" charset="0"/>
              <a:buChar char="•"/>
            </a:pPr>
            <a:r>
              <a:rPr lang="en-US" altLang="en-US">
                <a:latin typeface="Calibri" panose="020F0502020204030204" pitchFamily="34" charset="0"/>
              </a:rPr>
              <a:t>HTML documents are also </a:t>
            </a:r>
            <a:r>
              <a:rPr lang="en-US" altLang="en-US" b="1">
                <a:latin typeface="Calibri" panose="020F0502020204030204" pitchFamily="34" charset="0"/>
              </a:rPr>
              <a:t>called web pages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4">
            <a:extLst>
              <a:ext uri="{FF2B5EF4-FFF2-40B4-BE49-F238E27FC236}">
                <a16:creationId xmlns:a16="http://schemas.microsoft.com/office/drawing/2014/main" id="{8E48E471-EE97-4FCB-6E46-1E52509ADB51}"/>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latin typeface="Arial" panose="020B0604020202020204" pitchFamily="34" charset="0"/>
              </a:rPr>
              <a:t>AdvJ Session1,2 –Servlet, Web application</a:t>
            </a:r>
          </a:p>
        </p:txBody>
      </p:sp>
      <p:sp>
        <p:nvSpPr>
          <p:cNvPr id="8195" name="Slide Number Placeholder 5">
            <a:extLst>
              <a:ext uri="{FF2B5EF4-FFF2-40B4-BE49-F238E27FC236}">
                <a16:creationId xmlns:a16="http://schemas.microsoft.com/office/drawing/2014/main" id="{2C0E92C6-115D-18C6-3814-C87574B58D4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AFD6B42-B93E-4656-B7B8-339DEF26F70C}" type="slidenum">
              <a:rPr lang="en-US" altLang="en-US" sz="1200" smtClean="0">
                <a:solidFill>
                  <a:srgbClr val="898989"/>
                </a:solidFill>
                <a:latin typeface="Arial" panose="020B0604020202020204" pitchFamily="34" charset="0"/>
              </a:rPr>
              <a:pPr>
                <a:spcBef>
                  <a:spcPct val="0"/>
                </a:spcBef>
                <a:buFontTx/>
                <a:buNone/>
              </a:pPr>
              <a:t>6</a:t>
            </a:fld>
            <a:r>
              <a:rPr lang="en-US" altLang="en-US" sz="1200">
                <a:solidFill>
                  <a:srgbClr val="898989"/>
                </a:solidFill>
                <a:latin typeface="Arial" panose="020B0604020202020204" pitchFamily="34" charset="0"/>
              </a:rPr>
              <a:t>/41</a:t>
            </a:r>
          </a:p>
        </p:txBody>
      </p:sp>
      <p:sp>
        <p:nvSpPr>
          <p:cNvPr id="8196" name="Rectangle 2">
            <a:extLst>
              <a:ext uri="{FF2B5EF4-FFF2-40B4-BE49-F238E27FC236}">
                <a16:creationId xmlns:a16="http://schemas.microsoft.com/office/drawing/2014/main" id="{B840CB9F-B94D-AF4D-880F-78626B839D7E}"/>
              </a:ext>
            </a:extLst>
          </p:cNvPr>
          <p:cNvSpPr>
            <a:spLocks noGrp="1"/>
          </p:cNvSpPr>
          <p:nvPr>
            <p:ph type="title"/>
          </p:nvPr>
        </p:nvSpPr>
        <p:spPr/>
        <p:txBody>
          <a:bodyPr/>
          <a:lstStyle/>
          <a:p>
            <a:r>
              <a:rPr lang="en-US" altLang="en-US">
                <a:latin typeface="Calibri" panose="020F0502020204030204" pitchFamily="34" charset="0"/>
              </a:rPr>
              <a:t>Web browser </a:t>
            </a:r>
          </a:p>
        </p:txBody>
      </p:sp>
      <p:sp>
        <p:nvSpPr>
          <p:cNvPr id="8197" name="Rectangle 3">
            <a:extLst>
              <a:ext uri="{FF2B5EF4-FFF2-40B4-BE49-F238E27FC236}">
                <a16:creationId xmlns:a16="http://schemas.microsoft.com/office/drawing/2014/main" id="{EC5B2EEC-72FA-E8A5-B31A-C2216F8E9FA5}"/>
              </a:ext>
            </a:extLst>
          </p:cNvPr>
          <p:cNvSpPr>
            <a:spLocks noGrp="1"/>
          </p:cNvSpPr>
          <p:nvPr>
            <p:ph type="body" idx="1"/>
          </p:nvPr>
        </p:nvSpPr>
        <p:spPr/>
        <p:txBody>
          <a:bodyPr/>
          <a:lstStyle/>
          <a:p>
            <a:pPr>
              <a:buClrTx/>
              <a:buSzTx/>
              <a:buFont typeface="Arial" panose="020B0604020202020204" pitchFamily="34" charset="0"/>
              <a:buChar char="•"/>
            </a:pPr>
            <a:r>
              <a:rPr lang="en-US" altLang="en-US">
                <a:latin typeface="Calibri" panose="020F0502020204030204" pitchFamily="34" charset="0"/>
              </a:rPr>
              <a:t>The purpose of a web browser (like Internet Explorer or Firefox) is to read HTML documents and display them as web pages. </a:t>
            </a:r>
          </a:p>
          <a:p>
            <a:pPr>
              <a:buClrTx/>
              <a:buSzTx/>
              <a:buFont typeface="Arial" panose="020B0604020202020204" pitchFamily="34" charset="0"/>
              <a:buChar char="•"/>
            </a:pPr>
            <a:r>
              <a:rPr lang="en-US" altLang="en-US">
                <a:latin typeface="Calibri" panose="020F0502020204030204" pitchFamily="34" charset="0"/>
              </a:rPr>
              <a:t>The browser does not display the HTML tags, but uses the tags to </a:t>
            </a:r>
            <a:r>
              <a:rPr lang="en-US" altLang="en-US" b="1" u="sng">
                <a:latin typeface="Calibri" panose="020F0502020204030204" pitchFamily="34" charset="0"/>
              </a:rPr>
              <a:t>interpret</a:t>
            </a:r>
            <a:r>
              <a:rPr lang="en-US" altLang="en-US">
                <a:latin typeface="Calibri" panose="020F0502020204030204" pitchFamily="34" charset="0"/>
              </a:rPr>
              <a:t> the content of the page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ooter Placeholder 4">
            <a:extLst>
              <a:ext uri="{FF2B5EF4-FFF2-40B4-BE49-F238E27FC236}">
                <a16:creationId xmlns:a16="http://schemas.microsoft.com/office/drawing/2014/main" id="{51307B16-3E9B-BDB1-8257-55A24D80D3F6}"/>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latin typeface="Arial" panose="020B0604020202020204" pitchFamily="34" charset="0"/>
              </a:rPr>
              <a:t>AdvJ Session1,2 –Servlet, Web application</a:t>
            </a:r>
          </a:p>
        </p:txBody>
      </p:sp>
      <p:sp>
        <p:nvSpPr>
          <p:cNvPr id="9219" name="Slide Number Placeholder 5">
            <a:extLst>
              <a:ext uri="{FF2B5EF4-FFF2-40B4-BE49-F238E27FC236}">
                <a16:creationId xmlns:a16="http://schemas.microsoft.com/office/drawing/2014/main" id="{22353D45-E549-C96A-E7CD-0932D65238D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4AF84DF-410A-4D45-821C-71AB2E2E284E}" type="slidenum">
              <a:rPr lang="en-US" altLang="en-US" sz="1200" smtClean="0">
                <a:solidFill>
                  <a:srgbClr val="898989"/>
                </a:solidFill>
                <a:latin typeface="Arial" panose="020B0604020202020204" pitchFamily="34" charset="0"/>
              </a:rPr>
              <a:pPr>
                <a:spcBef>
                  <a:spcPct val="0"/>
                </a:spcBef>
                <a:buFontTx/>
                <a:buNone/>
              </a:pPr>
              <a:t>7</a:t>
            </a:fld>
            <a:r>
              <a:rPr lang="en-US" altLang="en-US" sz="1200">
                <a:solidFill>
                  <a:srgbClr val="898989"/>
                </a:solidFill>
                <a:latin typeface="Arial" panose="020B0604020202020204" pitchFamily="34" charset="0"/>
              </a:rPr>
              <a:t>/41</a:t>
            </a:r>
          </a:p>
        </p:txBody>
      </p:sp>
      <p:sp>
        <p:nvSpPr>
          <p:cNvPr id="9220" name="Rectangle 2">
            <a:extLst>
              <a:ext uri="{FF2B5EF4-FFF2-40B4-BE49-F238E27FC236}">
                <a16:creationId xmlns:a16="http://schemas.microsoft.com/office/drawing/2014/main" id="{C3F2E109-AEC9-51AE-9326-B5877513C8A0}"/>
              </a:ext>
            </a:extLst>
          </p:cNvPr>
          <p:cNvSpPr>
            <a:spLocks noGrp="1"/>
          </p:cNvSpPr>
          <p:nvPr>
            <p:ph type="title"/>
          </p:nvPr>
        </p:nvSpPr>
        <p:spPr/>
        <p:txBody>
          <a:bodyPr/>
          <a:lstStyle/>
          <a:p>
            <a:r>
              <a:rPr lang="en-US" altLang="en-US">
                <a:latin typeface="Calibri" panose="020F0502020204030204" pitchFamily="34" charset="0"/>
              </a:rPr>
              <a:t>Web page example</a:t>
            </a:r>
          </a:p>
        </p:txBody>
      </p:sp>
      <p:sp>
        <p:nvSpPr>
          <p:cNvPr id="9221" name="Rectangle 3">
            <a:extLst>
              <a:ext uri="{FF2B5EF4-FFF2-40B4-BE49-F238E27FC236}">
                <a16:creationId xmlns:a16="http://schemas.microsoft.com/office/drawing/2014/main" id="{47517779-495C-E2AF-D095-4D177BB6F4D5}"/>
              </a:ext>
            </a:extLst>
          </p:cNvPr>
          <p:cNvSpPr>
            <a:spLocks noGrp="1"/>
          </p:cNvSpPr>
          <p:nvPr>
            <p:ph type="body" idx="1"/>
          </p:nvPr>
        </p:nvSpPr>
        <p:spPr>
          <a:xfrm>
            <a:off x="457200" y="1600200"/>
            <a:ext cx="8229600" cy="3352800"/>
          </a:xfrm>
        </p:spPr>
        <p:txBody>
          <a:bodyPr/>
          <a:lstStyle/>
          <a:p>
            <a:pPr>
              <a:lnSpc>
                <a:spcPct val="80000"/>
              </a:lnSpc>
              <a:buClrTx/>
              <a:buSzTx/>
              <a:buFont typeface="Arial" panose="020B0604020202020204" pitchFamily="34" charset="0"/>
              <a:buNone/>
            </a:pPr>
            <a:r>
              <a:rPr lang="en-US" altLang="en-US" sz="2000">
                <a:latin typeface="Calibri" panose="020F0502020204030204" pitchFamily="34" charset="0"/>
              </a:rPr>
              <a:t>	&lt;html&gt;</a:t>
            </a:r>
            <a:br>
              <a:rPr lang="en-US" altLang="en-US" sz="2000">
                <a:latin typeface="Calibri" panose="020F0502020204030204" pitchFamily="34" charset="0"/>
              </a:rPr>
            </a:br>
            <a:r>
              <a:rPr lang="en-US" altLang="en-US" sz="2000">
                <a:latin typeface="Calibri" panose="020F0502020204030204" pitchFamily="34" charset="0"/>
              </a:rPr>
              <a:t>	&lt;body&gt;</a:t>
            </a:r>
            <a:br>
              <a:rPr lang="en-US" altLang="en-US" sz="2000">
                <a:latin typeface="Calibri" panose="020F0502020204030204" pitchFamily="34" charset="0"/>
              </a:rPr>
            </a:br>
            <a:br>
              <a:rPr lang="en-US" altLang="en-US" sz="2000">
                <a:latin typeface="Calibri" panose="020F0502020204030204" pitchFamily="34" charset="0"/>
              </a:rPr>
            </a:br>
            <a:r>
              <a:rPr lang="en-US" altLang="en-US" sz="2000">
                <a:latin typeface="Calibri" panose="020F0502020204030204" pitchFamily="34" charset="0"/>
              </a:rPr>
              <a:t>		&lt;h1&gt;My First Heading&lt;/h1&gt;</a:t>
            </a:r>
            <a:br>
              <a:rPr lang="en-US" altLang="en-US" sz="2000">
                <a:latin typeface="Calibri" panose="020F0502020204030204" pitchFamily="34" charset="0"/>
              </a:rPr>
            </a:br>
            <a:br>
              <a:rPr lang="en-US" altLang="en-US" sz="2000">
                <a:latin typeface="Calibri" panose="020F0502020204030204" pitchFamily="34" charset="0"/>
              </a:rPr>
            </a:br>
            <a:r>
              <a:rPr lang="en-US" altLang="en-US" sz="2000">
                <a:latin typeface="Calibri" panose="020F0502020204030204" pitchFamily="34" charset="0"/>
              </a:rPr>
              <a:t>		&lt;p&gt;My first paragraph&lt;/p&gt;</a:t>
            </a:r>
            <a:br>
              <a:rPr lang="en-US" altLang="en-US" sz="2000">
                <a:latin typeface="Calibri" panose="020F0502020204030204" pitchFamily="34" charset="0"/>
              </a:rPr>
            </a:br>
            <a:endParaRPr lang="en-US" altLang="en-US" sz="2000">
              <a:latin typeface="Calibri" panose="020F0502020204030204" pitchFamily="34" charset="0"/>
            </a:endParaRPr>
          </a:p>
          <a:p>
            <a:pPr>
              <a:lnSpc>
                <a:spcPct val="80000"/>
              </a:lnSpc>
              <a:buClrTx/>
              <a:buSzTx/>
              <a:buFont typeface="Arial" panose="020B0604020202020204" pitchFamily="34" charset="0"/>
              <a:buNone/>
            </a:pPr>
            <a:r>
              <a:rPr lang="en-US" altLang="en-US" sz="2000">
                <a:latin typeface="Calibri" panose="020F0502020204030204" pitchFamily="34" charset="0"/>
              </a:rPr>
              <a:t>			&lt;a href=“http:\\cms.fpt.edu.vn”&gt;Studying place&lt;/a&gt;	&lt;/body&gt;</a:t>
            </a:r>
            <a:br>
              <a:rPr lang="en-US" altLang="en-US" sz="2000">
                <a:latin typeface="Calibri" panose="020F0502020204030204" pitchFamily="34" charset="0"/>
              </a:rPr>
            </a:br>
            <a:r>
              <a:rPr lang="en-US" altLang="en-US" sz="2000">
                <a:latin typeface="Calibri" panose="020F0502020204030204" pitchFamily="34" charset="0"/>
              </a:rPr>
              <a:t>&lt;/html&gt;</a:t>
            </a:r>
            <a:br>
              <a:rPr lang="en-US" altLang="en-US" sz="2000">
                <a:latin typeface="Calibri" panose="020F0502020204030204" pitchFamily="34" charset="0"/>
              </a:rPr>
            </a:br>
            <a:endParaRPr lang="en-US" altLang="en-US" sz="2000">
              <a:latin typeface="Calibri" panose="020F050202020403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oter Placeholder 4">
            <a:extLst>
              <a:ext uri="{FF2B5EF4-FFF2-40B4-BE49-F238E27FC236}">
                <a16:creationId xmlns:a16="http://schemas.microsoft.com/office/drawing/2014/main" id="{16E6EDAE-F18D-5418-152E-3A8ECE9910B0}"/>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latin typeface="Arial" panose="020B0604020202020204" pitchFamily="34" charset="0"/>
              </a:rPr>
              <a:t>AdvJ Session1,2 –Servlet, Web application</a:t>
            </a:r>
          </a:p>
        </p:txBody>
      </p:sp>
      <p:sp>
        <p:nvSpPr>
          <p:cNvPr id="10243" name="Slide Number Placeholder 5">
            <a:extLst>
              <a:ext uri="{FF2B5EF4-FFF2-40B4-BE49-F238E27FC236}">
                <a16:creationId xmlns:a16="http://schemas.microsoft.com/office/drawing/2014/main" id="{24C53B37-7690-2E28-C008-2C4EDB1C0B1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6088B2A0-355D-4965-91E2-38774153CD03}" type="slidenum">
              <a:rPr lang="en-US" altLang="en-US" sz="1200" smtClean="0">
                <a:solidFill>
                  <a:srgbClr val="898989"/>
                </a:solidFill>
                <a:latin typeface="Arial" panose="020B0604020202020204" pitchFamily="34" charset="0"/>
              </a:rPr>
              <a:pPr>
                <a:spcBef>
                  <a:spcPct val="0"/>
                </a:spcBef>
                <a:buFontTx/>
                <a:buNone/>
              </a:pPr>
              <a:t>8</a:t>
            </a:fld>
            <a:r>
              <a:rPr lang="en-US" altLang="en-US" sz="1200">
                <a:solidFill>
                  <a:srgbClr val="898989"/>
                </a:solidFill>
                <a:latin typeface="Arial" panose="020B0604020202020204" pitchFamily="34" charset="0"/>
              </a:rPr>
              <a:t>/41</a:t>
            </a:r>
          </a:p>
        </p:txBody>
      </p:sp>
      <p:sp>
        <p:nvSpPr>
          <p:cNvPr id="10244" name="Rectangle 2">
            <a:extLst>
              <a:ext uri="{FF2B5EF4-FFF2-40B4-BE49-F238E27FC236}">
                <a16:creationId xmlns:a16="http://schemas.microsoft.com/office/drawing/2014/main" id="{27CF666E-8353-36A8-C741-8E9923C5834E}"/>
              </a:ext>
            </a:extLst>
          </p:cNvPr>
          <p:cNvSpPr>
            <a:spLocks noGrp="1"/>
          </p:cNvSpPr>
          <p:nvPr>
            <p:ph type="title"/>
          </p:nvPr>
        </p:nvSpPr>
        <p:spPr/>
        <p:txBody>
          <a:bodyPr/>
          <a:lstStyle/>
          <a:p>
            <a:r>
              <a:rPr lang="en-US" altLang="en-US">
                <a:latin typeface="Calibri" panose="020F0502020204030204" pitchFamily="34" charset="0"/>
              </a:rPr>
              <a:t>What a Servlet is</a:t>
            </a:r>
          </a:p>
        </p:txBody>
      </p:sp>
      <p:sp>
        <p:nvSpPr>
          <p:cNvPr id="10245" name="Rectangle 3">
            <a:extLst>
              <a:ext uri="{FF2B5EF4-FFF2-40B4-BE49-F238E27FC236}">
                <a16:creationId xmlns:a16="http://schemas.microsoft.com/office/drawing/2014/main" id="{B0DF2F25-0D21-4CD5-6029-B63340C3B9C2}"/>
              </a:ext>
            </a:extLst>
          </p:cNvPr>
          <p:cNvSpPr>
            <a:spLocks noGrp="1"/>
          </p:cNvSpPr>
          <p:nvPr>
            <p:ph type="body" idx="1"/>
          </p:nvPr>
        </p:nvSpPr>
        <p:spPr/>
        <p:txBody>
          <a:bodyPr/>
          <a:lstStyle/>
          <a:p>
            <a:pPr>
              <a:lnSpc>
                <a:spcPct val="90000"/>
              </a:lnSpc>
              <a:buClrTx/>
              <a:buSzTx/>
              <a:buFont typeface="Arial" panose="020B0604020202020204" pitchFamily="34" charset="0"/>
              <a:buChar char="•"/>
            </a:pPr>
            <a:r>
              <a:rPr lang="en-US" altLang="en-US"/>
              <a:t>Servlets are </a:t>
            </a:r>
            <a:r>
              <a:rPr lang="en-US" altLang="en-US" u="sng"/>
              <a:t>small Java programs that run on a Web server</a:t>
            </a:r>
            <a:r>
              <a:rPr lang="en-US" altLang="en-US"/>
              <a:t> and help to build dynamic Web pages.</a:t>
            </a:r>
          </a:p>
          <a:p>
            <a:pPr>
              <a:lnSpc>
                <a:spcPct val="90000"/>
              </a:lnSpc>
              <a:buClrTx/>
              <a:buSzTx/>
              <a:buFont typeface="Arial" panose="020B0604020202020204" pitchFamily="34" charset="0"/>
              <a:buChar char="•"/>
            </a:pPr>
            <a:r>
              <a:rPr lang="en-US" altLang="en-US"/>
              <a:t>Servlets </a:t>
            </a:r>
            <a:r>
              <a:rPr lang="en-US" altLang="en-US" u="sng"/>
              <a:t>receive</a:t>
            </a:r>
            <a:r>
              <a:rPr lang="en-US" altLang="en-US"/>
              <a:t> and </a:t>
            </a:r>
            <a:r>
              <a:rPr lang="en-US" altLang="en-US" u="sng"/>
              <a:t>respond</a:t>
            </a:r>
            <a:r>
              <a:rPr lang="en-US" altLang="en-US"/>
              <a:t> to requests from Web clients, usually across HTTP, the HyperText Transfer Protocol. </a:t>
            </a:r>
          </a:p>
          <a:p>
            <a:pPr>
              <a:lnSpc>
                <a:spcPct val="90000"/>
              </a:lnSpc>
              <a:buClrTx/>
              <a:buSzTx/>
              <a:buFont typeface="Arial" panose="020B0604020202020204" pitchFamily="34" charset="0"/>
              <a:buChar char="•"/>
            </a:pPr>
            <a:r>
              <a:rPr lang="en-US" altLang="en-US"/>
              <a:t>Java Servlet technology was created as a portable way to provide </a:t>
            </a:r>
            <a:r>
              <a:rPr lang="en-US" altLang="en-US" u="sng"/>
              <a:t>dynamic</a:t>
            </a:r>
            <a:r>
              <a:rPr lang="en-US" altLang="en-US"/>
              <a:t>, </a:t>
            </a:r>
            <a:r>
              <a:rPr lang="en-US" altLang="en-US" u="sng"/>
              <a:t>user-oriented content</a:t>
            </a:r>
            <a:r>
              <a:rPr lang="en-US" altLang="en-US"/>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ooter Placeholder 4">
            <a:extLst>
              <a:ext uri="{FF2B5EF4-FFF2-40B4-BE49-F238E27FC236}">
                <a16:creationId xmlns:a16="http://schemas.microsoft.com/office/drawing/2014/main" id="{9FFCEFBF-0D34-E96E-2AC7-22F7EC5DBF51}"/>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latin typeface="Arial" panose="020B0604020202020204" pitchFamily="34" charset="0"/>
              </a:rPr>
              <a:t>AdvJ Session1,2 –Servlet, Web application</a:t>
            </a:r>
          </a:p>
        </p:txBody>
      </p:sp>
      <p:sp>
        <p:nvSpPr>
          <p:cNvPr id="11267" name="Slide Number Placeholder 5">
            <a:extLst>
              <a:ext uri="{FF2B5EF4-FFF2-40B4-BE49-F238E27FC236}">
                <a16:creationId xmlns:a16="http://schemas.microsoft.com/office/drawing/2014/main" id="{76DF2A1E-137B-1777-B908-5D61BD1D6A7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8B14AD4-CAC1-4439-867B-819235C3609B}" type="slidenum">
              <a:rPr lang="en-US" altLang="en-US" sz="1200" smtClean="0">
                <a:solidFill>
                  <a:srgbClr val="898989"/>
                </a:solidFill>
                <a:latin typeface="Arial" panose="020B0604020202020204" pitchFamily="34" charset="0"/>
              </a:rPr>
              <a:pPr>
                <a:spcBef>
                  <a:spcPct val="0"/>
                </a:spcBef>
                <a:buFontTx/>
                <a:buNone/>
              </a:pPr>
              <a:t>9</a:t>
            </a:fld>
            <a:r>
              <a:rPr lang="en-US" altLang="en-US" sz="1200">
                <a:solidFill>
                  <a:srgbClr val="898989"/>
                </a:solidFill>
                <a:latin typeface="Arial" panose="020B0604020202020204" pitchFamily="34" charset="0"/>
              </a:rPr>
              <a:t>/41</a:t>
            </a:r>
          </a:p>
        </p:txBody>
      </p:sp>
      <p:sp>
        <p:nvSpPr>
          <p:cNvPr id="11268" name="Rectangle 2">
            <a:extLst>
              <a:ext uri="{FF2B5EF4-FFF2-40B4-BE49-F238E27FC236}">
                <a16:creationId xmlns:a16="http://schemas.microsoft.com/office/drawing/2014/main" id="{C9DEEA59-D453-50AD-1E3D-27084F731185}"/>
              </a:ext>
            </a:extLst>
          </p:cNvPr>
          <p:cNvSpPr>
            <a:spLocks noGrp="1"/>
          </p:cNvSpPr>
          <p:nvPr>
            <p:ph type="title"/>
          </p:nvPr>
        </p:nvSpPr>
        <p:spPr/>
        <p:txBody>
          <a:bodyPr/>
          <a:lstStyle/>
          <a:p>
            <a:r>
              <a:rPr lang="en-US" altLang="en-US">
                <a:latin typeface="Calibri" panose="020F0502020204030204" pitchFamily="34" charset="0"/>
              </a:rPr>
              <a:t>What a Servlet is...</a:t>
            </a:r>
          </a:p>
        </p:txBody>
      </p:sp>
      <p:sp>
        <p:nvSpPr>
          <p:cNvPr id="11269" name="Oval 4">
            <a:extLst>
              <a:ext uri="{FF2B5EF4-FFF2-40B4-BE49-F238E27FC236}">
                <a16:creationId xmlns:a16="http://schemas.microsoft.com/office/drawing/2014/main" id="{FD705BF7-92A0-222E-49B3-FEDB065C3516}"/>
              </a:ext>
            </a:extLst>
          </p:cNvPr>
          <p:cNvSpPr>
            <a:spLocks noChangeArrowheads="1"/>
          </p:cNvSpPr>
          <p:nvPr/>
        </p:nvSpPr>
        <p:spPr bwMode="auto">
          <a:xfrm>
            <a:off x="7315200" y="3810000"/>
            <a:ext cx="457200" cy="381000"/>
          </a:xfrm>
          <a:prstGeom prst="ellipse">
            <a:avLst/>
          </a:prstGeom>
          <a:solidFill>
            <a:srgbClr val="FFCC00"/>
          </a:solidFill>
          <a:ln w="9525">
            <a:solidFill>
              <a:srgbClr val="000000"/>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1270" name="AutoShape 5">
            <a:extLst>
              <a:ext uri="{FF2B5EF4-FFF2-40B4-BE49-F238E27FC236}">
                <a16:creationId xmlns:a16="http://schemas.microsoft.com/office/drawing/2014/main" id="{A78D25F8-29ED-4975-46C4-C8B00E5D2AD2}"/>
              </a:ext>
            </a:extLst>
          </p:cNvPr>
          <p:cNvSpPr>
            <a:spLocks noChangeArrowheads="1"/>
          </p:cNvSpPr>
          <p:nvPr/>
        </p:nvSpPr>
        <p:spPr bwMode="auto">
          <a:xfrm>
            <a:off x="609600" y="1066800"/>
            <a:ext cx="8534400" cy="3200400"/>
          </a:xfrm>
          <a:prstGeom prst="irregularSeal1">
            <a:avLst/>
          </a:prstGeom>
          <a:solidFill>
            <a:srgbClr val="C0C0C0"/>
          </a:solidFill>
          <a:ln w="9525">
            <a:solidFill>
              <a:srgbClr val="000000"/>
            </a:solidFill>
            <a:miter lim="800000"/>
            <a:headEnd/>
            <a:tailEnd/>
          </a:ln>
          <a:effectLst>
            <a:outerShdw dist="127633" dir="5742636" algn="ctr" rotWithShape="0">
              <a:srgbClr val="993300"/>
            </a:outerShdw>
          </a:effec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FontTx/>
              <a:buNone/>
            </a:pPr>
            <a:endParaRPr lang="en-US" altLang="en-US" sz="1600" b="1">
              <a:solidFill>
                <a:srgbClr val="0000FF"/>
              </a:solidFill>
              <a:latin typeface="Courier New" panose="02070309020205020404" pitchFamily="49" charset="0"/>
            </a:endParaRPr>
          </a:p>
        </p:txBody>
      </p:sp>
      <p:sp>
        <p:nvSpPr>
          <p:cNvPr id="11271" name="AutoShape 6">
            <a:extLst>
              <a:ext uri="{FF2B5EF4-FFF2-40B4-BE49-F238E27FC236}">
                <a16:creationId xmlns:a16="http://schemas.microsoft.com/office/drawing/2014/main" id="{88A68774-993C-0D43-C42B-7C9A0ABC4423}"/>
              </a:ext>
            </a:extLst>
          </p:cNvPr>
          <p:cNvSpPr>
            <a:spLocks noChangeArrowheads="1"/>
          </p:cNvSpPr>
          <p:nvPr/>
        </p:nvSpPr>
        <p:spPr bwMode="auto">
          <a:xfrm>
            <a:off x="838200" y="2133600"/>
            <a:ext cx="2209800" cy="1295400"/>
          </a:xfrm>
          <a:prstGeom prst="flowChartMultidocument">
            <a:avLst/>
          </a:prstGeom>
          <a:solidFill>
            <a:srgbClr val="FFCC00"/>
          </a:solidFill>
          <a:ln w="9525">
            <a:solidFill>
              <a:srgbClr val="993300"/>
            </a:solidFill>
            <a:miter lim="800000"/>
            <a:headEnd/>
            <a:tailEnd/>
          </a:ln>
          <a:effectLst>
            <a:outerShdw dist="127633" dir="5742636" algn="ctr" rotWithShape="0">
              <a:srgbClr val="993300"/>
            </a:outerShdw>
          </a:effec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buFontTx/>
              <a:buNone/>
            </a:pPr>
            <a:r>
              <a:rPr lang="en-US" altLang="en-US" sz="2400" b="1" dirty="0">
                <a:solidFill>
                  <a:srgbClr val="993300"/>
                </a:solidFill>
                <a:latin typeface="Courier New" panose="02070309020205020404" pitchFamily="49" charset="0"/>
              </a:rPr>
              <a:t>Browser</a:t>
            </a:r>
          </a:p>
          <a:p>
            <a:pPr algn="ctr" eaLnBrk="1" hangingPunct="1">
              <a:buFontTx/>
              <a:buNone/>
            </a:pPr>
            <a:r>
              <a:rPr lang="en-US" altLang="en-US" sz="2400" b="1" dirty="0">
                <a:solidFill>
                  <a:srgbClr val="993300"/>
                </a:solidFill>
                <a:latin typeface="Courier New" panose="02070309020205020404" pitchFamily="49" charset="0"/>
              </a:rPr>
              <a:t>Client</a:t>
            </a:r>
          </a:p>
        </p:txBody>
      </p:sp>
      <p:sp>
        <p:nvSpPr>
          <p:cNvPr id="11272" name="AutoShape 7">
            <a:extLst>
              <a:ext uri="{FF2B5EF4-FFF2-40B4-BE49-F238E27FC236}">
                <a16:creationId xmlns:a16="http://schemas.microsoft.com/office/drawing/2014/main" id="{507C3759-9F54-4B5B-E8EE-FECDA558EF77}"/>
              </a:ext>
            </a:extLst>
          </p:cNvPr>
          <p:cNvSpPr>
            <a:spLocks noChangeArrowheads="1"/>
          </p:cNvSpPr>
          <p:nvPr/>
        </p:nvSpPr>
        <p:spPr bwMode="auto">
          <a:xfrm>
            <a:off x="5943600" y="1524000"/>
            <a:ext cx="2362200" cy="3200400"/>
          </a:xfrm>
          <a:prstGeom prst="bevel">
            <a:avLst>
              <a:gd name="adj" fmla="val 18208"/>
            </a:avLst>
          </a:prstGeom>
          <a:solidFill>
            <a:srgbClr val="FFFF00"/>
          </a:solidFill>
          <a:ln w="9525">
            <a:solidFill>
              <a:srgbClr val="993300"/>
            </a:solidFill>
            <a:miter lim="800000"/>
            <a:headEnd/>
            <a:tailEnd/>
          </a:ln>
          <a:effectLst>
            <a:outerShdw dist="127000" dir="5400000" algn="ctr" rotWithShape="0">
              <a:srgbClr val="993300"/>
            </a:outerShdw>
          </a:effec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buFontTx/>
              <a:buNone/>
            </a:pPr>
            <a:r>
              <a:rPr lang="en-US" altLang="en-US" sz="2400" b="1" dirty="0">
                <a:solidFill>
                  <a:srgbClr val="0000FF"/>
                </a:solidFill>
                <a:latin typeface="Courier New" panose="02070309020205020404" pitchFamily="49" charset="0"/>
              </a:rPr>
              <a:t>Web</a:t>
            </a:r>
          </a:p>
          <a:p>
            <a:pPr algn="ctr" eaLnBrk="1" hangingPunct="1">
              <a:buFontTx/>
              <a:buNone/>
            </a:pPr>
            <a:r>
              <a:rPr lang="en-US" altLang="en-US" sz="2400" b="1" dirty="0">
                <a:solidFill>
                  <a:srgbClr val="0000FF"/>
                </a:solidFill>
                <a:latin typeface="Courier New" panose="02070309020205020404" pitchFamily="49" charset="0"/>
              </a:rPr>
              <a:t>Server</a:t>
            </a:r>
          </a:p>
          <a:p>
            <a:pPr algn="ctr" eaLnBrk="1" hangingPunct="1">
              <a:buFontTx/>
              <a:buNone/>
            </a:pPr>
            <a:endParaRPr lang="en-US" altLang="en-US" sz="2400" b="1" dirty="0">
              <a:solidFill>
                <a:srgbClr val="0000FF"/>
              </a:solidFill>
              <a:latin typeface="Courier New" panose="02070309020205020404" pitchFamily="49" charset="0"/>
            </a:endParaRPr>
          </a:p>
          <a:p>
            <a:pPr algn="ctr" eaLnBrk="1" hangingPunct="1">
              <a:buFontTx/>
              <a:buNone/>
            </a:pPr>
            <a:endParaRPr lang="en-US" altLang="en-US" sz="2400" b="1" dirty="0">
              <a:solidFill>
                <a:srgbClr val="0000FF"/>
              </a:solidFill>
              <a:latin typeface="Courier New" panose="02070309020205020404" pitchFamily="49" charset="0"/>
            </a:endParaRPr>
          </a:p>
          <a:p>
            <a:pPr algn="ctr" eaLnBrk="1" hangingPunct="1">
              <a:buFontTx/>
              <a:buNone/>
            </a:pPr>
            <a:endParaRPr lang="en-US" altLang="en-US" sz="2400" b="1" dirty="0">
              <a:solidFill>
                <a:srgbClr val="0000FF"/>
              </a:solidFill>
              <a:latin typeface="Courier New" panose="02070309020205020404" pitchFamily="49" charset="0"/>
            </a:endParaRPr>
          </a:p>
        </p:txBody>
      </p:sp>
      <p:sp>
        <p:nvSpPr>
          <p:cNvPr id="11273" name="Line 8">
            <a:extLst>
              <a:ext uri="{FF2B5EF4-FFF2-40B4-BE49-F238E27FC236}">
                <a16:creationId xmlns:a16="http://schemas.microsoft.com/office/drawing/2014/main" id="{BDB5BF0D-3D21-866F-FB58-A7E85B21E697}"/>
              </a:ext>
            </a:extLst>
          </p:cNvPr>
          <p:cNvSpPr>
            <a:spLocks noChangeShapeType="1"/>
          </p:cNvSpPr>
          <p:nvPr/>
        </p:nvSpPr>
        <p:spPr bwMode="auto">
          <a:xfrm>
            <a:off x="2743200" y="2514600"/>
            <a:ext cx="3657600" cy="0"/>
          </a:xfrm>
          <a:prstGeom prst="line">
            <a:avLst/>
          </a:prstGeom>
          <a:noFill/>
          <a:ln w="22225">
            <a:solidFill>
              <a:srgbClr val="000080"/>
            </a:solidFill>
            <a:round/>
            <a:headEnd type="diamond" w="med" len="med"/>
            <a:tailEnd type="triangle" w="med" len="lg"/>
          </a:ln>
          <a:extLst>
            <a:ext uri="{909E8E84-426E-40DD-AFC4-6F175D3DCCD1}">
              <a14:hiddenFill xmlns:a14="http://schemas.microsoft.com/office/drawing/2010/main">
                <a:noFill/>
              </a14:hiddenFill>
            </a:ext>
          </a:extLst>
        </p:spPr>
        <p:txBody>
          <a:bodyPr wrap="none"/>
          <a:lstStyle/>
          <a:p>
            <a:endParaRPr lang="en-US"/>
          </a:p>
        </p:txBody>
      </p:sp>
      <p:sp>
        <p:nvSpPr>
          <p:cNvPr id="11274" name="Line 9">
            <a:extLst>
              <a:ext uri="{FF2B5EF4-FFF2-40B4-BE49-F238E27FC236}">
                <a16:creationId xmlns:a16="http://schemas.microsoft.com/office/drawing/2014/main" id="{5FD9881B-DBF4-10C9-5C50-403CF69D0536}"/>
              </a:ext>
            </a:extLst>
          </p:cNvPr>
          <p:cNvSpPr>
            <a:spLocks noChangeShapeType="1"/>
          </p:cNvSpPr>
          <p:nvPr/>
        </p:nvSpPr>
        <p:spPr bwMode="auto">
          <a:xfrm flipH="1">
            <a:off x="2743200" y="2895600"/>
            <a:ext cx="3581400" cy="0"/>
          </a:xfrm>
          <a:prstGeom prst="line">
            <a:avLst/>
          </a:prstGeom>
          <a:noFill/>
          <a:ln w="22225">
            <a:solidFill>
              <a:srgbClr val="000080"/>
            </a:solidFill>
            <a:round/>
            <a:headEnd type="diamond" w="med" len="med"/>
            <a:tailEnd type="triangle" w="med" len="lg"/>
          </a:ln>
          <a:extLst>
            <a:ext uri="{909E8E84-426E-40DD-AFC4-6F175D3DCCD1}">
              <a14:hiddenFill xmlns:a14="http://schemas.microsoft.com/office/drawing/2010/main">
                <a:noFill/>
              </a14:hiddenFill>
            </a:ext>
          </a:extLst>
        </p:spPr>
        <p:txBody>
          <a:bodyPr wrap="none"/>
          <a:lstStyle/>
          <a:p>
            <a:endParaRPr lang="en-US"/>
          </a:p>
        </p:txBody>
      </p:sp>
      <p:sp>
        <p:nvSpPr>
          <p:cNvPr id="11275" name="Text Box 10">
            <a:extLst>
              <a:ext uri="{FF2B5EF4-FFF2-40B4-BE49-F238E27FC236}">
                <a16:creationId xmlns:a16="http://schemas.microsoft.com/office/drawing/2014/main" id="{496006B1-7E08-713B-C848-703B7FC42879}"/>
              </a:ext>
            </a:extLst>
          </p:cNvPr>
          <p:cNvSpPr txBox="1">
            <a:spLocks noChangeArrowheads="1"/>
          </p:cNvSpPr>
          <p:nvPr/>
        </p:nvSpPr>
        <p:spPr bwMode="auto">
          <a:xfrm>
            <a:off x="3643313" y="2057400"/>
            <a:ext cx="1462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FontTx/>
              <a:buNone/>
            </a:pPr>
            <a:r>
              <a:rPr lang="en-US" altLang="en-US" sz="2400" b="1" dirty="0">
                <a:solidFill>
                  <a:srgbClr val="0000FF"/>
                </a:solidFill>
                <a:latin typeface="Courier New" panose="02070309020205020404" pitchFamily="49" charset="0"/>
              </a:rPr>
              <a:t>Request</a:t>
            </a:r>
          </a:p>
        </p:txBody>
      </p:sp>
      <p:sp>
        <p:nvSpPr>
          <p:cNvPr id="11276" name="Text Box 11">
            <a:extLst>
              <a:ext uri="{FF2B5EF4-FFF2-40B4-BE49-F238E27FC236}">
                <a16:creationId xmlns:a16="http://schemas.microsoft.com/office/drawing/2014/main" id="{3E94B5F1-92B8-5AF5-5FCA-75B7943ACC64}"/>
              </a:ext>
            </a:extLst>
          </p:cNvPr>
          <p:cNvSpPr txBox="1">
            <a:spLocks noChangeArrowheads="1"/>
          </p:cNvSpPr>
          <p:nvPr/>
        </p:nvSpPr>
        <p:spPr bwMode="auto">
          <a:xfrm>
            <a:off x="3657600" y="2895600"/>
            <a:ext cx="1644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FontTx/>
              <a:buNone/>
            </a:pPr>
            <a:r>
              <a:rPr lang="en-US" altLang="en-US" sz="2400" b="1">
                <a:solidFill>
                  <a:srgbClr val="0000FF"/>
                </a:solidFill>
                <a:latin typeface="Courier New" panose="02070309020205020404" pitchFamily="49" charset="0"/>
              </a:rPr>
              <a:t>Response</a:t>
            </a:r>
          </a:p>
        </p:txBody>
      </p:sp>
      <p:sp>
        <p:nvSpPr>
          <p:cNvPr id="11277" name="AutoShape 12">
            <a:extLst>
              <a:ext uri="{FF2B5EF4-FFF2-40B4-BE49-F238E27FC236}">
                <a16:creationId xmlns:a16="http://schemas.microsoft.com/office/drawing/2014/main" id="{F4D40297-9719-AED1-9A81-3A390FDF3BB2}"/>
              </a:ext>
            </a:extLst>
          </p:cNvPr>
          <p:cNvSpPr>
            <a:spLocks noChangeArrowheads="1"/>
          </p:cNvSpPr>
          <p:nvPr/>
        </p:nvSpPr>
        <p:spPr bwMode="auto">
          <a:xfrm>
            <a:off x="6324600" y="5186363"/>
            <a:ext cx="1828800" cy="1443037"/>
          </a:xfrm>
          <a:prstGeom prst="can">
            <a:avLst>
              <a:gd name="adj" fmla="val 25000"/>
            </a:avLst>
          </a:prstGeom>
          <a:solidFill>
            <a:srgbClr val="FF9900"/>
          </a:solidFill>
          <a:ln w="9525">
            <a:solidFill>
              <a:srgbClr val="000080"/>
            </a:solidFill>
            <a:round/>
            <a:headEnd/>
            <a:tailEnd/>
          </a:ln>
          <a:effectLst>
            <a:outerShdw dist="127633" dir="5742636" algn="ctr" rotWithShape="0">
              <a:srgbClr val="993300"/>
            </a:outerShdw>
          </a:effec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buFontTx/>
              <a:buNone/>
            </a:pPr>
            <a:r>
              <a:rPr lang="en-US" altLang="en-US" sz="1800" b="1">
                <a:solidFill>
                  <a:srgbClr val="0000FF"/>
                </a:solidFill>
                <a:latin typeface="Courier New" panose="02070309020205020404" pitchFamily="49" charset="0"/>
              </a:rPr>
              <a:t>Database</a:t>
            </a:r>
          </a:p>
        </p:txBody>
      </p:sp>
      <p:sp>
        <p:nvSpPr>
          <p:cNvPr id="11278" name="Text Box 13">
            <a:extLst>
              <a:ext uri="{FF2B5EF4-FFF2-40B4-BE49-F238E27FC236}">
                <a16:creationId xmlns:a16="http://schemas.microsoft.com/office/drawing/2014/main" id="{BCF084E9-2227-14E1-2C4F-B7D7906368E1}"/>
              </a:ext>
            </a:extLst>
          </p:cNvPr>
          <p:cNvSpPr txBox="1">
            <a:spLocks noChangeArrowheads="1"/>
          </p:cNvSpPr>
          <p:nvPr/>
        </p:nvSpPr>
        <p:spPr bwMode="auto">
          <a:xfrm>
            <a:off x="3048000" y="2516188"/>
            <a:ext cx="28733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FontTx/>
              <a:buNone/>
            </a:pPr>
            <a:r>
              <a:rPr lang="en-US" altLang="en-US" sz="1600" b="1">
                <a:solidFill>
                  <a:srgbClr val="0000FF"/>
                </a:solidFill>
                <a:latin typeface="Courier New" panose="02070309020205020404" pitchFamily="49" charset="0"/>
              </a:rPr>
              <a:t>Internet HTTP Protocol</a:t>
            </a:r>
          </a:p>
        </p:txBody>
      </p:sp>
      <p:sp>
        <p:nvSpPr>
          <p:cNvPr id="11279" name="Rectangle 18">
            <a:extLst>
              <a:ext uri="{FF2B5EF4-FFF2-40B4-BE49-F238E27FC236}">
                <a16:creationId xmlns:a16="http://schemas.microsoft.com/office/drawing/2014/main" id="{AE465495-9BE9-A343-8A7A-D6A169AEF94D}"/>
              </a:ext>
            </a:extLst>
          </p:cNvPr>
          <p:cNvSpPr>
            <a:spLocks noChangeArrowheads="1"/>
          </p:cNvSpPr>
          <p:nvPr/>
        </p:nvSpPr>
        <p:spPr bwMode="auto">
          <a:xfrm>
            <a:off x="6400800" y="3124200"/>
            <a:ext cx="1447800" cy="1066800"/>
          </a:xfrm>
          <a:prstGeom prst="rect">
            <a:avLst/>
          </a:prstGeom>
          <a:solidFill>
            <a:srgbClr val="FFFFFF"/>
          </a:solidFill>
          <a:ln w="9525">
            <a:solidFill>
              <a:srgbClr val="000000"/>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buFontTx/>
              <a:buNone/>
            </a:pPr>
            <a:r>
              <a:rPr lang="en-US" altLang="en-US" sz="1600" b="1">
                <a:solidFill>
                  <a:srgbClr val="0000FF"/>
                </a:solidFill>
                <a:latin typeface="Times New Roman" panose="02020603050405020304" pitchFamily="18" charset="0"/>
              </a:rPr>
              <a:t>ServletContainer</a:t>
            </a:r>
          </a:p>
          <a:p>
            <a:pPr algn="ctr" eaLnBrk="1" hangingPunct="1">
              <a:buFontTx/>
              <a:buNone/>
            </a:pPr>
            <a:endParaRPr lang="en-US" altLang="en-US" sz="1600" b="1">
              <a:solidFill>
                <a:srgbClr val="0000FF"/>
              </a:solidFill>
              <a:latin typeface="Times New Roman" panose="02020603050405020304" pitchFamily="18" charset="0"/>
            </a:endParaRPr>
          </a:p>
          <a:p>
            <a:pPr algn="ctr" eaLnBrk="1" hangingPunct="1">
              <a:buFontTx/>
              <a:buNone/>
            </a:pPr>
            <a:endParaRPr lang="en-US" altLang="en-US" sz="1600" b="1">
              <a:solidFill>
                <a:srgbClr val="0000FF"/>
              </a:solidFill>
              <a:latin typeface="Courier New" panose="02070309020205020404" pitchFamily="49" charset="0"/>
            </a:endParaRPr>
          </a:p>
        </p:txBody>
      </p:sp>
      <p:sp>
        <p:nvSpPr>
          <p:cNvPr id="11280" name="Oval 19">
            <a:extLst>
              <a:ext uri="{FF2B5EF4-FFF2-40B4-BE49-F238E27FC236}">
                <a16:creationId xmlns:a16="http://schemas.microsoft.com/office/drawing/2014/main" id="{3296F697-D880-6F9D-C031-F5C1E094FB08}"/>
              </a:ext>
            </a:extLst>
          </p:cNvPr>
          <p:cNvSpPr>
            <a:spLocks noChangeArrowheads="1"/>
          </p:cNvSpPr>
          <p:nvPr/>
        </p:nvSpPr>
        <p:spPr bwMode="auto">
          <a:xfrm>
            <a:off x="6477000" y="3657600"/>
            <a:ext cx="457200" cy="381000"/>
          </a:xfrm>
          <a:prstGeom prst="ellipse">
            <a:avLst/>
          </a:prstGeom>
          <a:solidFill>
            <a:srgbClr val="FFCC00"/>
          </a:solidFill>
          <a:ln w="9525">
            <a:solidFill>
              <a:srgbClr val="000000"/>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FontTx/>
              <a:buNone/>
            </a:pPr>
            <a:r>
              <a:rPr lang="en-US" altLang="en-US" sz="1600" b="1">
                <a:solidFill>
                  <a:srgbClr val="0000FF"/>
                </a:solidFill>
                <a:latin typeface="Courier New" panose="02070309020205020404" pitchFamily="49" charset="0"/>
              </a:rPr>
              <a:t>Servlets</a:t>
            </a:r>
          </a:p>
        </p:txBody>
      </p:sp>
      <p:sp>
        <p:nvSpPr>
          <p:cNvPr id="11281" name="Oval 20">
            <a:extLst>
              <a:ext uri="{FF2B5EF4-FFF2-40B4-BE49-F238E27FC236}">
                <a16:creationId xmlns:a16="http://schemas.microsoft.com/office/drawing/2014/main" id="{849B5039-7A22-A730-EE8F-8B30E41DBE7C}"/>
              </a:ext>
            </a:extLst>
          </p:cNvPr>
          <p:cNvSpPr>
            <a:spLocks noChangeArrowheads="1"/>
          </p:cNvSpPr>
          <p:nvPr/>
        </p:nvSpPr>
        <p:spPr bwMode="auto">
          <a:xfrm>
            <a:off x="7162800" y="3505200"/>
            <a:ext cx="457200" cy="304800"/>
          </a:xfrm>
          <a:prstGeom prst="ellipse">
            <a:avLst/>
          </a:prstGeom>
          <a:solidFill>
            <a:srgbClr val="FFCC00"/>
          </a:solidFill>
          <a:ln w="9525">
            <a:solidFill>
              <a:srgbClr val="000000"/>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1282" name="Oval 21">
            <a:extLst>
              <a:ext uri="{FF2B5EF4-FFF2-40B4-BE49-F238E27FC236}">
                <a16:creationId xmlns:a16="http://schemas.microsoft.com/office/drawing/2014/main" id="{97443B82-50D1-4D34-6ECB-18A955CA9863}"/>
              </a:ext>
            </a:extLst>
          </p:cNvPr>
          <p:cNvSpPr>
            <a:spLocks noChangeArrowheads="1"/>
          </p:cNvSpPr>
          <p:nvPr/>
        </p:nvSpPr>
        <p:spPr bwMode="auto">
          <a:xfrm>
            <a:off x="7391400" y="3962400"/>
            <a:ext cx="381000" cy="228600"/>
          </a:xfrm>
          <a:prstGeom prst="ellipse">
            <a:avLst/>
          </a:prstGeom>
          <a:solidFill>
            <a:srgbClr val="FFCC00"/>
          </a:solidFill>
          <a:ln w="9525">
            <a:solidFill>
              <a:srgbClr val="000000"/>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1283" name="Line 22">
            <a:extLst>
              <a:ext uri="{FF2B5EF4-FFF2-40B4-BE49-F238E27FC236}">
                <a16:creationId xmlns:a16="http://schemas.microsoft.com/office/drawing/2014/main" id="{C30212FF-44F9-31F9-37DA-6E658229DB75}"/>
              </a:ext>
            </a:extLst>
          </p:cNvPr>
          <p:cNvSpPr>
            <a:spLocks noChangeShapeType="1"/>
          </p:cNvSpPr>
          <p:nvPr/>
        </p:nvSpPr>
        <p:spPr bwMode="auto">
          <a:xfrm>
            <a:off x="6400800" y="2590800"/>
            <a:ext cx="990600" cy="10668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284" name="Line 23">
            <a:extLst>
              <a:ext uri="{FF2B5EF4-FFF2-40B4-BE49-F238E27FC236}">
                <a16:creationId xmlns:a16="http://schemas.microsoft.com/office/drawing/2014/main" id="{556EBE10-95C2-8E9C-52CB-6E5FFE303960}"/>
              </a:ext>
            </a:extLst>
          </p:cNvPr>
          <p:cNvSpPr>
            <a:spLocks noChangeShapeType="1"/>
          </p:cNvSpPr>
          <p:nvPr/>
        </p:nvSpPr>
        <p:spPr bwMode="auto">
          <a:xfrm>
            <a:off x="7391400" y="3810000"/>
            <a:ext cx="0" cy="16002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285" name="Line 24">
            <a:extLst>
              <a:ext uri="{FF2B5EF4-FFF2-40B4-BE49-F238E27FC236}">
                <a16:creationId xmlns:a16="http://schemas.microsoft.com/office/drawing/2014/main" id="{8FC71B28-F66D-4699-BAAC-485CFDD1AEDF}"/>
              </a:ext>
            </a:extLst>
          </p:cNvPr>
          <p:cNvSpPr>
            <a:spLocks noChangeShapeType="1"/>
          </p:cNvSpPr>
          <p:nvPr/>
        </p:nvSpPr>
        <p:spPr bwMode="auto">
          <a:xfrm flipH="1" flipV="1">
            <a:off x="6400800" y="2895600"/>
            <a:ext cx="990600" cy="7620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Footer Placeholder 4">
            <a:extLst>
              <a:ext uri="{FF2B5EF4-FFF2-40B4-BE49-F238E27FC236}">
                <a16:creationId xmlns:a16="http://schemas.microsoft.com/office/drawing/2014/main" id="{28112502-B987-E914-9FE9-80ACF84705BB}"/>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latin typeface="Arial" panose="020B0604020202020204" pitchFamily="34" charset="0"/>
              </a:rPr>
              <a:t>AdvJ Session1,2 –Servlet, Web application</a:t>
            </a:r>
          </a:p>
        </p:txBody>
      </p:sp>
      <p:sp>
        <p:nvSpPr>
          <p:cNvPr id="12291" name="Slide Number Placeholder 5">
            <a:extLst>
              <a:ext uri="{FF2B5EF4-FFF2-40B4-BE49-F238E27FC236}">
                <a16:creationId xmlns:a16="http://schemas.microsoft.com/office/drawing/2014/main" id="{9CDCAA14-1849-B714-C7D8-A3DD7871430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A90BF46-450B-4039-9388-EF1A5B672FDF}" type="slidenum">
              <a:rPr lang="en-US" altLang="en-US" sz="1200" smtClean="0">
                <a:solidFill>
                  <a:srgbClr val="898989"/>
                </a:solidFill>
                <a:latin typeface="Arial" panose="020B0604020202020204" pitchFamily="34" charset="0"/>
              </a:rPr>
              <a:pPr>
                <a:spcBef>
                  <a:spcPct val="0"/>
                </a:spcBef>
                <a:buFontTx/>
                <a:buNone/>
              </a:pPr>
              <a:t>10</a:t>
            </a:fld>
            <a:r>
              <a:rPr lang="en-US" altLang="en-US" sz="1200">
                <a:solidFill>
                  <a:srgbClr val="898989"/>
                </a:solidFill>
                <a:latin typeface="Arial" panose="020B0604020202020204" pitchFamily="34" charset="0"/>
              </a:rPr>
              <a:t>/41</a:t>
            </a:r>
          </a:p>
        </p:txBody>
      </p:sp>
      <p:sp>
        <p:nvSpPr>
          <p:cNvPr id="12292" name="Rectangle 2">
            <a:extLst>
              <a:ext uri="{FF2B5EF4-FFF2-40B4-BE49-F238E27FC236}">
                <a16:creationId xmlns:a16="http://schemas.microsoft.com/office/drawing/2014/main" id="{3C8ECF67-3E7B-1651-9077-435CC66624A4}"/>
              </a:ext>
            </a:extLst>
          </p:cNvPr>
          <p:cNvSpPr>
            <a:spLocks noGrp="1"/>
          </p:cNvSpPr>
          <p:nvPr>
            <p:ph type="title"/>
          </p:nvPr>
        </p:nvSpPr>
        <p:spPr/>
        <p:txBody>
          <a:bodyPr/>
          <a:lstStyle/>
          <a:p>
            <a:r>
              <a:rPr lang="en-US" altLang="en-US" sz="4000">
                <a:latin typeface="Calibri" panose="020F0502020204030204" pitchFamily="34" charset="0"/>
              </a:rPr>
              <a:t>Architecture of the Servlet Package</a:t>
            </a:r>
          </a:p>
        </p:txBody>
      </p:sp>
      <p:sp>
        <p:nvSpPr>
          <p:cNvPr id="12293" name="Rectangle 3">
            <a:extLst>
              <a:ext uri="{FF2B5EF4-FFF2-40B4-BE49-F238E27FC236}">
                <a16:creationId xmlns:a16="http://schemas.microsoft.com/office/drawing/2014/main" id="{6EA10C9C-9604-77E5-F7F3-2CC3E5FEE4C7}"/>
              </a:ext>
            </a:extLst>
          </p:cNvPr>
          <p:cNvSpPr>
            <a:spLocks noGrp="1"/>
          </p:cNvSpPr>
          <p:nvPr>
            <p:ph type="body" idx="1"/>
          </p:nvPr>
        </p:nvSpPr>
        <p:spPr>
          <a:xfrm>
            <a:off x="457200" y="1447800"/>
            <a:ext cx="5334000" cy="2209800"/>
          </a:xfrm>
        </p:spPr>
        <p:txBody>
          <a:bodyPr/>
          <a:lstStyle/>
          <a:p>
            <a:pPr>
              <a:buClrTx/>
              <a:buSzTx/>
              <a:buFont typeface="Arial" panose="020B0604020202020204" pitchFamily="34" charset="0"/>
              <a:buChar char="•"/>
            </a:pPr>
            <a:r>
              <a:rPr lang="en-US" altLang="en-US" dirty="0">
                <a:latin typeface="Calibri" panose="020F0502020204030204" pitchFamily="34" charset="0"/>
              </a:rPr>
              <a:t>The </a:t>
            </a:r>
            <a:r>
              <a:rPr lang="en-US" altLang="en-US" i="1" dirty="0" err="1">
                <a:solidFill>
                  <a:srgbClr val="0000FF"/>
                </a:solidFill>
                <a:latin typeface="Courier New" panose="02070309020205020404" pitchFamily="49" charset="0"/>
              </a:rPr>
              <a:t>jakarta.servlet</a:t>
            </a:r>
            <a:r>
              <a:rPr lang="en-US" altLang="en-US" dirty="0">
                <a:latin typeface="Calibri" panose="020F0502020204030204" pitchFamily="34" charset="0"/>
              </a:rPr>
              <a:t> package provides interfaces and classes for writing servlets</a:t>
            </a:r>
          </a:p>
        </p:txBody>
      </p:sp>
      <p:pic>
        <p:nvPicPr>
          <p:cNvPr id="12294" name="Picture 4" descr="inheritance">
            <a:extLst>
              <a:ext uri="{FF2B5EF4-FFF2-40B4-BE49-F238E27FC236}">
                <a16:creationId xmlns:a16="http://schemas.microsoft.com/office/drawing/2014/main" id="{D0F0FE6E-426F-9D96-5EC3-417F9E5C37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8400" y="1447800"/>
            <a:ext cx="2328863"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5" name="Rectangle 5">
            <a:extLst>
              <a:ext uri="{FF2B5EF4-FFF2-40B4-BE49-F238E27FC236}">
                <a16:creationId xmlns:a16="http://schemas.microsoft.com/office/drawing/2014/main" id="{6FBDEA92-A29B-983F-E371-99448CEE26F0}"/>
              </a:ext>
            </a:extLst>
          </p:cNvPr>
          <p:cNvSpPr>
            <a:spLocks/>
          </p:cNvSpPr>
          <p:nvPr/>
        </p:nvSpPr>
        <p:spPr bwMode="auto">
          <a:xfrm>
            <a:off x="685800" y="3810000"/>
            <a:ext cx="81534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r>
              <a:rPr lang="en-US" altLang="en-US" sz="2400" b="1">
                <a:solidFill>
                  <a:srgbClr val="990000"/>
                </a:solidFill>
              </a:rPr>
              <a:t>When a servlet accepts a call from a client, it receives two objects:</a:t>
            </a:r>
          </a:p>
          <a:p>
            <a:pPr lvl="1"/>
            <a:r>
              <a:rPr lang="en-US" altLang="en-US" sz="2000" b="1" i="1">
                <a:solidFill>
                  <a:srgbClr val="0000FF"/>
                </a:solidFill>
              </a:rPr>
              <a:t>ServletRequest</a:t>
            </a:r>
            <a:r>
              <a:rPr lang="en-US" altLang="en-US" sz="2000" b="1">
                <a:solidFill>
                  <a:srgbClr val="990000"/>
                </a:solidFill>
              </a:rPr>
              <a:t>, which encapsulates the communication from the client to the server. </a:t>
            </a:r>
          </a:p>
          <a:p>
            <a:pPr lvl="1"/>
            <a:r>
              <a:rPr lang="en-US" altLang="en-US" sz="2000" b="1" i="1">
                <a:solidFill>
                  <a:srgbClr val="0000FF"/>
                </a:solidFill>
              </a:rPr>
              <a:t>ServletResponse</a:t>
            </a:r>
            <a:r>
              <a:rPr lang="en-US" altLang="en-US" sz="2000" b="1">
                <a:solidFill>
                  <a:srgbClr val="990000"/>
                </a:solidFill>
              </a:rPr>
              <a:t>, which encapsulates the communication from the servlet to the client.</a:t>
            </a:r>
            <a:endParaRPr lang="en-US" altLang="en-US" sz="2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4">
            <a:extLst>
              <a:ext uri="{FF2B5EF4-FFF2-40B4-BE49-F238E27FC236}">
                <a16:creationId xmlns:a16="http://schemas.microsoft.com/office/drawing/2014/main" id="{467E88A5-5C14-E3FC-D51E-B56FD3822ECF}"/>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latin typeface="Arial" panose="020B0604020202020204" pitchFamily="34" charset="0"/>
              </a:rPr>
              <a:t>AdvJ Session1,2 –Servlet, Web application</a:t>
            </a:r>
          </a:p>
        </p:txBody>
      </p:sp>
      <p:sp>
        <p:nvSpPr>
          <p:cNvPr id="13315" name="Slide Number Placeholder 5">
            <a:extLst>
              <a:ext uri="{FF2B5EF4-FFF2-40B4-BE49-F238E27FC236}">
                <a16:creationId xmlns:a16="http://schemas.microsoft.com/office/drawing/2014/main" id="{104FE4B8-B1A5-2630-F42A-5C59B0D16F2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EC4B3A1-6A0E-4932-8FED-039F9376C096}" type="slidenum">
              <a:rPr lang="en-US" altLang="en-US" sz="1200" smtClean="0">
                <a:solidFill>
                  <a:srgbClr val="898989"/>
                </a:solidFill>
                <a:latin typeface="Arial" panose="020B0604020202020204" pitchFamily="34" charset="0"/>
              </a:rPr>
              <a:pPr>
                <a:spcBef>
                  <a:spcPct val="0"/>
                </a:spcBef>
                <a:buFontTx/>
                <a:buNone/>
              </a:pPr>
              <a:t>11</a:t>
            </a:fld>
            <a:r>
              <a:rPr lang="en-US" altLang="en-US" sz="1200">
                <a:solidFill>
                  <a:srgbClr val="898989"/>
                </a:solidFill>
                <a:latin typeface="Arial" panose="020B0604020202020204" pitchFamily="34" charset="0"/>
              </a:rPr>
              <a:t>/41</a:t>
            </a:r>
          </a:p>
        </p:txBody>
      </p:sp>
      <p:sp>
        <p:nvSpPr>
          <p:cNvPr id="13316" name="Rectangle 2">
            <a:extLst>
              <a:ext uri="{FF2B5EF4-FFF2-40B4-BE49-F238E27FC236}">
                <a16:creationId xmlns:a16="http://schemas.microsoft.com/office/drawing/2014/main" id="{31140EB8-40B9-2AE2-F663-A660B9DD5D36}"/>
              </a:ext>
            </a:extLst>
          </p:cNvPr>
          <p:cNvSpPr>
            <a:spLocks noGrp="1"/>
          </p:cNvSpPr>
          <p:nvPr>
            <p:ph type="title"/>
          </p:nvPr>
        </p:nvSpPr>
        <p:spPr/>
        <p:txBody>
          <a:bodyPr/>
          <a:lstStyle/>
          <a:p>
            <a:r>
              <a:rPr lang="en-US" altLang="en-US">
                <a:latin typeface="Calibri" panose="020F0502020204030204" pitchFamily="34" charset="0"/>
              </a:rPr>
              <a:t>HTTP Requests</a:t>
            </a:r>
          </a:p>
        </p:txBody>
      </p:sp>
      <p:sp>
        <p:nvSpPr>
          <p:cNvPr id="13317" name="Rectangle 3">
            <a:extLst>
              <a:ext uri="{FF2B5EF4-FFF2-40B4-BE49-F238E27FC236}">
                <a16:creationId xmlns:a16="http://schemas.microsoft.com/office/drawing/2014/main" id="{97D22C04-34F1-6B6D-2D2E-4E34DCEF927C}"/>
              </a:ext>
            </a:extLst>
          </p:cNvPr>
          <p:cNvSpPr>
            <a:spLocks noGrp="1"/>
          </p:cNvSpPr>
          <p:nvPr>
            <p:ph type="body" idx="1"/>
          </p:nvPr>
        </p:nvSpPr>
        <p:spPr/>
        <p:txBody>
          <a:bodyPr/>
          <a:lstStyle/>
          <a:p>
            <a:pPr>
              <a:lnSpc>
                <a:spcPct val="90000"/>
              </a:lnSpc>
              <a:buClrTx/>
              <a:buSzTx/>
              <a:buFont typeface="Arial" panose="020B0604020202020204" pitchFamily="34" charset="0"/>
              <a:buChar char="•"/>
            </a:pPr>
            <a:r>
              <a:rPr lang="en-US" altLang="en-US" sz="2400" dirty="0">
                <a:latin typeface="Calibri" panose="020F0502020204030204" pitchFamily="34" charset="0"/>
              </a:rPr>
              <a:t>An HTTP request consists of </a:t>
            </a:r>
          </a:p>
          <a:p>
            <a:pPr lvl="1">
              <a:lnSpc>
                <a:spcPct val="90000"/>
              </a:lnSpc>
            </a:pPr>
            <a:r>
              <a:rPr lang="en-US" altLang="en-US" sz="2000" b="1" i="1" dirty="0">
                <a:solidFill>
                  <a:srgbClr val="0000FF"/>
                </a:solidFill>
                <a:latin typeface="Courier New" panose="02070309020205020404" pitchFamily="49" charset="0"/>
              </a:rPr>
              <a:t>a request method </a:t>
            </a:r>
          </a:p>
          <a:p>
            <a:pPr lvl="1">
              <a:lnSpc>
                <a:spcPct val="90000"/>
              </a:lnSpc>
            </a:pPr>
            <a:r>
              <a:rPr lang="en-US" altLang="en-US" sz="2000" b="1" i="1" dirty="0">
                <a:solidFill>
                  <a:srgbClr val="0000FF"/>
                </a:solidFill>
                <a:latin typeface="Courier New" panose="02070309020205020404" pitchFamily="49" charset="0"/>
              </a:rPr>
              <a:t>a request URL </a:t>
            </a:r>
          </a:p>
          <a:p>
            <a:pPr lvl="1">
              <a:lnSpc>
                <a:spcPct val="90000"/>
              </a:lnSpc>
            </a:pPr>
            <a:r>
              <a:rPr lang="en-US" altLang="en-US" sz="2000" b="1" i="1" dirty="0">
                <a:solidFill>
                  <a:srgbClr val="0000FF"/>
                </a:solidFill>
                <a:latin typeface="Courier New" panose="02070309020205020404" pitchFamily="49" charset="0"/>
              </a:rPr>
              <a:t>header fields </a:t>
            </a:r>
          </a:p>
          <a:p>
            <a:pPr lvl="1">
              <a:lnSpc>
                <a:spcPct val="90000"/>
              </a:lnSpc>
            </a:pPr>
            <a:r>
              <a:rPr lang="en-US" altLang="en-US" sz="2000" b="1" i="1" dirty="0">
                <a:solidFill>
                  <a:srgbClr val="0000FF"/>
                </a:solidFill>
                <a:latin typeface="Courier New" panose="02070309020205020404" pitchFamily="49" charset="0"/>
              </a:rPr>
              <a:t>body. </a:t>
            </a:r>
          </a:p>
          <a:p>
            <a:pPr>
              <a:lnSpc>
                <a:spcPct val="90000"/>
              </a:lnSpc>
              <a:buClrTx/>
              <a:buSzTx/>
              <a:buFont typeface="Arial" panose="020B0604020202020204" pitchFamily="34" charset="0"/>
              <a:buChar char="•"/>
            </a:pPr>
            <a:r>
              <a:rPr lang="en-US" altLang="en-US" sz="2400" dirty="0">
                <a:latin typeface="Calibri" panose="020F0502020204030204" pitchFamily="34" charset="0"/>
              </a:rPr>
              <a:t>HTTP 1.1 defines the following request methods:</a:t>
            </a:r>
          </a:p>
          <a:p>
            <a:pPr lvl="1">
              <a:lnSpc>
                <a:spcPct val="90000"/>
              </a:lnSpc>
            </a:pPr>
            <a:r>
              <a:rPr lang="en-US" altLang="en-US" sz="2000" b="1" dirty="0">
                <a:solidFill>
                  <a:srgbClr val="0000FF"/>
                </a:solidFill>
              </a:rPr>
              <a:t>GET</a:t>
            </a:r>
            <a:r>
              <a:rPr lang="en-US" altLang="en-US" sz="2000" dirty="0">
                <a:solidFill>
                  <a:srgbClr val="0000FF"/>
                </a:solidFill>
              </a:rPr>
              <a:t> - retrieves the resource identified by the request URL. </a:t>
            </a:r>
          </a:p>
          <a:p>
            <a:pPr lvl="1">
              <a:lnSpc>
                <a:spcPct val="90000"/>
              </a:lnSpc>
            </a:pPr>
            <a:r>
              <a:rPr lang="en-US" altLang="en-US" sz="2000" b="1" dirty="0">
                <a:solidFill>
                  <a:srgbClr val="0000FF"/>
                </a:solidFill>
              </a:rPr>
              <a:t>HEAD</a:t>
            </a:r>
            <a:r>
              <a:rPr lang="en-US" altLang="en-US" sz="2000" dirty="0">
                <a:solidFill>
                  <a:srgbClr val="0000FF"/>
                </a:solidFill>
              </a:rPr>
              <a:t> - returns the headers identified by the request URL. </a:t>
            </a:r>
          </a:p>
          <a:p>
            <a:pPr lvl="1">
              <a:lnSpc>
                <a:spcPct val="90000"/>
              </a:lnSpc>
            </a:pPr>
            <a:r>
              <a:rPr lang="en-US" altLang="en-US" sz="2000" b="1" dirty="0">
                <a:solidFill>
                  <a:srgbClr val="0000FF"/>
                </a:solidFill>
              </a:rPr>
              <a:t>POST</a:t>
            </a:r>
            <a:r>
              <a:rPr lang="en-US" altLang="en-US" sz="2000" dirty="0">
                <a:solidFill>
                  <a:srgbClr val="0000FF"/>
                </a:solidFill>
              </a:rPr>
              <a:t> - sends data of unlimited length to the web server. </a:t>
            </a:r>
          </a:p>
          <a:p>
            <a:pPr lvl="1">
              <a:lnSpc>
                <a:spcPct val="90000"/>
              </a:lnSpc>
            </a:pPr>
            <a:r>
              <a:rPr lang="en-US" altLang="en-US" sz="2000" b="1" dirty="0">
                <a:solidFill>
                  <a:srgbClr val="0000FF"/>
                </a:solidFill>
              </a:rPr>
              <a:t>PUT</a:t>
            </a:r>
            <a:r>
              <a:rPr lang="en-US" altLang="en-US" sz="2000" dirty="0">
                <a:solidFill>
                  <a:srgbClr val="0000FF"/>
                </a:solidFill>
              </a:rPr>
              <a:t> - stores a resource under the request URL. </a:t>
            </a:r>
          </a:p>
          <a:p>
            <a:pPr lvl="1">
              <a:lnSpc>
                <a:spcPct val="90000"/>
              </a:lnSpc>
            </a:pPr>
            <a:r>
              <a:rPr lang="en-US" altLang="en-US" sz="2000" b="1" dirty="0">
                <a:solidFill>
                  <a:srgbClr val="0000FF"/>
                </a:solidFill>
              </a:rPr>
              <a:t>DELETE</a:t>
            </a:r>
            <a:r>
              <a:rPr lang="en-US" altLang="en-US" sz="2000" dirty="0">
                <a:solidFill>
                  <a:srgbClr val="0000FF"/>
                </a:solidFill>
              </a:rPr>
              <a:t> - removes the resource identified by the request URL. </a:t>
            </a:r>
          </a:p>
          <a:p>
            <a:pPr lvl="1">
              <a:lnSpc>
                <a:spcPct val="90000"/>
              </a:lnSpc>
            </a:pPr>
            <a:r>
              <a:rPr lang="en-US" altLang="en-US" sz="2000" b="1" dirty="0">
                <a:solidFill>
                  <a:srgbClr val="0000FF"/>
                </a:solidFill>
              </a:rPr>
              <a:t>OPTIONS</a:t>
            </a:r>
            <a:r>
              <a:rPr lang="en-US" altLang="en-US" sz="2000" dirty="0">
                <a:solidFill>
                  <a:srgbClr val="0000FF"/>
                </a:solidFill>
              </a:rPr>
              <a:t> - returns the HTTP methods the server supports. </a:t>
            </a:r>
          </a:p>
          <a:p>
            <a:pPr lvl="1">
              <a:lnSpc>
                <a:spcPct val="90000"/>
              </a:lnSpc>
            </a:pPr>
            <a:r>
              <a:rPr lang="en-US" altLang="en-US" sz="2000" b="1" dirty="0">
                <a:solidFill>
                  <a:srgbClr val="0000FF"/>
                </a:solidFill>
              </a:rPr>
              <a:t>TRACE</a:t>
            </a:r>
            <a:r>
              <a:rPr lang="en-US" altLang="en-US" sz="2000" dirty="0">
                <a:solidFill>
                  <a:srgbClr val="0000FF"/>
                </a:solidFill>
              </a:rPr>
              <a:t> - returns the header fields sent with the TRACE request.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E1D2FE18-8E75-DD2E-9020-E5F9ECC72B1B}"/>
              </a:ext>
            </a:extLst>
          </p:cNvPr>
          <p:cNvSpPr>
            <a:spLocks noGrp="1"/>
          </p:cNvSpPr>
          <p:nvPr>
            <p:ph type="title"/>
          </p:nvPr>
        </p:nvSpPr>
        <p:spPr/>
        <p:txBody>
          <a:bodyPr/>
          <a:lstStyle/>
          <a:p>
            <a:r>
              <a:rPr lang="en-US" altLang="en-US">
                <a:latin typeface="Calibri" panose="020F0502020204030204" pitchFamily="34" charset="0"/>
              </a:rPr>
              <a:t>HTTP Request Sample</a:t>
            </a:r>
            <a:endParaRPr lang="en-US" altLang="en-US"/>
          </a:p>
        </p:txBody>
      </p:sp>
      <p:sp>
        <p:nvSpPr>
          <p:cNvPr id="3" name="Content Placeholder 2">
            <a:extLst>
              <a:ext uri="{FF2B5EF4-FFF2-40B4-BE49-F238E27FC236}">
                <a16:creationId xmlns:a16="http://schemas.microsoft.com/office/drawing/2014/main" id="{14512CEC-3CAD-D07D-CDD6-516D7C863326}"/>
              </a:ext>
            </a:extLst>
          </p:cNvPr>
          <p:cNvSpPr>
            <a:spLocks noGrp="1"/>
          </p:cNvSpPr>
          <p:nvPr>
            <p:ph idx="1"/>
          </p:nvPr>
        </p:nvSpPr>
        <p:spPr/>
        <p:txBody>
          <a:bodyPr/>
          <a:lstStyle/>
          <a:p>
            <a:pPr>
              <a:defRPr/>
            </a:pPr>
            <a:endParaRPr lang="en-US"/>
          </a:p>
        </p:txBody>
      </p:sp>
      <p:sp>
        <p:nvSpPr>
          <p:cNvPr id="14340" name="Date Placeholder 3">
            <a:extLst>
              <a:ext uri="{FF2B5EF4-FFF2-40B4-BE49-F238E27FC236}">
                <a16:creationId xmlns:a16="http://schemas.microsoft.com/office/drawing/2014/main" id="{061E21EC-61DE-66F4-4501-3B72AA215210}"/>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3284361-04DB-4886-AF27-DE3525CD51D4}" type="datetime1">
              <a:rPr lang="en-US" altLang="en-US" sz="1200" smtClean="0">
                <a:solidFill>
                  <a:srgbClr val="898989"/>
                </a:solidFill>
                <a:latin typeface="Arial" panose="020B0604020202020204" pitchFamily="34" charset="0"/>
              </a:rPr>
              <a:pPr>
                <a:spcBef>
                  <a:spcPct val="0"/>
                </a:spcBef>
                <a:buFontTx/>
                <a:buNone/>
              </a:pPr>
              <a:t>5/19/2025</a:t>
            </a:fld>
            <a:endParaRPr lang="en-US" altLang="en-US" sz="1200">
              <a:solidFill>
                <a:srgbClr val="898989"/>
              </a:solidFill>
              <a:latin typeface="Arial" panose="020B0604020202020204" pitchFamily="34" charset="0"/>
            </a:endParaRPr>
          </a:p>
        </p:txBody>
      </p:sp>
      <p:sp>
        <p:nvSpPr>
          <p:cNvPr id="14341" name="Footer Placeholder 4">
            <a:extLst>
              <a:ext uri="{FF2B5EF4-FFF2-40B4-BE49-F238E27FC236}">
                <a16:creationId xmlns:a16="http://schemas.microsoft.com/office/drawing/2014/main" id="{38F38088-1FF1-14C6-B993-05BFF5A4A474}"/>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latin typeface="Arial" panose="020B0604020202020204" pitchFamily="34" charset="0"/>
              </a:rPr>
              <a:t>AdvJ Session1,2 –Servlet, Web application</a:t>
            </a:r>
          </a:p>
        </p:txBody>
      </p:sp>
      <p:sp>
        <p:nvSpPr>
          <p:cNvPr id="14342" name="Slide Number Placeholder 5">
            <a:extLst>
              <a:ext uri="{FF2B5EF4-FFF2-40B4-BE49-F238E27FC236}">
                <a16:creationId xmlns:a16="http://schemas.microsoft.com/office/drawing/2014/main" id="{F4407199-6FE6-9DD2-2A5E-AEF08FC2662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9EA361C4-7419-41FA-A694-163C96CEF31A}" type="slidenum">
              <a:rPr lang="en-US" altLang="en-US" sz="1200" smtClean="0">
                <a:solidFill>
                  <a:srgbClr val="898989"/>
                </a:solidFill>
                <a:latin typeface="Arial" panose="020B0604020202020204" pitchFamily="34" charset="0"/>
              </a:rPr>
              <a:pPr>
                <a:spcBef>
                  <a:spcPct val="0"/>
                </a:spcBef>
                <a:buFontTx/>
                <a:buNone/>
              </a:pPr>
              <a:t>12</a:t>
            </a:fld>
            <a:r>
              <a:rPr lang="en-US" altLang="en-US" sz="1200">
                <a:solidFill>
                  <a:srgbClr val="898989"/>
                </a:solidFill>
                <a:latin typeface="Arial" panose="020B0604020202020204" pitchFamily="34" charset="0"/>
              </a:rPr>
              <a:t>/41</a:t>
            </a:r>
          </a:p>
        </p:txBody>
      </p:sp>
      <p:grpSp>
        <p:nvGrpSpPr>
          <p:cNvPr id="14343" name="Group 8">
            <a:extLst>
              <a:ext uri="{FF2B5EF4-FFF2-40B4-BE49-F238E27FC236}">
                <a16:creationId xmlns:a16="http://schemas.microsoft.com/office/drawing/2014/main" id="{7A1C9CC0-F7CD-A37A-7792-17746D5E9A0A}"/>
              </a:ext>
            </a:extLst>
          </p:cNvPr>
          <p:cNvGrpSpPr>
            <a:grpSpLocks/>
          </p:cNvGrpSpPr>
          <p:nvPr/>
        </p:nvGrpSpPr>
        <p:grpSpPr bwMode="auto">
          <a:xfrm>
            <a:off x="609600" y="1752600"/>
            <a:ext cx="8289925" cy="3657600"/>
            <a:chOff x="609600" y="2209800"/>
            <a:chExt cx="8290560" cy="3657600"/>
          </a:xfrm>
        </p:grpSpPr>
        <p:pic>
          <p:nvPicPr>
            <p:cNvPr id="14344" name="Picture 2">
              <a:extLst>
                <a:ext uri="{FF2B5EF4-FFF2-40B4-BE49-F238E27FC236}">
                  <a16:creationId xmlns:a16="http://schemas.microsoft.com/office/drawing/2014/main" id="{7B145DB6-415E-089F-A16A-727AE7AA31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2438400"/>
              <a:ext cx="80772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5" name="Picture 3">
              <a:extLst>
                <a:ext uri="{FF2B5EF4-FFF2-40B4-BE49-F238E27FC236}">
                  <a16:creationId xmlns:a16="http://schemas.microsoft.com/office/drawing/2014/main" id="{05F2C495-5367-D80F-E57B-362C5A7DB7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2209800"/>
              <a:ext cx="813816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EC36C9C4-F443-29CA-7AA1-DDB572A035D8}"/>
              </a:ext>
            </a:extLst>
          </p:cNvPr>
          <p:cNvSpPr>
            <a:spLocks noGrp="1"/>
          </p:cNvSpPr>
          <p:nvPr>
            <p:ph type="title"/>
          </p:nvPr>
        </p:nvSpPr>
        <p:spPr/>
        <p:txBody>
          <a:bodyPr/>
          <a:lstStyle/>
          <a:p>
            <a:r>
              <a:rPr lang="en-US" altLang="en-US" b="1"/>
              <a:t>Idempotency and Safety Methods</a:t>
            </a:r>
            <a:endParaRPr lang="en-US" altLang="en-US"/>
          </a:p>
        </p:txBody>
      </p:sp>
      <p:sp>
        <p:nvSpPr>
          <p:cNvPr id="3" name="Content Placeholder 2">
            <a:extLst>
              <a:ext uri="{FF2B5EF4-FFF2-40B4-BE49-F238E27FC236}">
                <a16:creationId xmlns:a16="http://schemas.microsoft.com/office/drawing/2014/main" id="{4C1D8B7C-3D7D-C07D-F2C7-44DF5BE4F471}"/>
              </a:ext>
            </a:extLst>
          </p:cNvPr>
          <p:cNvSpPr>
            <a:spLocks noGrp="1"/>
          </p:cNvSpPr>
          <p:nvPr>
            <p:ph idx="1"/>
          </p:nvPr>
        </p:nvSpPr>
        <p:spPr>
          <a:xfrm>
            <a:off x="152400" y="5562600"/>
            <a:ext cx="8229600" cy="776288"/>
          </a:xfrm>
        </p:spPr>
        <p:txBody>
          <a:bodyPr/>
          <a:lstStyle/>
          <a:p>
            <a:pPr>
              <a:defRPr/>
            </a:pPr>
            <a:r>
              <a:rPr lang="en-US" sz="2000" dirty="0">
                <a:hlinkClick r:id="rId3"/>
              </a:rPr>
              <a:t>https://stackoverflow.com/questions/45016234/what-is-idempotency-in-http-methods#45019073</a:t>
            </a:r>
            <a:r>
              <a:rPr lang="en-US" sz="2000" dirty="0"/>
              <a:t> </a:t>
            </a:r>
          </a:p>
        </p:txBody>
      </p:sp>
      <p:sp>
        <p:nvSpPr>
          <p:cNvPr id="15364" name="Date Placeholder 3">
            <a:extLst>
              <a:ext uri="{FF2B5EF4-FFF2-40B4-BE49-F238E27FC236}">
                <a16:creationId xmlns:a16="http://schemas.microsoft.com/office/drawing/2014/main" id="{DBED2A96-3652-8FA1-1787-7AE7D9F92269}"/>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94EA34E1-C4EE-494A-AA75-E982718FCE4B}" type="datetime1">
              <a:rPr lang="en-US" altLang="en-US" sz="1200" smtClean="0">
                <a:solidFill>
                  <a:srgbClr val="898989"/>
                </a:solidFill>
                <a:latin typeface="Arial" panose="020B0604020202020204" pitchFamily="34" charset="0"/>
              </a:rPr>
              <a:pPr>
                <a:spcBef>
                  <a:spcPct val="0"/>
                </a:spcBef>
                <a:buFontTx/>
                <a:buNone/>
              </a:pPr>
              <a:t>5/19/2025</a:t>
            </a:fld>
            <a:endParaRPr lang="en-US" altLang="en-US" sz="1200">
              <a:solidFill>
                <a:srgbClr val="898989"/>
              </a:solidFill>
              <a:latin typeface="Arial" panose="020B0604020202020204" pitchFamily="34" charset="0"/>
            </a:endParaRPr>
          </a:p>
        </p:txBody>
      </p:sp>
      <p:sp>
        <p:nvSpPr>
          <p:cNvPr id="15365" name="Footer Placeholder 4">
            <a:extLst>
              <a:ext uri="{FF2B5EF4-FFF2-40B4-BE49-F238E27FC236}">
                <a16:creationId xmlns:a16="http://schemas.microsoft.com/office/drawing/2014/main" id="{B25FA01E-DFF5-19C5-6B59-B25EA099087E}"/>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latin typeface="Arial" panose="020B0604020202020204" pitchFamily="34" charset="0"/>
              </a:rPr>
              <a:t>AdvJ Session1,2 –Servlet, Web application</a:t>
            </a:r>
          </a:p>
        </p:txBody>
      </p:sp>
      <p:sp>
        <p:nvSpPr>
          <p:cNvPr id="15366" name="Slide Number Placeholder 5">
            <a:extLst>
              <a:ext uri="{FF2B5EF4-FFF2-40B4-BE49-F238E27FC236}">
                <a16:creationId xmlns:a16="http://schemas.microsoft.com/office/drawing/2014/main" id="{93DAD6A9-DE6D-0472-DC95-546E03B8DE6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7086469-515C-444B-A412-E965F6BBB4C2}" type="slidenum">
              <a:rPr lang="en-US" altLang="en-US" sz="1200" smtClean="0">
                <a:solidFill>
                  <a:srgbClr val="898989"/>
                </a:solidFill>
                <a:latin typeface="Arial" panose="020B0604020202020204" pitchFamily="34" charset="0"/>
              </a:rPr>
              <a:pPr>
                <a:spcBef>
                  <a:spcPct val="0"/>
                </a:spcBef>
                <a:buFontTx/>
                <a:buNone/>
              </a:pPr>
              <a:t>13</a:t>
            </a:fld>
            <a:r>
              <a:rPr lang="en-US" altLang="en-US" sz="1200">
                <a:solidFill>
                  <a:srgbClr val="898989"/>
                </a:solidFill>
                <a:latin typeface="Arial" panose="020B0604020202020204" pitchFamily="34" charset="0"/>
              </a:rPr>
              <a:t>/41</a:t>
            </a:r>
          </a:p>
        </p:txBody>
      </p:sp>
      <p:pic>
        <p:nvPicPr>
          <p:cNvPr id="15367" name="Picture 2">
            <a:extLst>
              <a:ext uri="{FF2B5EF4-FFF2-40B4-BE49-F238E27FC236}">
                <a16:creationId xmlns:a16="http://schemas.microsoft.com/office/drawing/2014/main" id="{A7A69966-5726-61BA-8119-19FFE186FC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752600"/>
            <a:ext cx="6858000" cy="377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4">
            <a:extLst>
              <a:ext uri="{FF2B5EF4-FFF2-40B4-BE49-F238E27FC236}">
                <a16:creationId xmlns:a16="http://schemas.microsoft.com/office/drawing/2014/main" id="{65033CBF-B8CF-FED4-B228-E7945E7F6A15}"/>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latin typeface="Arial" panose="020B0604020202020204" pitchFamily="34" charset="0"/>
              </a:rPr>
              <a:t>AdvJ Session1,2 –Servlet, Web application</a:t>
            </a:r>
          </a:p>
        </p:txBody>
      </p:sp>
      <p:sp>
        <p:nvSpPr>
          <p:cNvPr id="17411" name="Slide Number Placeholder 5">
            <a:extLst>
              <a:ext uri="{FF2B5EF4-FFF2-40B4-BE49-F238E27FC236}">
                <a16:creationId xmlns:a16="http://schemas.microsoft.com/office/drawing/2014/main" id="{62714F47-8DE5-13B6-C4B3-BBDDFFA336A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76ED92D-C4EB-4FE7-9C65-AF068ECB2086}" type="slidenum">
              <a:rPr lang="en-US" altLang="en-US" sz="1200" smtClean="0">
                <a:solidFill>
                  <a:srgbClr val="898989"/>
                </a:solidFill>
                <a:latin typeface="Arial" panose="020B0604020202020204" pitchFamily="34" charset="0"/>
              </a:rPr>
              <a:pPr>
                <a:spcBef>
                  <a:spcPct val="0"/>
                </a:spcBef>
                <a:buFontTx/>
                <a:buNone/>
              </a:pPr>
              <a:t>14</a:t>
            </a:fld>
            <a:r>
              <a:rPr lang="en-US" altLang="en-US" sz="1200">
                <a:solidFill>
                  <a:srgbClr val="898989"/>
                </a:solidFill>
                <a:latin typeface="Arial" panose="020B0604020202020204" pitchFamily="34" charset="0"/>
              </a:rPr>
              <a:t>/41</a:t>
            </a:r>
          </a:p>
        </p:txBody>
      </p:sp>
      <p:sp>
        <p:nvSpPr>
          <p:cNvPr id="17412" name="Rectangle 2">
            <a:extLst>
              <a:ext uri="{FF2B5EF4-FFF2-40B4-BE49-F238E27FC236}">
                <a16:creationId xmlns:a16="http://schemas.microsoft.com/office/drawing/2014/main" id="{0CA85BA0-CF03-98FB-3508-48285BE2E6A7}"/>
              </a:ext>
            </a:extLst>
          </p:cNvPr>
          <p:cNvSpPr>
            <a:spLocks noGrp="1"/>
          </p:cNvSpPr>
          <p:nvPr>
            <p:ph type="title"/>
          </p:nvPr>
        </p:nvSpPr>
        <p:spPr/>
        <p:txBody>
          <a:bodyPr/>
          <a:lstStyle/>
          <a:p>
            <a:r>
              <a:rPr lang="en-US" altLang="en-US" dirty="0">
                <a:latin typeface="Calibri" panose="020F0502020204030204" pitchFamily="34" charset="0"/>
              </a:rPr>
              <a:t>HTTP Responses</a:t>
            </a:r>
          </a:p>
        </p:txBody>
      </p:sp>
      <p:sp>
        <p:nvSpPr>
          <p:cNvPr id="17413" name="Rectangle 3">
            <a:extLst>
              <a:ext uri="{FF2B5EF4-FFF2-40B4-BE49-F238E27FC236}">
                <a16:creationId xmlns:a16="http://schemas.microsoft.com/office/drawing/2014/main" id="{1A2B57EA-59EA-9610-6761-5BAF5CB6FAB6}"/>
              </a:ext>
            </a:extLst>
          </p:cNvPr>
          <p:cNvSpPr>
            <a:spLocks noGrp="1"/>
          </p:cNvSpPr>
          <p:nvPr>
            <p:ph type="body" idx="1"/>
          </p:nvPr>
        </p:nvSpPr>
        <p:spPr/>
        <p:txBody>
          <a:bodyPr/>
          <a:lstStyle/>
          <a:p>
            <a:pPr>
              <a:lnSpc>
                <a:spcPct val="80000"/>
              </a:lnSpc>
              <a:buClrTx/>
              <a:buSzTx/>
              <a:buFont typeface="Arial" panose="020B0604020202020204" pitchFamily="34" charset="0"/>
              <a:buChar char="•"/>
            </a:pPr>
            <a:r>
              <a:rPr lang="en-US" altLang="en-US" sz="2000" dirty="0">
                <a:latin typeface="Calibri" panose="020F0502020204030204" pitchFamily="34" charset="0"/>
              </a:rPr>
              <a:t>An HTTP response contains</a:t>
            </a:r>
          </a:p>
          <a:p>
            <a:pPr lvl="1">
              <a:lnSpc>
                <a:spcPct val="80000"/>
              </a:lnSpc>
            </a:pPr>
            <a:r>
              <a:rPr lang="en-US" altLang="en-US" sz="2000" b="1" i="1" dirty="0">
                <a:solidFill>
                  <a:srgbClr val="0000FF"/>
                </a:solidFill>
                <a:latin typeface="Courier New" panose="02070309020205020404" pitchFamily="49" charset="0"/>
              </a:rPr>
              <a:t>a result code </a:t>
            </a:r>
          </a:p>
          <a:p>
            <a:pPr lvl="1">
              <a:lnSpc>
                <a:spcPct val="80000"/>
              </a:lnSpc>
            </a:pPr>
            <a:r>
              <a:rPr lang="en-US" altLang="en-US" sz="2000" b="1" i="1" dirty="0">
                <a:solidFill>
                  <a:srgbClr val="0000FF"/>
                </a:solidFill>
                <a:latin typeface="Courier New" panose="02070309020205020404" pitchFamily="49" charset="0"/>
              </a:rPr>
              <a:t>header fields</a:t>
            </a:r>
          </a:p>
          <a:p>
            <a:pPr lvl="1">
              <a:lnSpc>
                <a:spcPct val="80000"/>
              </a:lnSpc>
            </a:pPr>
            <a:r>
              <a:rPr lang="en-US" altLang="en-US" sz="2000" b="1" i="1" dirty="0">
                <a:solidFill>
                  <a:srgbClr val="0000FF"/>
                </a:solidFill>
                <a:latin typeface="Courier New" panose="02070309020205020404" pitchFamily="49" charset="0"/>
              </a:rPr>
              <a:t>a body</a:t>
            </a:r>
          </a:p>
          <a:p>
            <a:pPr>
              <a:lnSpc>
                <a:spcPct val="80000"/>
              </a:lnSpc>
              <a:buClrTx/>
              <a:buSzTx/>
              <a:buFont typeface="Arial" panose="020B0604020202020204" pitchFamily="34" charset="0"/>
              <a:buChar char="•"/>
            </a:pPr>
            <a:r>
              <a:rPr lang="en-US" altLang="en-US" sz="2000" dirty="0">
                <a:latin typeface="Calibri" panose="020F0502020204030204" pitchFamily="34" charset="0"/>
              </a:rPr>
              <a:t>The HTTP protocol expects the result code and all header fields to be returned before any body content</a:t>
            </a:r>
          </a:p>
          <a:p>
            <a:pPr>
              <a:lnSpc>
                <a:spcPct val="80000"/>
              </a:lnSpc>
              <a:buClrTx/>
              <a:buSzTx/>
              <a:buFont typeface="Arial" panose="020B0604020202020204" pitchFamily="34" charset="0"/>
              <a:buChar char="•"/>
            </a:pPr>
            <a:r>
              <a:rPr lang="en-US" altLang="en-US" sz="2000" dirty="0">
                <a:latin typeface="Calibri" panose="020F0502020204030204" pitchFamily="34" charset="0"/>
              </a:rPr>
              <a:t>Some commonly used status codes include: </a:t>
            </a:r>
          </a:p>
          <a:p>
            <a:pPr lvl="1">
              <a:lnSpc>
                <a:spcPct val="80000"/>
              </a:lnSpc>
            </a:pPr>
            <a:r>
              <a:rPr lang="en-US" altLang="en-US" sz="1800" b="1" dirty="0">
                <a:solidFill>
                  <a:srgbClr val="0000FF"/>
                </a:solidFill>
                <a:latin typeface="Courier New" panose="02070309020205020404" pitchFamily="49" charset="0"/>
              </a:rPr>
              <a:t>404</a:t>
            </a:r>
            <a:r>
              <a:rPr lang="en-US" altLang="en-US" sz="1800" b="1" i="1" dirty="0">
                <a:solidFill>
                  <a:srgbClr val="993300"/>
                </a:solidFill>
                <a:latin typeface="Courier New" panose="02070309020205020404" pitchFamily="49" charset="0"/>
              </a:rPr>
              <a:t> - indicates that the requested resource is not available. </a:t>
            </a:r>
          </a:p>
          <a:p>
            <a:pPr lvl="1">
              <a:lnSpc>
                <a:spcPct val="80000"/>
              </a:lnSpc>
            </a:pPr>
            <a:r>
              <a:rPr lang="en-US" altLang="en-US" sz="1800" b="1" dirty="0">
                <a:solidFill>
                  <a:srgbClr val="0000FF"/>
                </a:solidFill>
                <a:latin typeface="Courier New" panose="02070309020205020404" pitchFamily="49" charset="0"/>
              </a:rPr>
              <a:t>401</a:t>
            </a:r>
            <a:r>
              <a:rPr lang="en-US" altLang="en-US" sz="1800" b="1" i="1" dirty="0">
                <a:solidFill>
                  <a:srgbClr val="993300"/>
                </a:solidFill>
                <a:latin typeface="Courier New" panose="02070309020205020404" pitchFamily="49" charset="0"/>
              </a:rPr>
              <a:t> - indicates that the request requires HTTP authentication. </a:t>
            </a:r>
          </a:p>
          <a:p>
            <a:pPr lvl="1">
              <a:lnSpc>
                <a:spcPct val="80000"/>
              </a:lnSpc>
            </a:pPr>
            <a:r>
              <a:rPr lang="en-US" altLang="en-US" sz="1800" b="1" dirty="0">
                <a:solidFill>
                  <a:srgbClr val="0000FF"/>
                </a:solidFill>
                <a:latin typeface="Courier New" panose="02070309020205020404" pitchFamily="49" charset="0"/>
              </a:rPr>
              <a:t>500</a:t>
            </a:r>
            <a:r>
              <a:rPr lang="en-US" altLang="en-US" sz="1800" b="1" i="1" dirty="0">
                <a:solidFill>
                  <a:srgbClr val="993300"/>
                </a:solidFill>
                <a:latin typeface="Courier New" panose="02070309020205020404" pitchFamily="49" charset="0"/>
              </a:rPr>
              <a:t> - indicates an error inside the HTTP server which prevented it from fulfilling the request. </a:t>
            </a:r>
          </a:p>
          <a:p>
            <a:pPr lvl="1">
              <a:lnSpc>
                <a:spcPct val="80000"/>
              </a:lnSpc>
            </a:pPr>
            <a:r>
              <a:rPr lang="en-US" altLang="en-US" sz="1800" b="1" dirty="0">
                <a:solidFill>
                  <a:srgbClr val="0000FF"/>
                </a:solidFill>
                <a:latin typeface="Courier New" panose="02070309020205020404" pitchFamily="49" charset="0"/>
              </a:rPr>
              <a:t>503</a:t>
            </a:r>
            <a:r>
              <a:rPr lang="en-US" altLang="en-US" sz="1800" b="1" i="1" dirty="0">
                <a:solidFill>
                  <a:srgbClr val="993300"/>
                </a:solidFill>
                <a:latin typeface="Courier New" panose="02070309020205020404" pitchFamily="49" charset="0"/>
              </a:rPr>
              <a:t> - indicates that the HTTP server is temporarily overloaded, and unable to handle the request.</a:t>
            </a:r>
            <a:r>
              <a:rPr lang="en-US" altLang="en-US" sz="1800" dirty="0"/>
              <a:t> </a:t>
            </a:r>
          </a:p>
          <a:p>
            <a:pPr>
              <a:lnSpc>
                <a:spcPct val="80000"/>
              </a:lnSpc>
              <a:buClrTx/>
              <a:buSzTx/>
              <a:buFont typeface="Arial" panose="020B0604020202020204" pitchFamily="34" charset="0"/>
              <a:buChar char="•"/>
            </a:pPr>
            <a:endParaRPr lang="en-US" altLang="en-US" sz="2000" dirty="0">
              <a:latin typeface="Calibri" panose="020F050202020403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ooter Placeholder 4">
            <a:extLst>
              <a:ext uri="{FF2B5EF4-FFF2-40B4-BE49-F238E27FC236}">
                <a16:creationId xmlns:a16="http://schemas.microsoft.com/office/drawing/2014/main" id="{AAD204CD-45C6-3379-5475-088C67954692}"/>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latin typeface="Arial" panose="020B0604020202020204" pitchFamily="34" charset="0"/>
              </a:rPr>
              <a:t>AdvJ Session1,2 –Servlet, Web application</a:t>
            </a:r>
          </a:p>
        </p:txBody>
      </p:sp>
      <p:sp>
        <p:nvSpPr>
          <p:cNvPr id="18435" name="Slide Number Placeholder 5">
            <a:extLst>
              <a:ext uri="{FF2B5EF4-FFF2-40B4-BE49-F238E27FC236}">
                <a16:creationId xmlns:a16="http://schemas.microsoft.com/office/drawing/2014/main" id="{9B0EC711-A2B3-2F43-9AE8-93E774A1BB1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F3EB846-B263-46DE-A720-67FABEDEDBCD}" type="slidenum">
              <a:rPr lang="en-US" altLang="en-US" sz="1200" smtClean="0">
                <a:solidFill>
                  <a:srgbClr val="898989"/>
                </a:solidFill>
                <a:latin typeface="Arial" panose="020B0604020202020204" pitchFamily="34" charset="0"/>
              </a:rPr>
              <a:pPr>
                <a:spcBef>
                  <a:spcPct val="0"/>
                </a:spcBef>
                <a:buFontTx/>
                <a:buNone/>
              </a:pPr>
              <a:t>15</a:t>
            </a:fld>
            <a:r>
              <a:rPr lang="en-US" altLang="en-US" sz="1200">
                <a:solidFill>
                  <a:srgbClr val="898989"/>
                </a:solidFill>
                <a:latin typeface="Arial" panose="020B0604020202020204" pitchFamily="34" charset="0"/>
              </a:rPr>
              <a:t>/41</a:t>
            </a:r>
          </a:p>
        </p:txBody>
      </p:sp>
      <p:sp>
        <p:nvSpPr>
          <p:cNvPr id="18436" name="Rectangle 2">
            <a:extLst>
              <a:ext uri="{FF2B5EF4-FFF2-40B4-BE49-F238E27FC236}">
                <a16:creationId xmlns:a16="http://schemas.microsoft.com/office/drawing/2014/main" id="{94A32DB4-8E43-7CA4-B9A5-AB9277718EFE}"/>
              </a:ext>
            </a:extLst>
          </p:cNvPr>
          <p:cNvSpPr>
            <a:spLocks noGrp="1"/>
          </p:cNvSpPr>
          <p:nvPr>
            <p:ph type="title"/>
          </p:nvPr>
        </p:nvSpPr>
        <p:spPr/>
        <p:txBody>
          <a:bodyPr/>
          <a:lstStyle/>
          <a:p>
            <a:r>
              <a:rPr lang="en-US" altLang="en-US">
                <a:latin typeface="Calibri" panose="020F0502020204030204" pitchFamily="34" charset="0"/>
              </a:rPr>
              <a:t>HTTP 1.1 Status Codes</a:t>
            </a:r>
          </a:p>
        </p:txBody>
      </p:sp>
      <p:sp>
        <p:nvSpPr>
          <p:cNvPr id="18437" name="Rectangle 3">
            <a:extLst>
              <a:ext uri="{FF2B5EF4-FFF2-40B4-BE49-F238E27FC236}">
                <a16:creationId xmlns:a16="http://schemas.microsoft.com/office/drawing/2014/main" id="{0D2C33DE-DBD9-4449-A800-42A5D660EBD8}"/>
              </a:ext>
            </a:extLst>
          </p:cNvPr>
          <p:cNvSpPr>
            <a:spLocks noGrp="1"/>
          </p:cNvSpPr>
          <p:nvPr>
            <p:ph type="body" idx="1"/>
          </p:nvPr>
        </p:nvSpPr>
        <p:spPr/>
        <p:txBody>
          <a:bodyPr/>
          <a:lstStyle/>
          <a:p>
            <a:pPr marL="609600" indent="-609600">
              <a:lnSpc>
                <a:spcPct val="80000"/>
              </a:lnSpc>
              <a:buClrTx/>
              <a:buSzTx/>
              <a:buFontTx/>
              <a:buAutoNum type="arabicPlain" startAt="101"/>
            </a:pPr>
            <a:r>
              <a:rPr lang="en-US" altLang="en-US" sz="1800" dirty="0">
                <a:solidFill>
                  <a:srgbClr val="2119C7"/>
                </a:solidFill>
                <a:latin typeface="Calibri" panose="020F0502020204030204" pitchFamily="34" charset="0"/>
              </a:rPr>
              <a:t> </a:t>
            </a:r>
            <a:r>
              <a:rPr lang="en-US" altLang="en-US" sz="1800" i="1" dirty="0">
                <a:solidFill>
                  <a:srgbClr val="2119C7"/>
                </a:solidFill>
                <a:latin typeface="Courier New" panose="02070309020205020404" pitchFamily="49" charset="0"/>
              </a:rPr>
              <a:t>Switching</a:t>
            </a:r>
            <a:r>
              <a:rPr lang="en-US" altLang="en-US" sz="1800" i="1" dirty="0">
                <a:latin typeface="Courier New" panose="02070309020205020404" pitchFamily="49" charset="0"/>
              </a:rPr>
              <a:t> </a:t>
            </a:r>
            <a:r>
              <a:rPr lang="en-US" altLang="en-US" sz="1800" i="1" dirty="0">
                <a:solidFill>
                  <a:srgbClr val="2119C7"/>
                </a:solidFill>
                <a:latin typeface="Courier New" panose="02070309020205020404" pitchFamily="49" charset="0"/>
              </a:rPr>
              <a:t>Protocols</a:t>
            </a:r>
            <a:r>
              <a:rPr lang="en-US" altLang="en-US" sz="1800" i="1" dirty="0">
                <a:latin typeface="Courier New" panose="02070309020205020404" pitchFamily="49" charset="0"/>
              </a:rPr>
              <a:t> </a:t>
            </a:r>
          </a:p>
          <a:p>
            <a:pPr marL="609600" indent="-609600">
              <a:lnSpc>
                <a:spcPct val="80000"/>
              </a:lnSpc>
              <a:buClrTx/>
              <a:buSzTx/>
              <a:buFontTx/>
              <a:buNone/>
            </a:pPr>
            <a:r>
              <a:rPr lang="en-US" altLang="en-US" sz="1800" i="1" dirty="0">
                <a:latin typeface="Calibri" panose="020F0502020204030204" pitchFamily="34" charset="0"/>
              </a:rPr>
              <a:t>	</a:t>
            </a:r>
            <a:r>
              <a:rPr lang="en-US" altLang="en-US" sz="1800" i="1" dirty="0">
                <a:latin typeface="Courier New" panose="02070309020205020404" pitchFamily="49" charset="0"/>
              </a:rPr>
              <a:t>Server will comply with Upgrade header and change to different protocol. (New in HTTP 1.1) </a:t>
            </a:r>
          </a:p>
          <a:p>
            <a:pPr marL="609600" indent="-609600">
              <a:lnSpc>
                <a:spcPct val="80000"/>
              </a:lnSpc>
              <a:buClrTx/>
              <a:buSzTx/>
              <a:buFontTx/>
              <a:buAutoNum type="arabicPlain" startAt="200"/>
            </a:pPr>
            <a:r>
              <a:rPr lang="en-US" altLang="en-US" sz="1800" dirty="0">
                <a:solidFill>
                  <a:srgbClr val="2119C7"/>
                </a:solidFill>
                <a:latin typeface="Calibri" panose="020F0502020204030204" pitchFamily="34" charset="0"/>
              </a:rPr>
              <a:t> </a:t>
            </a:r>
            <a:r>
              <a:rPr lang="en-US" altLang="en-US" sz="1800" i="1" dirty="0">
                <a:solidFill>
                  <a:srgbClr val="2119C7"/>
                </a:solidFill>
                <a:latin typeface="Courier New" panose="02070309020205020404" pitchFamily="49" charset="0"/>
              </a:rPr>
              <a:t>OK</a:t>
            </a:r>
            <a:r>
              <a:rPr lang="en-US" altLang="en-US" sz="1800" i="1" dirty="0">
                <a:latin typeface="Courier New" panose="02070309020205020404" pitchFamily="49" charset="0"/>
              </a:rPr>
              <a:t> </a:t>
            </a:r>
            <a:r>
              <a:rPr lang="en-US" altLang="en-US" sz="1800" dirty="0">
                <a:latin typeface="Courier New" panose="02070309020205020404" pitchFamily="49" charset="0"/>
              </a:rPr>
              <a:t> </a:t>
            </a:r>
            <a:r>
              <a:rPr lang="en-US" altLang="en-US" sz="1800" dirty="0">
                <a:latin typeface="Calibri" panose="020F0502020204030204" pitchFamily="34" charset="0"/>
              </a:rPr>
              <a:t> </a:t>
            </a:r>
          </a:p>
          <a:p>
            <a:pPr marL="609600" indent="-609600">
              <a:lnSpc>
                <a:spcPct val="80000"/>
              </a:lnSpc>
              <a:buClrTx/>
              <a:buSzTx/>
              <a:buFontTx/>
              <a:buNone/>
            </a:pPr>
            <a:r>
              <a:rPr lang="en-US" altLang="en-US" sz="1800" i="1" dirty="0">
                <a:latin typeface="Calibri" panose="020F0502020204030204" pitchFamily="34" charset="0"/>
              </a:rPr>
              <a:t>	</a:t>
            </a:r>
            <a:r>
              <a:rPr lang="en-US" altLang="en-US" sz="1800" i="1" dirty="0">
                <a:latin typeface="Courier New" panose="02070309020205020404" pitchFamily="49" charset="0"/>
              </a:rPr>
              <a:t>Everything's fine; document follows for GET and POST requests. This is the default for servlets; if you don't use </a:t>
            </a:r>
            <a:r>
              <a:rPr lang="en-US" altLang="en-US" sz="1800" i="1" dirty="0" err="1">
                <a:latin typeface="Courier New" panose="02070309020205020404" pitchFamily="49" charset="0"/>
              </a:rPr>
              <a:t>setStatus</a:t>
            </a:r>
            <a:r>
              <a:rPr lang="en-US" altLang="en-US" sz="1800" i="1" dirty="0">
                <a:latin typeface="Courier New" panose="02070309020205020404" pitchFamily="49" charset="0"/>
              </a:rPr>
              <a:t>, you'll get this. </a:t>
            </a:r>
          </a:p>
          <a:p>
            <a:pPr marL="609600" indent="-609600">
              <a:lnSpc>
                <a:spcPct val="80000"/>
              </a:lnSpc>
              <a:buClrTx/>
              <a:buSzTx/>
              <a:buFontTx/>
              <a:buAutoNum type="arabicPlain" startAt="201"/>
            </a:pPr>
            <a:r>
              <a:rPr lang="en-US" altLang="en-US" sz="1800" dirty="0">
                <a:solidFill>
                  <a:srgbClr val="2119C7"/>
                </a:solidFill>
                <a:latin typeface="Calibri" panose="020F0502020204030204" pitchFamily="34" charset="0"/>
              </a:rPr>
              <a:t> </a:t>
            </a:r>
            <a:r>
              <a:rPr lang="en-US" altLang="en-US" sz="1800" i="1" dirty="0">
                <a:solidFill>
                  <a:srgbClr val="2119C7"/>
                </a:solidFill>
                <a:latin typeface="Courier New" panose="02070309020205020404" pitchFamily="49" charset="0"/>
              </a:rPr>
              <a:t>Created</a:t>
            </a:r>
            <a:r>
              <a:rPr lang="en-US" altLang="en-US" sz="1800" i="1" dirty="0">
                <a:latin typeface="Courier New" panose="02070309020205020404" pitchFamily="49" charset="0"/>
              </a:rPr>
              <a:t>  </a:t>
            </a:r>
          </a:p>
          <a:p>
            <a:pPr marL="609600" indent="-609600">
              <a:lnSpc>
                <a:spcPct val="80000"/>
              </a:lnSpc>
              <a:buClrTx/>
              <a:buSzTx/>
              <a:buFontTx/>
              <a:buNone/>
            </a:pPr>
            <a:r>
              <a:rPr lang="en-US" altLang="en-US" sz="1800" i="1" dirty="0">
                <a:latin typeface="Calibri" panose="020F0502020204030204" pitchFamily="34" charset="0"/>
              </a:rPr>
              <a:t>	</a:t>
            </a:r>
            <a:r>
              <a:rPr lang="en-US" altLang="en-US" sz="1800" i="1" dirty="0">
                <a:latin typeface="Courier New" panose="02070309020205020404" pitchFamily="49" charset="0"/>
              </a:rPr>
              <a:t>Server created a document; the Location header indicates its URL. </a:t>
            </a:r>
          </a:p>
          <a:p>
            <a:pPr marL="609600" indent="-609600">
              <a:lnSpc>
                <a:spcPct val="80000"/>
              </a:lnSpc>
              <a:buClrTx/>
              <a:buSzTx/>
              <a:buFont typeface="Arial" panose="020B0604020202020204" pitchFamily="34" charset="0"/>
              <a:buNone/>
            </a:pPr>
            <a:r>
              <a:rPr lang="en-US" altLang="en-US" sz="1800" dirty="0">
                <a:latin typeface="Calibri" panose="020F0502020204030204" pitchFamily="34" charset="0"/>
              </a:rPr>
              <a:t> </a:t>
            </a:r>
            <a:r>
              <a:rPr lang="en-US" altLang="en-US" sz="1800" dirty="0">
                <a:solidFill>
                  <a:srgbClr val="2119C7"/>
                </a:solidFill>
                <a:latin typeface="Calibri" panose="020F0502020204030204" pitchFamily="34" charset="0"/>
              </a:rPr>
              <a:t>202 </a:t>
            </a:r>
            <a:r>
              <a:rPr lang="en-US" altLang="en-US" sz="1800" i="1" dirty="0">
                <a:solidFill>
                  <a:srgbClr val="2119C7"/>
                </a:solidFill>
                <a:latin typeface="Courier New" panose="02070309020205020404" pitchFamily="49" charset="0"/>
              </a:rPr>
              <a:t>Accepted</a:t>
            </a:r>
            <a:r>
              <a:rPr lang="en-US" altLang="en-US" sz="1800" i="1" dirty="0">
                <a:latin typeface="Courier New" panose="02070309020205020404" pitchFamily="49" charset="0"/>
              </a:rPr>
              <a:t> </a:t>
            </a:r>
            <a:r>
              <a:rPr lang="en-US" altLang="en-US" sz="1800" i="1" dirty="0">
                <a:latin typeface="Calibri" panose="020F0502020204030204" pitchFamily="34" charset="0"/>
              </a:rPr>
              <a:t> </a:t>
            </a:r>
          </a:p>
          <a:p>
            <a:pPr marL="609600" indent="-609600">
              <a:lnSpc>
                <a:spcPct val="80000"/>
              </a:lnSpc>
              <a:buClrTx/>
              <a:buSzTx/>
              <a:buFont typeface="Arial" panose="020B0604020202020204" pitchFamily="34" charset="0"/>
              <a:buNone/>
            </a:pPr>
            <a:r>
              <a:rPr lang="en-US" altLang="en-US" sz="1800" dirty="0">
                <a:latin typeface="Calibri" panose="020F0502020204030204" pitchFamily="34" charset="0"/>
              </a:rPr>
              <a:t>	</a:t>
            </a:r>
            <a:r>
              <a:rPr lang="en-US" altLang="en-US" sz="1800" i="1" dirty="0">
                <a:latin typeface="Courier New" panose="02070309020205020404" pitchFamily="49" charset="0"/>
              </a:rPr>
              <a:t>Request is being acted upon, but processing is not completed.</a:t>
            </a:r>
            <a:r>
              <a:rPr lang="en-US" altLang="en-US" sz="1800" i="1" dirty="0">
                <a:latin typeface="Calibri" panose="020F0502020204030204" pitchFamily="34" charset="0"/>
              </a:rPr>
              <a:t> </a:t>
            </a:r>
          </a:p>
          <a:p>
            <a:pPr marL="609600" indent="-609600">
              <a:lnSpc>
                <a:spcPct val="80000"/>
              </a:lnSpc>
              <a:buClrTx/>
              <a:buSzTx/>
              <a:buFont typeface="Arial" panose="020B0604020202020204" pitchFamily="34" charset="0"/>
              <a:buNone/>
            </a:pPr>
            <a:r>
              <a:rPr lang="en-US" altLang="en-US" sz="1800" dirty="0">
                <a:latin typeface="Calibri" panose="020F0502020204030204" pitchFamily="34" charset="0"/>
              </a:rPr>
              <a:t> </a:t>
            </a:r>
            <a:r>
              <a:rPr lang="en-US" altLang="en-US" sz="1800" dirty="0">
                <a:solidFill>
                  <a:srgbClr val="2119C7"/>
                </a:solidFill>
                <a:latin typeface="Calibri" panose="020F0502020204030204" pitchFamily="34" charset="0"/>
              </a:rPr>
              <a:t>203 </a:t>
            </a:r>
            <a:r>
              <a:rPr lang="en-US" altLang="en-US" sz="1800" i="1" dirty="0">
                <a:solidFill>
                  <a:srgbClr val="2119C7"/>
                </a:solidFill>
                <a:latin typeface="Courier New" panose="02070309020205020404" pitchFamily="49" charset="0"/>
              </a:rPr>
              <a:t>Non-Authoritative Information</a:t>
            </a:r>
            <a:r>
              <a:rPr lang="en-US" altLang="en-US" sz="1800" dirty="0">
                <a:latin typeface="Calibri" panose="020F0502020204030204" pitchFamily="34" charset="0"/>
              </a:rPr>
              <a:t>   </a:t>
            </a:r>
          </a:p>
          <a:p>
            <a:pPr marL="609600" indent="-609600">
              <a:lnSpc>
                <a:spcPct val="80000"/>
              </a:lnSpc>
              <a:buClrTx/>
              <a:buSzTx/>
              <a:buFont typeface="Arial" panose="020B0604020202020204" pitchFamily="34" charset="0"/>
              <a:buNone/>
            </a:pPr>
            <a:r>
              <a:rPr lang="en-US" altLang="en-US" sz="1800" dirty="0">
                <a:latin typeface="Calibri" panose="020F0502020204030204" pitchFamily="34" charset="0"/>
              </a:rPr>
              <a:t>	</a:t>
            </a:r>
            <a:r>
              <a:rPr lang="en-US" altLang="en-US" sz="1800" i="1" dirty="0">
                <a:solidFill>
                  <a:srgbClr val="993300"/>
                </a:solidFill>
                <a:latin typeface="Courier New" panose="02070309020205020404" pitchFamily="49" charset="0"/>
              </a:rPr>
              <a:t>Document is being returned normally, but some of the response headers might be incorrect since a document copy is being used. </a:t>
            </a:r>
          </a:p>
          <a:p>
            <a:pPr marL="609600" indent="-609600">
              <a:lnSpc>
                <a:spcPct val="80000"/>
              </a:lnSpc>
              <a:buClrTx/>
              <a:buSzTx/>
              <a:buFont typeface="Arial" panose="020B0604020202020204" pitchFamily="34" charset="0"/>
              <a:buChar char="•"/>
            </a:pPr>
            <a:endParaRPr lang="en-US" altLang="en-US" sz="1800" dirty="0">
              <a:latin typeface="Calibri" panose="020F050202020403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95A7E392-1B5E-9207-AB81-0E8B2DCB812E}"/>
              </a:ext>
            </a:extLst>
          </p:cNvPr>
          <p:cNvSpPr>
            <a:spLocks noGrp="1"/>
          </p:cNvSpPr>
          <p:nvPr>
            <p:ph type="title"/>
          </p:nvPr>
        </p:nvSpPr>
        <p:spPr/>
        <p:txBody>
          <a:bodyPr/>
          <a:lstStyle/>
          <a:p>
            <a:r>
              <a:rPr lang="en-US" altLang="en-US">
                <a:latin typeface="Calibri" panose="020F0502020204030204" pitchFamily="34" charset="0"/>
              </a:rPr>
              <a:t>HTTP Response Sample</a:t>
            </a:r>
            <a:endParaRPr lang="en-US" altLang="en-US"/>
          </a:p>
        </p:txBody>
      </p:sp>
      <p:sp>
        <p:nvSpPr>
          <p:cNvPr id="3" name="Content Placeholder 2">
            <a:extLst>
              <a:ext uri="{FF2B5EF4-FFF2-40B4-BE49-F238E27FC236}">
                <a16:creationId xmlns:a16="http://schemas.microsoft.com/office/drawing/2014/main" id="{EE19D503-57E0-BC69-A021-10A2F6D3277B}"/>
              </a:ext>
            </a:extLst>
          </p:cNvPr>
          <p:cNvSpPr>
            <a:spLocks noGrp="1"/>
          </p:cNvSpPr>
          <p:nvPr>
            <p:ph idx="1"/>
          </p:nvPr>
        </p:nvSpPr>
        <p:spPr/>
        <p:txBody>
          <a:bodyPr/>
          <a:lstStyle/>
          <a:p>
            <a:pPr>
              <a:defRPr/>
            </a:pPr>
            <a:endParaRPr lang="en-US"/>
          </a:p>
        </p:txBody>
      </p:sp>
      <p:sp>
        <p:nvSpPr>
          <p:cNvPr id="19460" name="Date Placeholder 3">
            <a:extLst>
              <a:ext uri="{FF2B5EF4-FFF2-40B4-BE49-F238E27FC236}">
                <a16:creationId xmlns:a16="http://schemas.microsoft.com/office/drawing/2014/main" id="{B4A105C2-E42D-1BE6-C337-2DE82107AD8B}"/>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349046C-1CF9-4C75-A11B-BD1A04347B56}" type="datetime1">
              <a:rPr lang="en-US" altLang="en-US" sz="1200" smtClean="0">
                <a:solidFill>
                  <a:srgbClr val="898989"/>
                </a:solidFill>
                <a:latin typeface="Arial" panose="020B0604020202020204" pitchFamily="34" charset="0"/>
              </a:rPr>
              <a:pPr>
                <a:spcBef>
                  <a:spcPct val="0"/>
                </a:spcBef>
                <a:buFontTx/>
                <a:buNone/>
              </a:pPr>
              <a:t>5/19/2025</a:t>
            </a:fld>
            <a:endParaRPr lang="en-US" altLang="en-US" sz="1200">
              <a:solidFill>
                <a:srgbClr val="898989"/>
              </a:solidFill>
              <a:latin typeface="Arial" panose="020B0604020202020204" pitchFamily="34" charset="0"/>
            </a:endParaRPr>
          </a:p>
        </p:txBody>
      </p:sp>
      <p:sp>
        <p:nvSpPr>
          <p:cNvPr id="19461" name="Footer Placeholder 4">
            <a:extLst>
              <a:ext uri="{FF2B5EF4-FFF2-40B4-BE49-F238E27FC236}">
                <a16:creationId xmlns:a16="http://schemas.microsoft.com/office/drawing/2014/main" id="{630DD474-1671-19EC-DA25-FEF3DE235A3C}"/>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latin typeface="Arial" panose="020B0604020202020204" pitchFamily="34" charset="0"/>
              </a:rPr>
              <a:t>AdvJ Session1,2 –Servlet, Web application</a:t>
            </a:r>
          </a:p>
        </p:txBody>
      </p:sp>
      <p:sp>
        <p:nvSpPr>
          <p:cNvPr id="19462" name="Slide Number Placeholder 5">
            <a:extLst>
              <a:ext uri="{FF2B5EF4-FFF2-40B4-BE49-F238E27FC236}">
                <a16:creationId xmlns:a16="http://schemas.microsoft.com/office/drawing/2014/main" id="{B05DA1AC-3488-8B7E-7288-E2BE265F799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F053641-C899-4047-B32B-F5BE4AD55B42}" type="slidenum">
              <a:rPr lang="en-US" altLang="en-US" sz="1200" smtClean="0">
                <a:solidFill>
                  <a:srgbClr val="898989"/>
                </a:solidFill>
                <a:latin typeface="Arial" panose="020B0604020202020204" pitchFamily="34" charset="0"/>
              </a:rPr>
              <a:pPr>
                <a:spcBef>
                  <a:spcPct val="0"/>
                </a:spcBef>
                <a:buFontTx/>
                <a:buNone/>
              </a:pPr>
              <a:t>16</a:t>
            </a:fld>
            <a:r>
              <a:rPr lang="en-US" altLang="en-US" sz="1200">
                <a:solidFill>
                  <a:srgbClr val="898989"/>
                </a:solidFill>
                <a:latin typeface="Arial" panose="020B0604020202020204" pitchFamily="34" charset="0"/>
              </a:rPr>
              <a:t>/41</a:t>
            </a:r>
          </a:p>
        </p:txBody>
      </p:sp>
      <p:pic>
        <p:nvPicPr>
          <p:cNvPr id="19463" name="Picture 2">
            <a:extLst>
              <a:ext uri="{FF2B5EF4-FFF2-40B4-BE49-F238E27FC236}">
                <a16:creationId xmlns:a16="http://schemas.microsoft.com/office/drawing/2014/main" id="{9739F748-1EAD-D84F-AB6D-0CC16F522E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600200"/>
            <a:ext cx="85090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4">
            <a:extLst>
              <a:ext uri="{FF2B5EF4-FFF2-40B4-BE49-F238E27FC236}">
                <a16:creationId xmlns:a16="http://schemas.microsoft.com/office/drawing/2014/main" id="{DE73924C-4B29-70AC-0AB8-E766D500B6B8}"/>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latin typeface="Arial" panose="020B0604020202020204" pitchFamily="34" charset="0"/>
              </a:rPr>
              <a:t>AdvJ Session1,2 –Servlet, Web application</a:t>
            </a:r>
          </a:p>
        </p:txBody>
      </p:sp>
      <p:sp>
        <p:nvSpPr>
          <p:cNvPr id="20483" name="Slide Number Placeholder 5">
            <a:extLst>
              <a:ext uri="{FF2B5EF4-FFF2-40B4-BE49-F238E27FC236}">
                <a16:creationId xmlns:a16="http://schemas.microsoft.com/office/drawing/2014/main" id="{00898D7F-0AFB-19FB-8B79-650EE70D1B0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6A464EB0-1248-4F47-AE8D-9191E6252447}" type="slidenum">
              <a:rPr lang="en-US" altLang="en-US" sz="1200" smtClean="0">
                <a:solidFill>
                  <a:srgbClr val="898989"/>
                </a:solidFill>
                <a:latin typeface="Arial" panose="020B0604020202020204" pitchFamily="34" charset="0"/>
              </a:rPr>
              <a:pPr>
                <a:spcBef>
                  <a:spcPct val="0"/>
                </a:spcBef>
                <a:buFontTx/>
                <a:buNone/>
              </a:pPr>
              <a:t>17</a:t>
            </a:fld>
            <a:r>
              <a:rPr lang="en-US" altLang="en-US" sz="1200">
                <a:solidFill>
                  <a:srgbClr val="898989"/>
                </a:solidFill>
                <a:latin typeface="Arial" panose="020B0604020202020204" pitchFamily="34" charset="0"/>
              </a:rPr>
              <a:t>/41</a:t>
            </a:r>
          </a:p>
        </p:txBody>
      </p:sp>
      <p:sp>
        <p:nvSpPr>
          <p:cNvPr id="20484" name="Rectangle 2">
            <a:extLst>
              <a:ext uri="{FF2B5EF4-FFF2-40B4-BE49-F238E27FC236}">
                <a16:creationId xmlns:a16="http://schemas.microsoft.com/office/drawing/2014/main" id="{FFAE6AB7-7681-D747-0DB3-CECE7CBA8AB0}"/>
              </a:ext>
            </a:extLst>
          </p:cNvPr>
          <p:cNvSpPr>
            <a:spLocks noGrp="1"/>
          </p:cNvSpPr>
          <p:nvPr>
            <p:ph type="title"/>
          </p:nvPr>
        </p:nvSpPr>
        <p:spPr/>
        <p:txBody>
          <a:bodyPr/>
          <a:lstStyle/>
          <a:p>
            <a:r>
              <a:rPr lang="en-US" altLang="en-US">
                <a:latin typeface="Calibri" panose="020F0502020204030204" pitchFamily="34" charset="0"/>
              </a:rPr>
              <a:t>A Simple Servlet</a:t>
            </a:r>
          </a:p>
        </p:txBody>
      </p:sp>
      <p:sp>
        <p:nvSpPr>
          <p:cNvPr id="20485" name="Rectangle 3">
            <a:extLst>
              <a:ext uri="{FF2B5EF4-FFF2-40B4-BE49-F238E27FC236}">
                <a16:creationId xmlns:a16="http://schemas.microsoft.com/office/drawing/2014/main" id="{E12859DE-1C18-F93E-7EA7-1C03A13A90A8}"/>
              </a:ext>
            </a:extLst>
          </p:cNvPr>
          <p:cNvSpPr>
            <a:spLocks noGrp="1"/>
          </p:cNvSpPr>
          <p:nvPr>
            <p:ph type="body" idx="1"/>
          </p:nvPr>
        </p:nvSpPr>
        <p:spPr/>
        <p:txBody>
          <a:bodyPr/>
          <a:lstStyle/>
          <a:p>
            <a:pPr>
              <a:lnSpc>
                <a:spcPct val="80000"/>
              </a:lnSpc>
              <a:buClrTx/>
              <a:buSzTx/>
              <a:buFont typeface="Arial" panose="020B0604020202020204" pitchFamily="34" charset="0"/>
              <a:buNone/>
            </a:pPr>
            <a:r>
              <a:rPr lang="en-US" altLang="en-US" sz="2000" b="1" dirty="0">
                <a:solidFill>
                  <a:srgbClr val="2119C7"/>
                </a:solidFill>
                <a:latin typeface="Courier New" panose="02070309020205020404" pitchFamily="49" charset="0"/>
              </a:rPr>
              <a:t>import java.io.*;</a:t>
            </a:r>
          </a:p>
          <a:p>
            <a:pPr>
              <a:lnSpc>
                <a:spcPct val="80000"/>
              </a:lnSpc>
              <a:buClrTx/>
              <a:buSzTx/>
              <a:buFont typeface="Arial" panose="020B0604020202020204" pitchFamily="34" charset="0"/>
              <a:buNone/>
            </a:pPr>
            <a:r>
              <a:rPr lang="en-US" altLang="en-US" sz="2000" b="1" dirty="0">
                <a:solidFill>
                  <a:srgbClr val="2119C7"/>
                </a:solidFill>
                <a:latin typeface="Courier New" panose="02070309020205020404" pitchFamily="49" charset="0"/>
              </a:rPr>
              <a:t>import </a:t>
            </a:r>
            <a:r>
              <a:rPr lang="en-US" altLang="en-US" sz="2000" b="1" dirty="0" err="1">
                <a:solidFill>
                  <a:srgbClr val="2119C7"/>
                </a:solidFill>
                <a:latin typeface="Courier New" panose="02070309020205020404" pitchFamily="49" charset="0"/>
              </a:rPr>
              <a:t>jakarta.servlet</a:t>
            </a:r>
            <a:r>
              <a:rPr lang="en-US" altLang="en-US" sz="2000" b="1" dirty="0">
                <a:solidFill>
                  <a:srgbClr val="2119C7"/>
                </a:solidFill>
                <a:latin typeface="Courier New" panose="02070309020205020404" pitchFamily="49" charset="0"/>
              </a:rPr>
              <a:t>.*;</a:t>
            </a:r>
          </a:p>
          <a:p>
            <a:pPr>
              <a:lnSpc>
                <a:spcPct val="80000"/>
              </a:lnSpc>
              <a:buClrTx/>
              <a:buSzTx/>
              <a:buFont typeface="Arial" panose="020B0604020202020204" pitchFamily="34" charset="0"/>
              <a:buNone/>
            </a:pPr>
            <a:r>
              <a:rPr lang="en-US" altLang="en-US" sz="2000" b="1" dirty="0">
                <a:solidFill>
                  <a:srgbClr val="2119C7"/>
                </a:solidFill>
                <a:latin typeface="Courier New" panose="02070309020205020404" pitchFamily="49" charset="0"/>
              </a:rPr>
              <a:t>import </a:t>
            </a:r>
            <a:r>
              <a:rPr lang="en-US" altLang="en-US" sz="2000" b="1" dirty="0" err="1">
                <a:solidFill>
                  <a:srgbClr val="2119C7"/>
                </a:solidFill>
                <a:latin typeface="Courier New" panose="02070309020205020404" pitchFamily="49" charset="0"/>
              </a:rPr>
              <a:t>jakarta.servlet.http</a:t>
            </a:r>
            <a:r>
              <a:rPr lang="en-US" altLang="en-US" sz="2000" b="1" dirty="0">
                <a:solidFill>
                  <a:srgbClr val="2119C7"/>
                </a:solidFill>
                <a:latin typeface="Courier New" panose="02070309020205020404" pitchFamily="49" charset="0"/>
              </a:rPr>
              <a:t>.*;</a:t>
            </a:r>
          </a:p>
          <a:p>
            <a:pPr>
              <a:lnSpc>
                <a:spcPct val="80000"/>
              </a:lnSpc>
              <a:buClrTx/>
              <a:buSzTx/>
              <a:buFont typeface="Arial" panose="020B0604020202020204" pitchFamily="34" charset="0"/>
              <a:buNone/>
            </a:pPr>
            <a:endParaRPr lang="en-US" altLang="en-US" sz="2000" b="1" dirty="0">
              <a:solidFill>
                <a:srgbClr val="2119C7"/>
              </a:solidFill>
              <a:latin typeface="Courier New" panose="02070309020205020404" pitchFamily="49" charset="0"/>
            </a:endParaRPr>
          </a:p>
          <a:p>
            <a:pPr>
              <a:lnSpc>
                <a:spcPct val="80000"/>
              </a:lnSpc>
              <a:buClrTx/>
              <a:buSzTx/>
              <a:buFont typeface="Arial" panose="020B0604020202020204" pitchFamily="34" charset="0"/>
              <a:buNone/>
            </a:pPr>
            <a:r>
              <a:rPr lang="en-US" altLang="en-US" sz="2000" b="1" dirty="0">
                <a:solidFill>
                  <a:srgbClr val="2119C7"/>
                </a:solidFill>
                <a:latin typeface="Courier New" panose="02070309020205020404" pitchFamily="49" charset="0"/>
              </a:rPr>
              <a:t>public class </a:t>
            </a:r>
            <a:r>
              <a:rPr lang="en-US" altLang="en-US" sz="2000" b="1" dirty="0" err="1">
                <a:solidFill>
                  <a:srgbClr val="2119C7"/>
                </a:solidFill>
                <a:latin typeface="Courier New" panose="02070309020205020404" pitchFamily="49" charset="0"/>
              </a:rPr>
              <a:t>FirstServlet</a:t>
            </a:r>
            <a:r>
              <a:rPr lang="en-US" altLang="en-US" sz="2000" b="1" dirty="0">
                <a:solidFill>
                  <a:srgbClr val="2119C7"/>
                </a:solidFill>
                <a:latin typeface="Courier New" panose="02070309020205020404" pitchFamily="49" charset="0"/>
              </a:rPr>
              <a:t> extends </a:t>
            </a:r>
            <a:r>
              <a:rPr lang="en-US" altLang="en-US" sz="2000" b="1" dirty="0" err="1">
                <a:solidFill>
                  <a:srgbClr val="2119C7"/>
                </a:solidFill>
                <a:latin typeface="Courier New" panose="02070309020205020404" pitchFamily="49" charset="0"/>
              </a:rPr>
              <a:t>HttpServlet</a:t>
            </a:r>
            <a:r>
              <a:rPr lang="en-US" altLang="en-US" sz="2000" b="1" dirty="0">
                <a:solidFill>
                  <a:srgbClr val="2119C7"/>
                </a:solidFill>
                <a:latin typeface="Courier New" panose="02070309020205020404" pitchFamily="49" charset="0"/>
              </a:rPr>
              <a:t> {</a:t>
            </a:r>
          </a:p>
          <a:p>
            <a:pPr>
              <a:lnSpc>
                <a:spcPct val="80000"/>
              </a:lnSpc>
              <a:buClrTx/>
              <a:buSzTx/>
              <a:buFont typeface="Arial" panose="020B0604020202020204" pitchFamily="34" charset="0"/>
              <a:buNone/>
            </a:pPr>
            <a:endParaRPr lang="en-US" altLang="en-US" sz="2000" b="1" dirty="0">
              <a:solidFill>
                <a:srgbClr val="2119C7"/>
              </a:solidFill>
              <a:latin typeface="Courier New" panose="02070309020205020404" pitchFamily="49" charset="0"/>
            </a:endParaRPr>
          </a:p>
          <a:p>
            <a:pPr>
              <a:lnSpc>
                <a:spcPct val="80000"/>
              </a:lnSpc>
              <a:buClrTx/>
              <a:buSzTx/>
              <a:buFont typeface="Arial" panose="020B0604020202020204" pitchFamily="34" charset="0"/>
              <a:buNone/>
            </a:pPr>
            <a:r>
              <a:rPr lang="en-US" altLang="en-US" sz="2000" b="1" dirty="0">
                <a:solidFill>
                  <a:srgbClr val="2119C7"/>
                </a:solidFill>
                <a:latin typeface="Courier New" panose="02070309020205020404" pitchFamily="49" charset="0"/>
              </a:rPr>
              <a:t>  </a:t>
            </a:r>
            <a:r>
              <a:rPr lang="en-US" altLang="en-US" sz="2000" b="1" i="1" dirty="0">
                <a:solidFill>
                  <a:srgbClr val="2119C7"/>
                </a:solidFill>
                <a:latin typeface="Courier New" panose="02070309020205020404" pitchFamily="49" charset="0"/>
              </a:rPr>
              <a:t>public void </a:t>
            </a:r>
            <a:r>
              <a:rPr lang="en-US" altLang="en-US" sz="2000" b="1" i="1" dirty="0" err="1">
                <a:solidFill>
                  <a:srgbClr val="993300"/>
                </a:solidFill>
                <a:latin typeface="Courier New" panose="02070309020205020404" pitchFamily="49" charset="0"/>
              </a:rPr>
              <a:t>doGet</a:t>
            </a:r>
            <a:r>
              <a:rPr lang="en-US" altLang="en-US" sz="2000" b="1" i="1" dirty="0">
                <a:solidFill>
                  <a:srgbClr val="2119C7"/>
                </a:solidFill>
                <a:latin typeface="Courier New" panose="02070309020205020404" pitchFamily="49" charset="0"/>
              </a:rPr>
              <a:t>(</a:t>
            </a:r>
            <a:r>
              <a:rPr lang="en-US" altLang="en-US" sz="2000" b="1" i="1" dirty="0" err="1">
                <a:solidFill>
                  <a:srgbClr val="2119C7"/>
                </a:solidFill>
                <a:latin typeface="Courier New" panose="02070309020205020404" pitchFamily="49" charset="0"/>
              </a:rPr>
              <a:t>HttpServletRequest</a:t>
            </a:r>
            <a:r>
              <a:rPr lang="en-US" altLang="en-US" sz="2000" b="1" i="1" dirty="0">
                <a:solidFill>
                  <a:srgbClr val="2119C7"/>
                </a:solidFill>
                <a:latin typeface="Courier New" panose="02070309020205020404" pitchFamily="49" charset="0"/>
              </a:rPr>
              <a:t> </a:t>
            </a:r>
            <a:r>
              <a:rPr lang="en-US" altLang="en-US" sz="2000" b="1" i="1" dirty="0">
                <a:solidFill>
                  <a:srgbClr val="993300"/>
                </a:solidFill>
                <a:latin typeface="Courier New" panose="02070309020205020404" pitchFamily="49" charset="0"/>
              </a:rPr>
              <a:t>request</a:t>
            </a:r>
            <a:r>
              <a:rPr lang="en-US" altLang="en-US" sz="2000" b="1" i="1" dirty="0">
                <a:solidFill>
                  <a:srgbClr val="2119C7"/>
                </a:solidFill>
                <a:latin typeface="Courier New" panose="02070309020205020404" pitchFamily="49" charset="0"/>
              </a:rPr>
              <a:t>,</a:t>
            </a:r>
          </a:p>
          <a:p>
            <a:pPr>
              <a:lnSpc>
                <a:spcPct val="80000"/>
              </a:lnSpc>
              <a:buClrTx/>
              <a:buSzTx/>
              <a:buFont typeface="Arial" panose="020B0604020202020204" pitchFamily="34" charset="0"/>
              <a:buNone/>
            </a:pPr>
            <a:r>
              <a:rPr lang="en-US" altLang="en-US" sz="2000" b="1" i="1" dirty="0">
                <a:solidFill>
                  <a:srgbClr val="2119C7"/>
                </a:solidFill>
                <a:latin typeface="Courier New" panose="02070309020205020404" pitchFamily="49" charset="0"/>
              </a:rPr>
              <a:t>		</a:t>
            </a:r>
            <a:r>
              <a:rPr lang="en-US" altLang="en-US" sz="2000" b="1" i="1" dirty="0" err="1">
                <a:solidFill>
                  <a:srgbClr val="2119C7"/>
                </a:solidFill>
                <a:latin typeface="Courier New" panose="02070309020205020404" pitchFamily="49" charset="0"/>
              </a:rPr>
              <a:t>HttpServletResponse</a:t>
            </a:r>
            <a:r>
              <a:rPr lang="en-US" altLang="en-US" sz="2000" b="1" i="1" dirty="0">
                <a:solidFill>
                  <a:srgbClr val="2119C7"/>
                </a:solidFill>
                <a:latin typeface="Courier New" panose="02070309020205020404" pitchFamily="49" charset="0"/>
              </a:rPr>
              <a:t> </a:t>
            </a:r>
            <a:r>
              <a:rPr lang="en-US" altLang="en-US" sz="2000" b="1" i="1" dirty="0">
                <a:solidFill>
                  <a:srgbClr val="993300"/>
                </a:solidFill>
                <a:latin typeface="Courier New" panose="02070309020205020404" pitchFamily="49" charset="0"/>
              </a:rPr>
              <a:t>response)</a:t>
            </a:r>
          </a:p>
          <a:p>
            <a:pPr>
              <a:lnSpc>
                <a:spcPct val="80000"/>
              </a:lnSpc>
              <a:buClrTx/>
              <a:buSzTx/>
              <a:buFont typeface="Arial" panose="020B0604020202020204" pitchFamily="34" charset="0"/>
              <a:buNone/>
            </a:pPr>
            <a:r>
              <a:rPr lang="en-US" altLang="en-US" sz="2000" b="1" i="1" dirty="0">
                <a:solidFill>
                  <a:srgbClr val="2119C7"/>
                </a:solidFill>
                <a:latin typeface="Courier New" panose="02070309020205020404" pitchFamily="49" charset="0"/>
              </a:rPr>
              <a:t>		throws </a:t>
            </a:r>
            <a:r>
              <a:rPr lang="en-US" altLang="en-US" sz="2000" b="1" i="1" dirty="0" err="1">
                <a:solidFill>
                  <a:srgbClr val="2119C7"/>
                </a:solidFill>
                <a:latin typeface="Courier New" panose="02070309020205020404" pitchFamily="49" charset="0"/>
              </a:rPr>
              <a:t>ServletException</a:t>
            </a:r>
            <a:r>
              <a:rPr lang="en-US" altLang="en-US" sz="2000" b="1" i="1" dirty="0">
                <a:solidFill>
                  <a:srgbClr val="2119C7"/>
                </a:solidFill>
                <a:latin typeface="Courier New" panose="02070309020205020404" pitchFamily="49" charset="0"/>
              </a:rPr>
              <a:t>, </a:t>
            </a:r>
            <a:r>
              <a:rPr lang="en-US" altLang="en-US" sz="2000" b="1" i="1" dirty="0" err="1">
                <a:solidFill>
                  <a:srgbClr val="2119C7"/>
                </a:solidFill>
                <a:latin typeface="Courier New" panose="02070309020205020404" pitchFamily="49" charset="0"/>
              </a:rPr>
              <a:t>IOException</a:t>
            </a:r>
            <a:r>
              <a:rPr lang="en-US" altLang="en-US" sz="2000" b="1" i="1" dirty="0">
                <a:solidFill>
                  <a:srgbClr val="2119C7"/>
                </a:solidFill>
                <a:latin typeface="Courier New" panose="02070309020205020404" pitchFamily="49" charset="0"/>
              </a:rPr>
              <a:t> </a:t>
            </a:r>
          </a:p>
          <a:p>
            <a:pPr>
              <a:lnSpc>
                <a:spcPct val="80000"/>
              </a:lnSpc>
              <a:buClrTx/>
              <a:buSzTx/>
              <a:buFont typeface="Arial" panose="020B0604020202020204" pitchFamily="34" charset="0"/>
              <a:buNone/>
            </a:pPr>
            <a:r>
              <a:rPr lang="en-US" altLang="en-US" sz="2000" b="1" i="1" dirty="0">
                <a:solidFill>
                  <a:srgbClr val="2119C7"/>
                </a:solidFill>
                <a:latin typeface="Courier New" panose="02070309020205020404" pitchFamily="49" charset="0"/>
              </a:rPr>
              <a:t>	{</a:t>
            </a:r>
          </a:p>
          <a:p>
            <a:pPr>
              <a:lnSpc>
                <a:spcPct val="80000"/>
              </a:lnSpc>
              <a:buClrTx/>
              <a:buSzTx/>
              <a:buFont typeface="Arial" panose="020B0604020202020204" pitchFamily="34" charset="0"/>
              <a:buNone/>
            </a:pPr>
            <a:r>
              <a:rPr lang="en-US" altLang="en-US" sz="2000" b="1" dirty="0">
                <a:solidFill>
                  <a:srgbClr val="2119C7"/>
                </a:solidFill>
                <a:latin typeface="Courier New" panose="02070309020205020404" pitchFamily="49" charset="0"/>
              </a:rPr>
              <a:t>    </a:t>
            </a:r>
            <a:r>
              <a:rPr lang="en-US" altLang="en-US" sz="2000" b="1" dirty="0" err="1">
                <a:solidFill>
                  <a:srgbClr val="2119C7"/>
                </a:solidFill>
                <a:latin typeface="Courier New" panose="02070309020205020404" pitchFamily="49" charset="0"/>
              </a:rPr>
              <a:t>PrintWriter</a:t>
            </a:r>
            <a:r>
              <a:rPr lang="en-US" altLang="en-US" sz="2000" b="1" dirty="0">
                <a:solidFill>
                  <a:srgbClr val="2119C7"/>
                </a:solidFill>
                <a:latin typeface="Courier New" panose="02070309020205020404" pitchFamily="49" charset="0"/>
              </a:rPr>
              <a:t> out = </a:t>
            </a:r>
            <a:r>
              <a:rPr lang="en-US" altLang="en-US" sz="2000" b="1" dirty="0" err="1">
                <a:solidFill>
                  <a:srgbClr val="2119C7"/>
                </a:solidFill>
                <a:latin typeface="Courier New" panose="02070309020205020404" pitchFamily="49" charset="0"/>
              </a:rPr>
              <a:t>response.getWriter</a:t>
            </a:r>
            <a:r>
              <a:rPr lang="en-US" altLang="en-US" sz="2000" b="1" dirty="0">
                <a:solidFill>
                  <a:srgbClr val="2119C7"/>
                </a:solidFill>
                <a:latin typeface="Courier New" panose="02070309020205020404" pitchFamily="49" charset="0"/>
              </a:rPr>
              <a:t>();</a:t>
            </a:r>
          </a:p>
          <a:p>
            <a:pPr>
              <a:lnSpc>
                <a:spcPct val="80000"/>
              </a:lnSpc>
              <a:buClrTx/>
              <a:buSzTx/>
              <a:buFont typeface="Arial" panose="020B0604020202020204" pitchFamily="34" charset="0"/>
              <a:buNone/>
            </a:pPr>
            <a:r>
              <a:rPr lang="en-US" altLang="en-US" sz="2000" b="1" dirty="0">
                <a:solidFill>
                  <a:srgbClr val="2119C7"/>
                </a:solidFill>
                <a:latin typeface="Courier New" panose="02070309020205020404" pitchFamily="49" charset="0"/>
              </a:rPr>
              <a:t>    </a:t>
            </a:r>
            <a:r>
              <a:rPr lang="en-US" altLang="en-US" sz="2000" b="1" dirty="0" err="1">
                <a:solidFill>
                  <a:srgbClr val="2119C7"/>
                </a:solidFill>
                <a:latin typeface="Courier New" panose="02070309020205020404" pitchFamily="49" charset="0"/>
              </a:rPr>
              <a:t>out.println</a:t>
            </a:r>
            <a:r>
              <a:rPr lang="en-US" altLang="en-US" sz="2000" b="1" dirty="0">
                <a:solidFill>
                  <a:srgbClr val="2119C7"/>
                </a:solidFill>
                <a:latin typeface="Courier New" panose="02070309020205020404" pitchFamily="49" charset="0"/>
              </a:rPr>
              <a:t>(</a:t>
            </a:r>
            <a:r>
              <a:rPr lang="en-US" altLang="en-US" sz="2000" b="1" dirty="0">
                <a:solidFill>
                  <a:srgbClr val="2119C7"/>
                </a:solidFill>
                <a:latin typeface="Calibri" panose="020F0502020204030204" pitchFamily="34" charset="0"/>
              </a:rPr>
              <a:t>“</a:t>
            </a:r>
            <a:r>
              <a:rPr lang="en-US" altLang="en-US" sz="2000" b="1" dirty="0">
                <a:solidFill>
                  <a:srgbClr val="2119C7"/>
                </a:solidFill>
                <a:latin typeface="Courier New" panose="02070309020205020404" pitchFamily="49" charset="0"/>
              </a:rPr>
              <a:t>&lt;h1&gt;First Servlet&lt;/h1&gt;");</a:t>
            </a:r>
          </a:p>
          <a:p>
            <a:pPr>
              <a:lnSpc>
                <a:spcPct val="80000"/>
              </a:lnSpc>
              <a:buClrTx/>
              <a:buSzTx/>
              <a:buFont typeface="Arial" panose="020B0604020202020204" pitchFamily="34" charset="0"/>
              <a:buNone/>
            </a:pPr>
            <a:r>
              <a:rPr lang="en-US" altLang="en-US" sz="2000" b="1" dirty="0">
                <a:solidFill>
                  <a:srgbClr val="2119C7"/>
                </a:solidFill>
                <a:latin typeface="Courier New" panose="02070309020205020404" pitchFamily="49" charset="0"/>
              </a:rPr>
              <a:t>  	}</a:t>
            </a:r>
          </a:p>
          <a:p>
            <a:pPr>
              <a:lnSpc>
                <a:spcPct val="80000"/>
              </a:lnSpc>
              <a:buClrTx/>
              <a:buSzTx/>
              <a:buFont typeface="Arial" panose="020B0604020202020204" pitchFamily="34" charset="0"/>
              <a:buNone/>
            </a:pPr>
            <a:r>
              <a:rPr lang="en-US" altLang="en-US" sz="2000" b="1" dirty="0">
                <a:solidFill>
                  <a:srgbClr val="2119C7"/>
                </a:solidFill>
                <a:latin typeface="Courier New" panose="02070309020205020404" pitchFamily="49" charset="0"/>
              </a:rPr>
              <a:t>}</a:t>
            </a:r>
          </a:p>
          <a:p>
            <a:pPr>
              <a:lnSpc>
                <a:spcPct val="80000"/>
              </a:lnSpc>
              <a:buClrTx/>
              <a:buSzTx/>
              <a:buFont typeface="Arial" panose="020B0604020202020204" pitchFamily="34" charset="0"/>
              <a:buChar char="•"/>
            </a:pPr>
            <a:endParaRPr lang="en-US" altLang="en-US" sz="2000" b="1" dirty="0">
              <a:latin typeface="Calibri" panose="020F050202020403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4">
            <a:extLst>
              <a:ext uri="{FF2B5EF4-FFF2-40B4-BE49-F238E27FC236}">
                <a16:creationId xmlns:a16="http://schemas.microsoft.com/office/drawing/2014/main" id="{04C335E9-525E-3528-CA4C-755C17BD7571}"/>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latin typeface="Arial" panose="020B0604020202020204" pitchFamily="34" charset="0"/>
              </a:rPr>
              <a:t>AdvJ Session1,2 –Servlet, Web application</a:t>
            </a:r>
          </a:p>
        </p:txBody>
      </p:sp>
      <p:sp>
        <p:nvSpPr>
          <p:cNvPr id="21507" name="Slide Number Placeholder 5">
            <a:extLst>
              <a:ext uri="{FF2B5EF4-FFF2-40B4-BE49-F238E27FC236}">
                <a16:creationId xmlns:a16="http://schemas.microsoft.com/office/drawing/2014/main" id="{108C5A57-836E-AFB2-14F3-93212055727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3877BCD-5655-4528-8E9D-5BB5D3EE8A10}" type="slidenum">
              <a:rPr lang="en-US" altLang="en-US" sz="1200" smtClean="0">
                <a:solidFill>
                  <a:srgbClr val="898989"/>
                </a:solidFill>
                <a:latin typeface="Arial" panose="020B0604020202020204" pitchFamily="34" charset="0"/>
              </a:rPr>
              <a:pPr>
                <a:spcBef>
                  <a:spcPct val="0"/>
                </a:spcBef>
                <a:buFontTx/>
                <a:buNone/>
              </a:pPr>
              <a:t>18</a:t>
            </a:fld>
            <a:r>
              <a:rPr lang="en-US" altLang="en-US" sz="1200">
                <a:solidFill>
                  <a:srgbClr val="898989"/>
                </a:solidFill>
                <a:latin typeface="Arial" panose="020B0604020202020204" pitchFamily="34" charset="0"/>
              </a:rPr>
              <a:t>/41</a:t>
            </a:r>
          </a:p>
        </p:txBody>
      </p:sp>
      <p:sp>
        <p:nvSpPr>
          <p:cNvPr id="21508" name="Rectangle 2">
            <a:extLst>
              <a:ext uri="{FF2B5EF4-FFF2-40B4-BE49-F238E27FC236}">
                <a16:creationId xmlns:a16="http://schemas.microsoft.com/office/drawing/2014/main" id="{F8C2408F-47D7-C477-85D2-AB4FC2BF3E4E}"/>
              </a:ext>
            </a:extLst>
          </p:cNvPr>
          <p:cNvSpPr>
            <a:spLocks noGrp="1"/>
          </p:cNvSpPr>
          <p:nvPr>
            <p:ph type="title"/>
          </p:nvPr>
        </p:nvSpPr>
        <p:spPr/>
        <p:txBody>
          <a:bodyPr/>
          <a:lstStyle/>
          <a:p>
            <a:r>
              <a:rPr lang="en-US" altLang="en-US">
                <a:latin typeface="Calibri" panose="020F0502020204030204" pitchFamily="34" charset="0"/>
              </a:rPr>
              <a:t>First Sevlet Demo</a:t>
            </a:r>
          </a:p>
        </p:txBody>
      </p:sp>
      <p:sp>
        <p:nvSpPr>
          <p:cNvPr id="21509" name="Rectangle 3">
            <a:extLst>
              <a:ext uri="{FF2B5EF4-FFF2-40B4-BE49-F238E27FC236}">
                <a16:creationId xmlns:a16="http://schemas.microsoft.com/office/drawing/2014/main" id="{F2C23D0F-B4B8-D85C-C340-3B62D5EF5E79}"/>
              </a:ext>
            </a:extLst>
          </p:cNvPr>
          <p:cNvSpPr>
            <a:spLocks noGrp="1"/>
          </p:cNvSpPr>
          <p:nvPr>
            <p:ph type="body" idx="1"/>
          </p:nvPr>
        </p:nvSpPr>
        <p:spPr/>
        <p:txBody>
          <a:bodyPr/>
          <a:lstStyle/>
          <a:p>
            <a:pPr>
              <a:buClrTx/>
              <a:buSzTx/>
              <a:buFont typeface="Arial" panose="020B0604020202020204" pitchFamily="34" charset="0"/>
              <a:buNone/>
            </a:pPr>
            <a:endParaRPr lang="en-US" altLang="en-US" sz="4000">
              <a:latin typeface="Calibri" panose="020F0502020204030204" pitchFamily="34" charset="0"/>
            </a:endParaRPr>
          </a:p>
          <a:p>
            <a:pPr>
              <a:buClrTx/>
              <a:buSzTx/>
              <a:buFont typeface="Arial" panose="020B0604020202020204" pitchFamily="34" charset="0"/>
              <a:buNone/>
            </a:pPr>
            <a:endParaRPr lang="en-US" altLang="en-US" sz="4000">
              <a:latin typeface="Calibri" panose="020F0502020204030204" pitchFamily="34" charset="0"/>
            </a:endParaRPr>
          </a:p>
          <a:p>
            <a:pPr>
              <a:buClrTx/>
              <a:buSzTx/>
              <a:buFont typeface="Arial" panose="020B0604020202020204" pitchFamily="34" charset="0"/>
              <a:buNone/>
            </a:pPr>
            <a:endParaRPr lang="en-US" altLang="en-US" sz="4000">
              <a:latin typeface="Calibri" panose="020F0502020204030204" pitchFamily="34" charset="0"/>
            </a:endParaRPr>
          </a:p>
          <a:p>
            <a:pPr algn="ctr">
              <a:buClrTx/>
              <a:buSzTx/>
              <a:buFont typeface="Arial" panose="020B0604020202020204" pitchFamily="34" charset="0"/>
              <a:buNone/>
            </a:pPr>
            <a:r>
              <a:rPr lang="en-US" altLang="en-US" sz="2400">
                <a:latin typeface="Calibri" panose="020F0502020204030204" pitchFamily="34" charset="0"/>
              </a:rPr>
              <a:t>Demo\FirstServlet\WEB-INF\classes\FirstServlet.java</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4">
            <a:extLst>
              <a:ext uri="{FF2B5EF4-FFF2-40B4-BE49-F238E27FC236}">
                <a16:creationId xmlns:a16="http://schemas.microsoft.com/office/drawing/2014/main" id="{4351B871-B5A4-CC6E-B1BF-8512CD20CDAA}"/>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latin typeface="Arial" panose="020B0604020202020204" pitchFamily="34" charset="0"/>
              </a:rPr>
              <a:t>AdvJ Session1,2 –Servlet, Web application</a:t>
            </a:r>
          </a:p>
        </p:txBody>
      </p:sp>
      <p:sp>
        <p:nvSpPr>
          <p:cNvPr id="22531" name="Slide Number Placeholder 5">
            <a:extLst>
              <a:ext uri="{FF2B5EF4-FFF2-40B4-BE49-F238E27FC236}">
                <a16:creationId xmlns:a16="http://schemas.microsoft.com/office/drawing/2014/main" id="{D0CD3A9F-42B6-FA21-B8FC-AFBE92C7C6C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0D2D347-C675-498B-99A5-F414E887FCAE}" type="slidenum">
              <a:rPr lang="en-US" altLang="en-US" sz="1200" smtClean="0">
                <a:solidFill>
                  <a:srgbClr val="898989"/>
                </a:solidFill>
                <a:latin typeface="Arial" panose="020B0604020202020204" pitchFamily="34" charset="0"/>
              </a:rPr>
              <a:pPr>
                <a:spcBef>
                  <a:spcPct val="0"/>
                </a:spcBef>
                <a:buFontTx/>
                <a:buNone/>
              </a:pPr>
              <a:t>19</a:t>
            </a:fld>
            <a:r>
              <a:rPr lang="en-US" altLang="en-US" sz="1200">
                <a:solidFill>
                  <a:srgbClr val="898989"/>
                </a:solidFill>
                <a:latin typeface="Arial" panose="020B0604020202020204" pitchFamily="34" charset="0"/>
              </a:rPr>
              <a:t>/41</a:t>
            </a:r>
          </a:p>
        </p:txBody>
      </p:sp>
      <p:sp>
        <p:nvSpPr>
          <p:cNvPr id="22532" name="Rectangle 2">
            <a:extLst>
              <a:ext uri="{FF2B5EF4-FFF2-40B4-BE49-F238E27FC236}">
                <a16:creationId xmlns:a16="http://schemas.microsoft.com/office/drawing/2014/main" id="{86BFD992-D1BA-E0B5-BC22-922E4FFCC815}"/>
              </a:ext>
            </a:extLst>
          </p:cNvPr>
          <p:cNvSpPr>
            <a:spLocks noGrp="1"/>
          </p:cNvSpPr>
          <p:nvPr>
            <p:ph type="title"/>
          </p:nvPr>
        </p:nvSpPr>
        <p:spPr/>
        <p:txBody>
          <a:bodyPr/>
          <a:lstStyle/>
          <a:p>
            <a:r>
              <a:rPr lang="en-US" altLang="en-US" b="1">
                <a:solidFill>
                  <a:srgbClr val="993300"/>
                </a:solidFill>
                <a:latin typeface="Calibri" panose="020F0502020204030204" pitchFamily="34" charset="0"/>
              </a:rPr>
              <a:t>The Servlet Life Cycle</a:t>
            </a:r>
          </a:p>
        </p:txBody>
      </p:sp>
      <p:pic>
        <p:nvPicPr>
          <p:cNvPr id="22533" name="Picture 7" descr="lifecycle">
            <a:extLst>
              <a:ext uri="{FF2B5EF4-FFF2-40B4-BE49-F238E27FC236}">
                <a16:creationId xmlns:a16="http://schemas.microsoft.com/office/drawing/2014/main" id="{FE1D3DF4-8FC2-C68E-5204-F765927322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1828800"/>
            <a:ext cx="5334000" cy="3884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4" name="Text Box 8">
            <a:extLst>
              <a:ext uri="{FF2B5EF4-FFF2-40B4-BE49-F238E27FC236}">
                <a16:creationId xmlns:a16="http://schemas.microsoft.com/office/drawing/2014/main" id="{7127E7D7-8CF0-A6A9-55B6-24D02C201A42}"/>
              </a:ext>
            </a:extLst>
          </p:cNvPr>
          <p:cNvSpPr txBox="1">
            <a:spLocks noChangeArrowheads="1"/>
          </p:cNvSpPr>
          <p:nvPr/>
        </p:nvSpPr>
        <p:spPr bwMode="auto">
          <a:xfrm>
            <a:off x="1905000" y="1981200"/>
            <a:ext cx="847725" cy="450850"/>
          </a:xfrm>
          <a:prstGeom prst="rect">
            <a:avLst/>
          </a:prstGeom>
          <a:solidFill>
            <a:srgbClr val="FFFF00"/>
          </a:solidFill>
          <a:ln w="53975">
            <a:solidFill>
              <a:srgbClr val="993300"/>
            </a:solidFill>
            <a:miter lim="800000"/>
            <a:headEnd/>
            <a:tailEnd/>
          </a:ln>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buFontTx/>
              <a:buNone/>
            </a:pPr>
            <a:r>
              <a:rPr lang="en-US" altLang="en-US" sz="2000" b="1" i="1">
                <a:solidFill>
                  <a:srgbClr val="0000FF"/>
                </a:solidFill>
                <a:latin typeface="Courier New" panose="02070309020205020404" pitchFamily="49" charset="0"/>
              </a:rPr>
              <a:t>init</a:t>
            </a:r>
          </a:p>
        </p:txBody>
      </p:sp>
      <p:sp>
        <p:nvSpPr>
          <p:cNvPr id="22535" name="Text Box 9">
            <a:extLst>
              <a:ext uri="{FF2B5EF4-FFF2-40B4-BE49-F238E27FC236}">
                <a16:creationId xmlns:a16="http://schemas.microsoft.com/office/drawing/2014/main" id="{B20242E4-473A-B46C-6BBC-1A4A4966058A}"/>
              </a:ext>
            </a:extLst>
          </p:cNvPr>
          <p:cNvSpPr txBox="1">
            <a:spLocks noChangeArrowheads="1"/>
          </p:cNvSpPr>
          <p:nvPr/>
        </p:nvSpPr>
        <p:spPr bwMode="auto">
          <a:xfrm>
            <a:off x="838200" y="3048000"/>
            <a:ext cx="1905000" cy="781050"/>
          </a:xfrm>
          <a:prstGeom prst="rect">
            <a:avLst/>
          </a:prstGeom>
          <a:solidFill>
            <a:srgbClr val="FFFF00"/>
          </a:solidFill>
          <a:ln w="384175" cap="rnd">
            <a:solidFill>
              <a:srgbClr val="993300"/>
            </a:solidFill>
            <a:prstDash val="sysDot"/>
            <a:miter lim="800000"/>
            <a:headEnd/>
            <a:tailEnd/>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buFontTx/>
              <a:buNone/>
            </a:pPr>
            <a:r>
              <a:rPr lang="en-US" altLang="en-US" sz="2000" b="1" i="1">
                <a:solidFill>
                  <a:srgbClr val="0000FF"/>
                </a:solidFill>
                <a:latin typeface="Courier New" panose="02070309020205020404" pitchFamily="49" charset="0"/>
              </a:rPr>
              <a:t>service</a:t>
            </a:r>
          </a:p>
        </p:txBody>
      </p:sp>
      <p:sp>
        <p:nvSpPr>
          <p:cNvPr id="22536" name="Text Box 10">
            <a:extLst>
              <a:ext uri="{FF2B5EF4-FFF2-40B4-BE49-F238E27FC236}">
                <a16:creationId xmlns:a16="http://schemas.microsoft.com/office/drawing/2014/main" id="{8F91B9FE-F0B3-872D-2668-3D740233EA21}"/>
              </a:ext>
            </a:extLst>
          </p:cNvPr>
          <p:cNvSpPr txBox="1">
            <a:spLocks noChangeArrowheads="1"/>
          </p:cNvSpPr>
          <p:nvPr/>
        </p:nvSpPr>
        <p:spPr bwMode="auto">
          <a:xfrm>
            <a:off x="1524000" y="4800600"/>
            <a:ext cx="1304925" cy="450850"/>
          </a:xfrm>
          <a:prstGeom prst="rect">
            <a:avLst/>
          </a:prstGeom>
          <a:solidFill>
            <a:srgbClr val="FFFF00"/>
          </a:solidFill>
          <a:ln w="53975">
            <a:solidFill>
              <a:srgbClr val="993300"/>
            </a:solidFill>
            <a:miter lim="800000"/>
            <a:headEnd/>
            <a:tailEnd/>
          </a:ln>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buFontTx/>
              <a:buNone/>
            </a:pPr>
            <a:r>
              <a:rPr lang="en-US" altLang="en-US" sz="2000" b="1" i="1">
                <a:solidFill>
                  <a:srgbClr val="0000FF"/>
                </a:solidFill>
                <a:latin typeface="Courier New" panose="02070309020205020404" pitchFamily="49" charset="0"/>
              </a:rPr>
              <a:t>destroy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Footer Placeholder 4">
            <a:extLst>
              <a:ext uri="{FF2B5EF4-FFF2-40B4-BE49-F238E27FC236}">
                <a16:creationId xmlns:a16="http://schemas.microsoft.com/office/drawing/2014/main" id="{872B5AB8-19C8-405A-F2E1-4A626448AF04}"/>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latin typeface="Arial" panose="020B0604020202020204" pitchFamily="34" charset="0"/>
              </a:rPr>
              <a:t>AdvJ Session1,2 –Servlet, Web application</a:t>
            </a:r>
          </a:p>
        </p:txBody>
      </p:sp>
      <p:sp>
        <p:nvSpPr>
          <p:cNvPr id="23555" name="Slide Number Placeholder 5">
            <a:extLst>
              <a:ext uri="{FF2B5EF4-FFF2-40B4-BE49-F238E27FC236}">
                <a16:creationId xmlns:a16="http://schemas.microsoft.com/office/drawing/2014/main" id="{2AB54967-4C8D-71E2-FBAF-736B181BEAF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60A98A22-37E8-4EA2-AAE0-FFFCF45DB916}" type="slidenum">
              <a:rPr lang="en-US" altLang="en-US" sz="1200" smtClean="0">
                <a:solidFill>
                  <a:srgbClr val="898989"/>
                </a:solidFill>
                <a:latin typeface="Arial" panose="020B0604020202020204" pitchFamily="34" charset="0"/>
              </a:rPr>
              <a:pPr>
                <a:spcBef>
                  <a:spcPct val="0"/>
                </a:spcBef>
                <a:buFontTx/>
                <a:buNone/>
              </a:pPr>
              <a:t>20</a:t>
            </a:fld>
            <a:r>
              <a:rPr lang="en-US" altLang="en-US" sz="1200">
                <a:solidFill>
                  <a:srgbClr val="898989"/>
                </a:solidFill>
                <a:latin typeface="Arial" panose="020B0604020202020204" pitchFamily="34" charset="0"/>
              </a:rPr>
              <a:t>/41</a:t>
            </a:r>
          </a:p>
        </p:txBody>
      </p:sp>
      <p:sp>
        <p:nvSpPr>
          <p:cNvPr id="23556" name="Rectangle 2">
            <a:extLst>
              <a:ext uri="{FF2B5EF4-FFF2-40B4-BE49-F238E27FC236}">
                <a16:creationId xmlns:a16="http://schemas.microsoft.com/office/drawing/2014/main" id="{A972CBD6-B27C-7E85-6639-7D7F883F5424}"/>
              </a:ext>
            </a:extLst>
          </p:cNvPr>
          <p:cNvSpPr>
            <a:spLocks noGrp="1"/>
          </p:cNvSpPr>
          <p:nvPr>
            <p:ph type="title"/>
          </p:nvPr>
        </p:nvSpPr>
        <p:spPr/>
        <p:txBody>
          <a:bodyPr/>
          <a:lstStyle/>
          <a:p>
            <a:r>
              <a:rPr lang="en-US" altLang="en-US">
                <a:latin typeface="Calibri" panose="020F0502020204030204" pitchFamily="34" charset="0"/>
              </a:rPr>
              <a:t>HttpServlet Class</a:t>
            </a:r>
          </a:p>
        </p:txBody>
      </p:sp>
      <p:sp>
        <p:nvSpPr>
          <p:cNvPr id="23557" name="Rectangle 3">
            <a:extLst>
              <a:ext uri="{FF2B5EF4-FFF2-40B4-BE49-F238E27FC236}">
                <a16:creationId xmlns:a16="http://schemas.microsoft.com/office/drawing/2014/main" id="{1B71B320-07FC-7079-50ED-0A1B804AFE19}"/>
              </a:ext>
            </a:extLst>
          </p:cNvPr>
          <p:cNvSpPr>
            <a:spLocks noGrp="1"/>
          </p:cNvSpPr>
          <p:nvPr>
            <p:ph type="body" idx="1"/>
          </p:nvPr>
        </p:nvSpPr>
        <p:spPr>
          <a:xfrm>
            <a:off x="304800" y="1295400"/>
            <a:ext cx="8610600" cy="4525963"/>
          </a:xfrm>
        </p:spPr>
        <p:txBody>
          <a:bodyPr/>
          <a:lstStyle/>
          <a:p>
            <a:pPr>
              <a:lnSpc>
                <a:spcPct val="90000"/>
              </a:lnSpc>
              <a:buClrTx/>
              <a:buSzTx/>
              <a:buFont typeface="Arial" panose="020B0604020202020204" pitchFamily="34" charset="0"/>
              <a:buChar char="•"/>
            </a:pPr>
            <a:r>
              <a:rPr lang="en-US" altLang="en-US" sz="2400">
                <a:solidFill>
                  <a:srgbClr val="993300"/>
                </a:solidFill>
              </a:rPr>
              <a:t>The protocol defines a set of text-based request messages called HTTP </a:t>
            </a:r>
            <a:r>
              <a:rPr lang="en-US" altLang="en-US" sz="2400">
                <a:solidFill>
                  <a:srgbClr val="993300"/>
                </a:solidFill>
                <a:latin typeface="Calibri" panose="020F0502020204030204" pitchFamily="34" charset="0"/>
              </a:rPr>
              <a:t>‘</a:t>
            </a:r>
            <a:r>
              <a:rPr lang="en-US" altLang="en-US" sz="2400">
                <a:solidFill>
                  <a:srgbClr val="993300"/>
                </a:solidFill>
              </a:rPr>
              <a:t>methods</a:t>
            </a:r>
            <a:r>
              <a:rPr lang="en-US" altLang="en-US" sz="2400">
                <a:solidFill>
                  <a:srgbClr val="993300"/>
                </a:solidFill>
                <a:latin typeface="Calibri" panose="020F0502020204030204" pitchFamily="34" charset="0"/>
              </a:rPr>
              <a:t>’</a:t>
            </a:r>
            <a:r>
              <a:rPr lang="en-US" altLang="en-US" sz="2400"/>
              <a:t> implemented in </a:t>
            </a:r>
            <a:r>
              <a:rPr lang="en-US" altLang="en-US" sz="2400" i="1">
                <a:solidFill>
                  <a:srgbClr val="0000FF"/>
                </a:solidFill>
                <a:latin typeface="Calibri" panose="020F0502020204030204" pitchFamily="34" charset="0"/>
              </a:rPr>
              <a:t>HttpServlet</a:t>
            </a:r>
            <a:r>
              <a:rPr lang="en-US" altLang="en-US" sz="2400">
                <a:latin typeface="Calibri" panose="020F0502020204030204" pitchFamily="34" charset="0"/>
              </a:rPr>
              <a:t> class</a:t>
            </a:r>
            <a:r>
              <a:rPr lang="en-US" altLang="en-US" sz="2400">
                <a:solidFill>
                  <a:srgbClr val="2119C7"/>
                </a:solidFill>
              </a:rPr>
              <a:t>:</a:t>
            </a:r>
          </a:p>
          <a:p>
            <a:pPr lvl="1">
              <a:lnSpc>
                <a:spcPct val="90000"/>
              </a:lnSpc>
            </a:pPr>
            <a:r>
              <a:rPr lang="en-US" altLang="en-US" sz="2000" b="1" i="1">
                <a:solidFill>
                  <a:srgbClr val="2119C7"/>
                </a:solidFill>
                <a:latin typeface="Arial" panose="020B0604020202020204" pitchFamily="34" charset="0"/>
              </a:rPr>
              <a:t>doGet</a:t>
            </a:r>
            <a:r>
              <a:rPr lang="en-US" altLang="en-US" sz="2000">
                <a:solidFill>
                  <a:srgbClr val="2119C7"/>
                </a:solidFill>
                <a:latin typeface="Arial" panose="020B0604020202020204" pitchFamily="34" charset="0"/>
              </a:rPr>
              <a:t>   </a:t>
            </a:r>
            <a:r>
              <a:rPr lang="en-US" altLang="en-US" sz="1800">
                <a:solidFill>
                  <a:srgbClr val="2119C7"/>
                </a:solidFill>
                <a:latin typeface="Arial" panose="020B0604020202020204" pitchFamily="34" charset="0"/>
              </a:rPr>
              <a:t>Called by the server (via the service method)to allow a servlet to handle a GET request</a:t>
            </a:r>
          </a:p>
          <a:p>
            <a:pPr lvl="1">
              <a:lnSpc>
                <a:spcPct val="90000"/>
              </a:lnSpc>
            </a:pPr>
            <a:r>
              <a:rPr lang="en-US" altLang="en-US" sz="2000" b="1">
                <a:solidFill>
                  <a:srgbClr val="2119C7"/>
                </a:solidFill>
                <a:latin typeface="Arial" panose="020B0604020202020204" pitchFamily="34" charset="0"/>
              </a:rPr>
              <a:t>doHead</a:t>
            </a:r>
            <a:r>
              <a:rPr lang="en-US" altLang="en-US" sz="2000">
                <a:solidFill>
                  <a:srgbClr val="2119C7"/>
                </a:solidFill>
                <a:latin typeface="Arial" panose="020B0604020202020204" pitchFamily="34" charset="0"/>
              </a:rPr>
              <a:t> 	 </a:t>
            </a:r>
            <a:r>
              <a:rPr lang="en-US" altLang="en-US" sz="1800">
                <a:solidFill>
                  <a:srgbClr val="2119C7"/>
                </a:solidFill>
                <a:latin typeface="Arial" panose="020B0604020202020204" pitchFamily="34" charset="0"/>
              </a:rPr>
              <a:t>Receives an HTTP HEAD request from the protected  service method and handles the request</a:t>
            </a:r>
          </a:p>
          <a:p>
            <a:pPr lvl="1">
              <a:lnSpc>
                <a:spcPct val="90000"/>
              </a:lnSpc>
            </a:pPr>
            <a:r>
              <a:rPr lang="en-US" altLang="en-US" sz="2000" b="1">
                <a:solidFill>
                  <a:srgbClr val="2119C7"/>
                </a:solidFill>
                <a:latin typeface="Arial" panose="020B0604020202020204" pitchFamily="34" charset="0"/>
              </a:rPr>
              <a:t>doPost</a:t>
            </a:r>
            <a:r>
              <a:rPr lang="en-US" altLang="en-US" sz="2000">
                <a:solidFill>
                  <a:srgbClr val="2119C7"/>
                </a:solidFill>
                <a:latin typeface="Arial" panose="020B0604020202020204" pitchFamily="34" charset="0"/>
              </a:rPr>
              <a:t> 	 called by the server to allow a servlet to handle post request</a:t>
            </a:r>
          </a:p>
          <a:p>
            <a:pPr lvl="1">
              <a:lnSpc>
                <a:spcPct val="90000"/>
              </a:lnSpc>
            </a:pPr>
            <a:r>
              <a:rPr lang="en-US" altLang="en-US" sz="2000" b="1">
                <a:solidFill>
                  <a:srgbClr val="2119C7"/>
                </a:solidFill>
                <a:latin typeface="Arial" panose="020B0604020202020204" pitchFamily="34" charset="0"/>
              </a:rPr>
              <a:t>doPut</a:t>
            </a:r>
            <a:r>
              <a:rPr lang="en-US" altLang="en-US" sz="2000">
                <a:solidFill>
                  <a:srgbClr val="2119C7"/>
                </a:solidFill>
                <a:latin typeface="Arial" panose="020B0604020202020204" pitchFamily="34" charset="0"/>
              </a:rPr>
              <a:t> 	 </a:t>
            </a:r>
            <a:r>
              <a:rPr lang="en-US" altLang="en-US" sz="2000"/>
              <a:t> </a:t>
            </a:r>
            <a:r>
              <a:rPr lang="en-US" altLang="en-US" sz="2000">
                <a:solidFill>
                  <a:schemeClr val="tx2"/>
                </a:solidFill>
              </a:rPr>
              <a:t>Called by the server (via the service method) to allow a servlet to handle a PUT request</a:t>
            </a:r>
            <a:endParaRPr lang="en-US" altLang="en-US" sz="2000">
              <a:solidFill>
                <a:schemeClr val="tx2"/>
              </a:solidFill>
              <a:latin typeface="Arial" panose="020B0604020202020204" pitchFamily="34" charset="0"/>
            </a:endParaRPr>
          </a:p>
          <a:p>
            <a:pPr lvl="1">
              <a:lnSpc>
                <a:spcPct val="90000"/>
              </a:lnSpc>
            </a:pPr>
            <a:r>
              <a:rPr lang="en-US" altLang="en-US" sz="2000" b="1">
                <a:solidFill>
                  <a:srgbClr val="2119C7"/>
                </a:solidFill>
                <a:latin typeface="Arial" panose="020B0604020202020204" pitchFamily="34" charset="0"/>
              </a:rPr>
              <a:t>doDelete</a:t>
            </a:r>
            <a:r>
              <a:rPr lang="en-US" altLang="en-US" sz="2000">
                <a:solidFill>
                  <a:srgbClr val="2119C7"/>
                </a:solidFill>
                <a:latin typeface="Arial" panose="020B0604020202020204" pitchFamily="34" charset="0"/>
              </a:rPr>
              <a:t>	 </a:t>
            </a:r>
            <a:r>
              <a:rPr lang="en-US" altLang="en-US" sz="2000"/>
              <a:t>Called by the server (via the service method) to allow a servlet to handle a DELETE request</a:t>
            </a:r>
            <a:endParaRPr lang="en-US" altLang="en-US" sz="2000">
              <a:solidFill>
                <a:srgbClr val="2119C7"/>
              </a:solidFill>
              <a:latin typeface="Arial" panose="020B0604020202020204" pitchFamily="34" charset="0"/>
            </a:endParaRPr>
          </a:p>
          <a:p>
            <a:pPr lvl="1">
              <a:lnSpc>
                <a:spcPct val="90000"/>
              </a:lnSpc>
            </a:pPr>
            <a:r>
              <a:rPr lang="en-US" altLang="en-US" sz="2000" b="1">
                <a:solidFill>
                  <a:srgbClr val="2119C7"/>
                </a:solidFill>
                <a:latin typeface="Arial" panose="020B0604020202020204" pitchFamily="34" charset="0"/>
              </a:rPr>
              <a:t>doTrace</a:t>
            </a:r>
            <a:r>
              <a:rPr lang="en-US" altLang="en-US" sz="2000">
                <a:solidFill>
                  <a:srgbClr val="2119C7"/>
                </a:solidFill>
                <a:latin typeface="Arial" panose="020B0604020202020204" pitchFamily="34" charset="0"/>
              </a:rPr>
              <a:t> 	 </a:t>
            </a:r>
            <a:r>
              <a:rPr lang="en-US" altLang="en-US" sz="2000"/>
              <a:t>Called by the server (via the service method) to allow a servlet to handle a TRACE request</a:t>
            </a:r>
            <a:endParaRPr lang="en-US" altLang="en-US" sz="2000">
              <a:solidFill>
                <a:srgbClr val="2119C7"/>
              </a:solidFill>
              <a:latin typeface="Arial" panose="020B0604020202020204" pitchFamily="34" charset="0"/>
            </a:endParaRPr>
          </a:p>
          <a:p>
            <a:pPr lvl="1">
              <a:lnSpc>
                <a:spcPct val="90000"/>
              </a:lnSpc>
            </a:pPr>
            <a:r>
              <a:rPr lang="en-US" altLang="en-US" sz="2000" b="1">
                <a:solidFill>
                  <a:srgbClr val="2119C7"/>
                </a:solidFill>
                <a:latin typeface="Arial" panose="020B0604020202020204" pitchFamily="34" charset="0"/>
              </a:rPr>
              <a:t>doOptions</a:t>
            </a:r>
            <a:r>
              <a:rPr lang="en-US" altLang="en-US" sz="2000">
                <a:solidFill>
                  <a:srgbClr val="2119C7"/>
                </a:solidFill>
                <a:latin typeface="Arial" panose="020B0604020202020204" pitchFamily="34" charset="0"/>
              </a:rPr>
              <a:t> </a:t>
            </a:r>
            <a:r>
              <a:rPr lang="en-US" altLang="en-US" sz="2000"/>
              <a:t>Called by the server (via the service method) to allow a servlet to handle a OPTIONS request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ooter Placeholder 4">
            <a:extLst>
              <a:ext uri="{FF2B5EF4-FFF2-40B4-BE49-F238E27FC236}">
                <a16:creationId xmlns:a16="http://schemas.microsoft.com/office/drawing/2014/main" id="{735B5B64-47DE-36B5-5D8C-2032F27A5860}"/>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latin typeface="Arial" panose="020B0604020202020204" pitchFamily="34" charset="0"/>
              </a:rPr>
              <a:t>AdvJ Session1,2 –Servlet, Web application</a:t>
            </a:r>
          </a:p>
        </p:txBody>
      </p:sp>
      <p:sp>
        <p:nvSpPr>
          <p:cNvPr id="24579" name="Slide Number Placeholder 5">
            <a:extLst>
              <a:ext uri="{FF2B5EF4-FFF2-40B4-BE49-F238E27FC236}">
                <a16:creationId xmlns:a16="http://schemas.microsoft.com/office/drawing/2014/main" id="{3EBD5435-001D-B240-7AD0-D6A728A4464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2F91BE0-0919-4D9F-B7A7-9243CE373082}" type="slidenum">
              <a:rPr lang="en-US" altLang="en-US" sz="1200" smtClean="0">
                <a:solidFill>
                  <a:srgbClr val="898989"/>
                </a:solidFill>
                <a:latin typeface="Arial" panose="020B0604020202020204" pitchFamily="34" charset="0"/>
              </a:rPr>
              <a:pPr>
                <a:spcBef>
                  <a:spcPct val="0"/>
                </a:spcBef>
                <a:buFontTx/>
                <a:buNone/>
              </a:pPr>
              <a:t>21</a:t>
            </a:fld>
            <a:r>
              <a:rPr lang="en-US" altLang="en-US" sz="1200">
                <a:solidFill>
                  <a:srgbClr val="898989"/>
                </a:solidFill>
                <a:latin typeface="Arial" panose="020B0604020202020204" pitchFamily="34" charset="0"/>
              </a:rPr>
              <a:t>/41</a:t>
            </a:r>
          </a:p>
        </p:txBody>
      </p:sp>
      <p:sp>
        <p:nvSpPr>
          <p:cNvPr id="24580" name="Rectangle 2">
            <a:extLst>
              <a:ext uri="{FF2B5EF4-FFF2-40B4-BE49-F238E27FC236}">
                <a16:creationId xmlns:a16="http://schemas.microsoft.com/office/drawing/2014/main" id="{2990060B-BDDD-B4D3-964B-19388EE2BEB1}"/>
              </a:ext>
            </a:extLst>
          </p:cNvPr>
          <p:cNvSpPr>
            <a:spLocks noGrp="1"/>
          </p:cNvSpPr>
          <p:nvPr>
            <p:ph type="title"/>
          </p:nvPr>
        </p:nvSpPr>
        <p:spPr/>
        <p:txBody>
          <a:bodyPr/>
          <a:lstStyle/>
          <a:p>
            <a:r>
              <a:rPr lang="en-US" altLang="en-US">
                <a:latin typeface="Calibri" panose="020F0502020204030204" pitchFamily="34" charset="0"/>
              </a:rPr>
              <a:t>Request Headers</a:t>
            </a:r>
          </a:p>
        </p:txBody>
      </p:sp>
      <p:sp>
        <p:nvSpPr>
          <p:cNvPr id="24581" name="Rectangle 3">
            <a:extLst>
              <a:ext uri="{FF2B5EF4-FFF2-40B4-BE49-F238E27FC236}">
                <a16:creationId xmlns:a16="http://schemas.microsoft.com/office/drawing/2014/main" id="{AC61303C-609B-9A50-A16A-7AC1D80DD09E}"/>
              </a:ext>
            </a:extLst>
          </p:cNvPr>
          <p:cNvSpPr>
            <a:spLocks noGrp="1"/>
          </p:cNvSpPr>
          <p:nvPr>
            <p:ph type="body" idx="1"/>
          </p:nvPr>
        </p:nvSpPr>
        <p:spPr/>
        <p:txBody>
          <a:bodyPr/>
          <a:lstStyle/>
          <a:p>
            <a:pPr>
              <a:lnSpc>
                <a:spcPct val="90000"/>
              </a:lnSpc>
              <a:buClrTx/>
              <a:buSzTx/>
              <a:buFont typeface="Arial" panose="020B0604020202020204" pitchFamily="34" charset="0"/>
              <a:buChar char="•"/>
            </a:pPr>
            <a:r>
              <a:rPr lang="en-US" altLang="en-US" sz="2400">
                <a:latin typeface="Calibri" panose="020F0502020204030204" pitchFamily="34" charset="0"/>
              </a:rPr>
              <a:t>It can also send a number of headers:</a:t>
            </a:r>
          </a:p>
          <a:p>
            <a:pPr lvl="1">
              <a:lnSpc>
                <a:spcPct val="90000"/>
              </a:lnSpc>
            </a:pPr>
            <a:r>
              <a:rPr lang="en-US" altLang="en-US" sz="2000">
                <a:solidFill>
                  <a:srgbClr val="F83C2E"/>
                </a:solidFill>
              </a:rPr>
              <a:t>Accept</a:t>
            </a:r>
            <a:r>
              <a:rPr lang="en-US" altLang="en-US" sz="2000">
                <a:solidFill>
                  <a:srgbClr val="2119C7"/>
                </a:solidFill>
              </a:rPr>
              <a:t> The MIME types the browser prefers. </a:t>
            </a:r>
          </a:p>
          <a:p>
            <a:pPr lvl="1">
              <a:lnSpc>
                <a:spcPct val="90000"/>
              </a:lnSpc>
            </a:pPr>
            <a:r>
              <a:rPr lang="en-US" altLang="en-US" sz="2000">
                <a:solidFill>
                  <a:srgbClr val="F83C2E"/>
                </a:solidFill>
              </a:rPr>
              <a:t>Accept-Charset</a:t>
            </a:r>
            <a:r>
              <a:rPr lang="en-US" altLang="en-US" sz="2000">
                <a:solidFill>
                  <a:srgbClr val="2119C7"/>
                </a:solidFill>
              </a:rPr>
              <a:t> The character set the browser expects. </a:t>
            </a:r>
          </a:p>
          <a:p>
            <a:pPr lvl="1">
              <a:lnSpc>
                <a:spcPct val="90000"/>
              </a:lnSpc>
            </a:pPr>
            <a:r>
              <a:rPr lang="en-US" altLang="en-US" sz="2000">
                <a:solidFill>
                  <a:srgbClr val="F83C2E"/>
                </a:solidFill>
              </a:rPr>
              <a:t>Content-Length</a:t>
            </a:r>
            <a:r>
              <a:rPr lang="en-US" altLang="en-US" sz="2000">
                <a:solidFill>
                  <a:srgbClr val="2119C7"/>
                </a:solidFill>
              </a:rPr>
              <a:t> (for POST messages, how much data is attached)</a:t>
            </a:r>
          </a:p>
          <a:p>
            <a:pPr lvl="1">
              <a:lnSpc>
                <a:spcPct val="90000"/>
              </a:lnSpc>
            </a:pPr>
            <a:r>
              <a:rPr lang="en-US" altLang="en-US" sz="2000">
                <a:solidFill>
                  <a:srgbClr val="F83C2E"/>
                </a:solidFill>
              </a:rPr>
              <a:t>Connection</a:t>
            </a:r>
            <a:r>
              <a:rPr lang="en-US" altLang="en-US" sz="2000">
                <a:solidFill>
                  <a:srgbClr val="2119C7"/>
                </a:solidFill>
              </a:rPr>
              <a:t> Use persistent connection? If a servlet gets a Keep-Alive.</a:t>
            </a:r>
          </a:p>
          <a:p>
            <a:pPr lvl="1">
              <a:lnSpc>
                <a:spcPct val="90000"/>
              </a:lnSpc>
            </a:pPr>
            <a:r>
              <a:rPr lang="en-US" altLang="en-US" sz="2000">
                <a:solidFill>
                  <a:srgbClr val="F83C2E"/>
                </a:solidFill>
              </a:rPr>
              <a:t>Cookie</a:t>
            </a:r>
            <a:r>
              <a:rPr lang="en-US" altLang="en-US" sz="2000">
                <a:solidFill>
                  <a:srgbClr val="2119C7"/>
                </a:solidFill>
              </a:rPr>
              <a:t> (one of the most important headers)</a:t>
            </a:r>
          </a:p>
          <a:p>
            <a:pPr lvl="1">
              <a:lnSpc>
                <a:spcPct val="90000"/>
              </a:lnSpc>
            </a:pPr>
            <a:r>
              <a:rPr lang="en-US" altLang="en-US" sz="2000">
                <a:solidFill>
                  <a:srgbClr val="F83C2E"/>
                </a:solidFill>
              </a:rPr>
              <a:t>Host</a:t>
            </a:r>
            <a:r>
              <a:rPr lang="en-US" altLang="en-US" sz="2000">
                <a:solidFill>
                  <a:srgbClr val="2119C7"/>
                </a:solidFill>
              </a:rPr>
              <a:t> (host and port as listed in the original URL)</a:t>
            </a:r>
          </a:p>
          <a:p>
            <a:pPr lvl="1">
              <a:lnSpc>
                <a:spcPct val="90000"/>
              </a:lnSpc>
            </a:pPr>
            <a:r>
              <a:rPr lang="en-US" altLang="en-US" sz="2000">
                <a:solidFill>
                  <a:srgbClr val="F83C2E"/>
                </a:solidFill>
              </a:rPr>
              <a:t>If-Modified-Since</a:t>
            </a:r>
            <a:r>
              <a:rPr lang="en-US" altLang="en-US" sz="2000">
                <a:solidFill>
                  <a:srgbClr val="2119C7"/>
                </a:solidFill>
              </a:rPr>
              <a:t> (only return documents newer than this)</a:t>
            </a:r>
          </a:p>
          <a:p>
            <a:pPr lvl="1">
              <a:lnSpc>
                <a:spcPct val="90000"/>
              </a:lnSpc>
            </a:pPr>
            <a:r>
              <a:rPr lang="en-US" altLang="en-US" sz="2000">
                <a:solidFill>
                  <a:srgbClr val="F83C2E"/>
                </a:solidFill>
              </a:rPr>
              <a:t>Referer </a:t>
            </a:r>
            <a:r>
              <a:rPr lang="en-US" altLang="en-US" sz="2000">
                <a:solidFill>
                  <a:srgbClr val="2119C7"/>
                </a:solidFill>
              </a:rPr>
              <a:t>(the URL of the page containing the link the user followed to get to current page)</a:t>
            </a:r>
            <a:r>
              <a:rPr lang="en-US" altLang="en-US" sz="2000"/>
              <a:t>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602" name="Footer Placeholder 4">
            <a:extLst>
              <a:ext uri="{FF2B5EF4-FFF2-40B4-BE49-F238E27FC236}">
                <a16:creationId xmlns:a16="http://schemas.microsoft.com/office/drawing/2014/main" id="{EEF6E333-07FE-5D66-9EA5-138F562421F7}"/>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latin typeface="Arial" panose="020B0604020202020204" pitchFamily="34" charset="0"/>
              </a:rPr>
              <a:t>AdvJ Session1,2 –Servlet, Web application</a:t>
            </a:r>
          </a:p>
        </p:txBody>
      </p:sp>
      <p:sp>
        <p:nvSpPr>
          <p:cNvPr id="25603" name="Slide Number Placeholder 5">
            <a:extLst>
              <a:ext uri="{FF2B5EF4-FFF2-40B4-BE49-F238E27FC236}">
                <a16:creationId xmlns:a16="http://schemas.microsoft.com/office/drawing/2014/main" id="{1F356498-C322-F5E5-43D6-B20B88874B5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EEAE5AA-5029-41AD-BE7F-929143A9A93B}" type="slidenum">
              <a:rPr lang="en-US" altLang="en-US" sz="1200" smtClean="0">
                <a:solidFill>
                  <a:srgbClr val="898989"/>
                </a:solidFill>
                <a:latin typeface="Arial" panose="020B0604020202020204" pitchFamily="34" charset="0"/>
              </a:rPr>
              <a:pPr>
                <a:spcBef>
                  <a:spcPct val="0"/>
                </a:spcBef>
                <a:buFontTx/>
                <a:buNone/>
              </a:pPr>
              <a:t>22</a:t>
            </a:fld>
            <a:r>
              <a:rPr lang="en-US" altLang="en-US" sz="1200">
                <a:solidFill>
                  <a:srgbClr val="898989"/>
                </a:solidFill>
                <a:latin typeface="Arial" panose="020B0604020202020204" pitchFamily="34" charset="0"/>
              </a:rPr>
              <a:t>/41</a:t>
            </a:r>
          </a:p>
        </p:txBody>
      </p:sp>
      <p:sp>
        <p:nvSpPr>
          <p:cNvPr id="25604" name="Rectangle 2">
            <a:extLst>
              <a:ext uri="{FF2B5EF4-FFF2-40B4-BE49-F238E27FC236}">
                <a16:creationId xmlns:a16="http://schemas.microsoft.com/office/drawing/2014/main" id="{4462B57F-A854-C650-CF4E-BD6B20E4E38E}"/>
              </a:ext>
            </a:extLst>
          </p:cNvPr>
          <p:cNvSpPr>
            <a:spLocks noGrp="1"/>
          </p:cNvSpPr>
          <p:nvPr>
            <p:ph type="title"/>
          </p:nvPr>
        </p:nvSpPr>
        <p:spPr>
          <a:xfrm>
            <a:off x="457200" y="274638"/>
            <a:ext cx="8229600" cy="563562"/>
          </a:xfrm>
        </p:spPr>
        <p:txBody>
          <a:bodyPr/>
          <a:lstStyle/>
          <a:p>
            <a:r>
              <a:rPr lang="en-US" altLang="en-US" sz="4000">
                <a:latin typeface="Calibri" panose="020F0502020204030204" pitchFamily="34" charset="0"/>
              </a:rPr>
              <a:t>Request Headers…</a:t>
            </a:r>
          </a:p>
        </p:txBody>
      </p:sp>
      <p:sp>
        <p:nvSpPr>
          <p:cNvPr id="25605" name="Rectangle 3">
            <a:extLst>
              <a:ext uri="{FF2B5EF4-FFF2-40B4-BE49-F238E27FC236}">
                <a16:creationId xmlns:a16="http://schemas.microsoft.com/office/drawing/2014/main" id="{D6FBADE6-91AC-E9C0-BD2F-982EFC8C7037}"/>
              </a:ext>
            </a:extLst>
          </p:cNvPr>
          <p:cNvSpPr>
            <a:spLocks noGrp="1"/>
          </p:cNvSpPr>
          <p:nvPr>
            <p:ph type="body" idx="1"/>
          </p:nvPr>
        </p:nvSpPr>
        <p:spPr>
          <a:xfrm>
            <a:off x="457200" y="990600"/>
            <a:ext cx="8229600" cy="5562600"/>
          </a:xfrm>
        </p:spPr>
        <p:txBody>
          <a:bodyPr/>
          <a:lstStyle/>
          <a:p>
            <a:pPr>
              <a:lnSpc>
                <a:spcPct val="80000"/>
              </a:lnSpc>
              <a:buClrTx/>
              <a:buSzTx/>
              <a:buFont typeface="Arial" panose="020B0604020202020204" pitchFamily="34" charset="0"/>
              <a:buNone/>
            </a:pPr>
            <a:r>
              <a:rPr lang="en-US" altLang="en-US" sz="1600" b="1" i="1">
                <a:latin typeface="Calibri" panose="020F0502020204030204" pitchFamily="34" charset="0"/>
              </a:rPr>
              <a:t>import javax.servlet.*;</a:t>
            </a:r>
          </a:p>
          <a:p>
            <a:pPr>
              <a:lnSpc>
                <a:spcPct val="80000"/>
              </a:lnSpc>
              <a:buClrTx/>
              <a:buSzTx/>
              <a:buFont typeface="Arial" panose="020B0604020202020204" pitchFamily="34" charset="0"/>
              <a:buNone/>
            </a:pPr>
            <a:r>
              <a:rPr lang="en-US" altLang="en-US" sz="1600" b="1" i="1">
                <a:latin typeface="Calibri" panose="020F0502020204030204" pitchFamily="34" charset="0"/>
              </a:rPr>
              <a:t>import java.io.*;</a:t>
            </a:r>
          </a:p>
          <a:p>
            <a:pPr>
              <a:lnSpc>
                <a:spcPct val="80000"/>
              </a:lnSpc>
              <a:buClrTx/>
              <a:buSzTx/>
              <a:buFont typeface="Arial" panose="020B0604020202020204" pitchFamily="34" charset="0"/>
              <a:buNone/>
            </a:pPr>
            <a:r>
              <a:rPr lang="en-US" altLang="en-US" sz="1600" b="1" i="1">
                <a:latin typeface="Calibri" panose="020F0502020204030204" pitchFamily="34" charset="0"/>
              </a:rPr>
              <a:t>import javax.servlet.http.*;</a:t>
            </a:r>
          </a:p>
          <a:p>
            <a:pPr>
              <a:lnSpc>
                <a:spcPct val="80000"/>
              </a:lnSpc>
              <a:buClrTx/>
              <a:buSzTx/>
              <a:buFont typeface="Arial" panose="020B0604020202020204" pitchFamily="34" charset="0"/>
              <a:buNone/>
            </a:pPr>
            <a:r>
              <a:rPr lang="en-US" altLang="en-US" sz="1600" b="1" i="1">
                <a:latin typeface="Calibri" panose="020F0502020204030204" pitchFamily="34" charset="0"/>
              </a:rPr>
              <a:t>import java.util.*;</a:t>
            </a:r>
          </a:p>
          <a:p>
            <a:pPr>
              <a:lnSpc>
                <a:spcPct val="80000"/>
              </a:lnSpc>
              <a:buClrTx/>
              <a:buSzTx/>
              <a:buFont typeface="Arial" panose="020B0604020202020204" pitchFamily="34" charset="0"/>
              <a:buNone/>
            </a:pPr>
            <a:endParaRPr lang="en-US" altLang="en-US" sz="1600" b="1" i="1">
              <a:latin typeface="Calibri" panose="020F0502020204030204" pitchFamily="34" charset="0"/>
            </a:endParaRPr>
          </a:p>
          <a:p>
            <a:pPr>
              <a:lnSpc>
                <a:spcPct val="80000"/>
              </a:lnSpc>
              <a:buClrTx/>
              <a:buSzTx/>
              <a:buFont typeface="Arial" panose="020B0604020202020204" pitchFamily="34" charset="0"/>
              <a:buNone/>
            </a:pPr>
            <a:r>
              <a:rPr lang="en-US" altLang="en-US" sz="1600" b="1" i="1">
                <a:latin typeface="Calibri" panose="020F0502020204030204" pitchFamily="34" charset="0"/>
              </a:rPr>
              <a:t>public class ShowRequestHeaders extends HttpServlet {</a:t>
            </a:r>
          </a:p>
          <a:p>
            <a:pPr>
              <a:lnSpc>
                <a:spcPct val="80000"/>
              </a:lnSpc>
              <a:buClrTx/>
              <a:buSzTx/>
              <a:buFont typeface="Arial" panose="020B0604020202020204" pitchFamily="34" charset="0"/>
              <a:buNone/>
            </a:pPr>
            <a:r>
              <a:rPr lang="en-US" altLang="en-US" sz="1600" b="1" i="1">
                <a:latin typeface="Calibri" panose="020F0502020204030204" pitchFamily="34" charset="0"/>
              </a:rPr>
              <a:t>   public void doGet(HttpServletRequest request,HttpServletResponse response) throws ServletException, IOException</a:t>
            </a:r>
          </a:p>
          <a:p>
            <a:pPr>
              <a:lnSpc>
                <a:spcPct val="80000"/>
              </a:lnSpc>
              <a:buClrTx/>
              <a:buSzTx/>
              <a:buFont typeface="Arial" panose="020B0604020202020204" pitchFamily="34" charset="0"/>
              <a:buNone/>
            </a:pPr>
            <a:r>
              <a:rPr lang="en-US" altLang="en-US" sz="1600" b="1" i="1">
                <a:latin typeface="Calibri" panose="020F0502020204030204" pitchFamily="34" charset="0"/>
              </a:rPr>
              <a:t>  {</a:t>
            </a:r>
          </a:p>
          <a:p>
            <a:pPr>
              <a:lnSpc>
                <a:spcPct val="80000"/>
              </a:lnSpc>
              <a:buClrTx/>
              <a:buSzTx/>
              <a:buFont typeface="Arial" panose="020B0604020202020204" pitchFamily="34" charset="0"/>
              <a:buNone/>
            </a:pPr>
            <a:r>
              <a:rPr lang="en-US" altLang="en-US" sz="1600" b="1" i="1">
                <a:latin typeface="Calibri" panose="020F0502020204030204" pitchFamily="34" charset="0"/>
              </a:rPr>
              <a:t>  		response.setContentType("text/html");</a:t>
            </a:r>
          </a:p>
          <a:p>
            <a:pPr>
              <a:lnSpc>
                <a:spcPct val="80000"/>
              </a:lnSpc>
              <a:buClrTx/>
              <a:buSzTx/>
              <a:buFont typeface="Arial" panose="020B0604020202020204" pitchFamily="34" charset="0"/>
              <a:buNone/>
            </a:pPr>
            <a:r>
              <a:rPr lang="en-US" altLang="en-US" sz="1600" b="1" i="1">
                <a:latin typeface="Calibri" panose="020F0502020204030204" pitchFamily="34" charset="0"/>
              </a:rPr>
              <a:t>  		PrintWriter out = response.getWriter();</a:t>
            </a:r>
          </a:p>
          <a:p>
            <a:pPr>
              <a:lnSpc>
                <a:spcPct val="80000"/>
              </a:lnSpc>
              <a:buClrTx/>
              <a:buSzTx/>
              <a:buFont typeface="Arial" panose="020B0604020202020204" pitchFamily="34" charset="0"/>
              <a:buNone/>
            </a:pPr>
            <a:r>
              <a:rPr lang="en-US" altLang="en-US" sz="1600" b="1" i="1">
                <a:latin typeface="Calibri" panose="020F0502020204030204" pitchFamily="34" charset="0"/>
              </a:rPr>
              <a:t>  		Enumeration headerNames = request.getHeaderNames();</a:t>
            </a:r>
          </a:p>
          <a:p>
            <a:pPr>
              <a:lnSpc>
                <a:spcPct val="80000"/>
              </a:lnSpc>
              <a:buClrTx/>
              <a:buSzTx/>
              <a:buFont typeface="Arial" panose="020B0604020202020204" pitchFamily="34" charset="0"/>
              <a:buNone/>
            </a:pPr>
            <a:r>
              <a:rPr lang="en-US" altLang="en-US" sz="1600" b="1" i="1">
                <a:latin typeface="Calibri" panose="020F0502020204030204" pitchFamily="34" charset="0"/>
              </a:rPr>
              <a:t>  		out.println("&lt;TABLE&gt;");</a:t>
            </a:r>
          </a:p>
          <a:p>
            <a:pPr>
              <a:lnSpc>
                <a:spcPct val="80000"/>
              </a:lnSpc>
              <a:buClrTx/>
              <a:buSzTx/>
              <a:buFont typeface="Arial" panose="020B0604020202020204" pitchFamily="34" charset="0"/>
              <a:buNone/>
            </a:pPr>
            <a:r>
              <a:rPr lang="en-US" altLang="en-US" sz="1600" b="1" i="1">
                <a:latin typeface="Calibri" panose="020F0502020204030204" pitchFamily="34" charset="0"/>
              </a:rPr>
              <a:t>  		while(headerNames.hasMoreElements()) {</a:t>
            </a:r>
          </a:p>
          <a:p>
            <a:pPr>
              <a:lnSpc>
                <a:spcPct val="80000"/>
              </a:lnSpc>
              <a:buClrTx/>
              <a:buSzTx/>
              <a:buFont typeface="Arial" panose="020B0604020202020204" pitchFamily="34" charset="0"/>
              <a:buNone/>
            </a:pPr>
            <a:r>
              <a:rPr lang="en-US" altLang="en-US" sz="1600" b="1" i="1">
                <a:latin typeface="Calibri" panose="020F0502020204030204" pitchFamily="34" charset="0"/>
              </a:rPr>
              <a:t>    		       String headerName = (String)headerNames.nextElement();</a:t>
            </a:r>
          </a:p>
          <a:p>
            <a:pPr>
              <a:lnSpc>
                <a:spcPct val="80000"/>
              </a:lnSpc>
              <a:buClrTx/>
              <a:buSzTx/>
              <a:buFont typeface="Arial" panose="020B0604020202020204" pitchFamily="34" charset="0"/>
              <a:buNone/>
            </a:pPr>
            <a:r>
              <a:rPr lang="en-US" altLang="en-US" sz="1600" b="1" i="1">
                <a:latin typeface="Calibri" panose="020F0502020204030204" pitchFamily="34" charset="0"/>
              </a:rPr>
              <a:t>	    	       out.println("&lt;TR&gt;&lt;TD&gt;" + headerName+"&lt;/TD&gt;");</a:t>
            </a:r>
          </a:p>
          <a:p>
            <a:pPr>
              <a:lnSpc>
                <a:spcPct val="80000"/>
              </a:lnSpc>
              <a:buClrTx/>
              <a:buSzTx/>
              <a:buFont typeface="Arial" panose="020B0604020202020204" pitchFamily="34" charset="0"/>
              <a:buNone/>
            </a:pPr>
            <a:r>
              <a:rPr lang="en-US" altLang="en-US" sz="1600" b="1" i="1">
                <a:latin typeface="Calibri" panose="020F0502020204030204" pitchFamily="34" charset="0"/>
              </a:rPr>
              <a:t>    		       out.println("&lt;TD&gt;" + request.getHeader(headerName)+"&lt;/TD&gt;&lt;/TR&gt;");</a:t>
            </a:r>
          </a:p>
          <a:p>
            <a:pPr>
              <a:lnSpc>
                <a:spcPct val="80000"/>
              </a:lnSpc>
              <a:buClrTx/>
              <a:buSzTx/>
              <a:buFont typeface="Arial" panose="020B0604020202020204" pitchFamily="34" charset="0"/>
              <a:buNone/>
            </a:pPr>
            <a:r>
              <a:rPr lang="en-US" altLang="en-US" sz="1600" b="1" i="1">
                <a:latin typeface="Calibri" panose="020F0502020204030204" pitchFamily="34" charset="0"/>
              </a:rPr>
              <a:t>  		}</a:t>
            </a:r>
          </a:p>
          <a:p>
            <a:pPr>
              <a:lnSpc>
                <a:spcPct val="80000"/>
              </a:lnSpc>
              <a:buClrTx/>
              <a:buSzTx/>
              <a:buFont typeface="Arial" panose="020B0604020202020204" pitchFamily="34" charset="0"/>
              <a:buNone/>
            </a:pPr>
            <a:r>
              <a:rPr lang="en-US" altLang="en-US" sz="1600" b="1" i="1">
                <a:latin typeface="Calibri" panose="020F0502020204030204" pitchFamily="34" charset="0"/>
              </a:rPr>
              <a:t>  		out.println("&lt;/TABLE&gt;");</a:t>
            </a:r>
          </a:p>
          <a:p>
            <a:pPr>
              <a:lnSpc>
                <a:spcPct val="80000"/>
              </a:lnSpc>
              <a:buClrTx/>
              <a:buSzTx/>
              <a:buFont typeface="Arial" panose="020B0604020202020204" pitchFamily="34" charset="0"/>
              <a:buNone/>
            </a:pPr>
            <a:r>
              <a:rPr lang="en-US" altLang="en-US" sz="1600" b="1" i="1">
                <a:latin typeface="Calibri" panose="020F0502020204030204" pitchFamily="34" charset="0"/>
              </a:rPr>
              <a:t>	}</a:t>
            </a:r>
          </a:p>
          <a:p>
            <a:pPr>
              <a:lnSpc>
                <a:spcPct val="80000"/>
              </a:lnSpc>
              <a:buClrTx/>
              <a:buSzTx/>
              <a:buFont typeface="Arial" panose="020B0604020202020204" pitchFamily="34" charset="0"/>
              <a:buNone/>
            </a:pPr>
            <a:r>
              <a:rPr lang="en-US" altLang="en-US" sz="1600" b="1" i="1">
                <a:latin typeface="Calibri" panose="020F0502020204030204" pitchFamily="34" charset="0"/>
              </a:rPr>
              <a:t>}</a:t>
            </a:r>
            <a:endParaRPr lang="en-US" altLang="en-US" sz="1600" b="1" i="1">
              <a:solidFill>
                <a:srgbClr val="2119C7"/>
              </a:solidFill>
              <a:latin typeface="Courier New" panose="02070309020205020404" pitchFamily="49"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Footer Placeholder 4">
            <a:extLst>
              <a:ext uri="{FF2B5EF4-FFF2-40B4-BE49-F238E27FC236}">
                <a16:creationId xmlns:a16="http://schemas.microsoft.com/office/drawing/2014/main" id="{20CD0525-BEAF-53C0-B541-7C6B9DF4AF79}"/>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latin typeface="Arial" panose="020B0604020202020204" pitchFamily="34" charset="0"/>
              </a:rPr>
              <a:t>AdvJ Session1,2 –Servlet, Web application</a:t>
            </a:r>
          </a:p>
        </p:txBody>
      </p:sp>
      <p:sp>
        <p:nvSpPr>
          <p:cNvPr id="26627" name="Slide Number Placeholder 5">
            <a:extLst>
              <a:ext uri="{FF2B5EF4-FFF2-40B4-BE49-F238E27FC236}">
                <a16:creationId xmlns:a16="http://schemas.microsoft.com/office/drawing/2014/main" id="{856CF80A-7ED7-0FAC-CE43-F025674D05D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6778361-6A86-4987-BF9E-EB7E2B427403}" type="slidenum">
              <a:rPr lang="en-US" altLang="en-US" sz="1200" smtClean="0">
                <a:solidFill>
                  <a:srgbClr val="898989"/>
                </a:solidFill>
                <a:latin typeface="Arial" panose="020B0604020202020204" pitchFamily="34" charset="0"/>
              </a:rPr>
              <a:pPr>
                <a:spcBef>
                  <a:spcPct val="0"/>
                </a:spcBef>
                <a:buFontTx/>
                <a:buNone/>
              </a:pPr>
              <a:t>23</a:t>
            </a:fld>
            <a:r>
              <a:rPr lang="en-US" altLang="en-US" sz="1200">
                <a:solidFill>
                  <a:srgbClr val="898989"/>
                </a:solidFill>
                <a:latin typeface="Arial" panose="020B0604020202020204" pitchFamily="34" charset="0"/>
              </a:rPr>
              <a:t>/41</a:t>
            </a:r>
          </a:p>
        </p:txBody>
      </p:sp>
      <p:sp>
        <p:nvSpPr>
          <p:cNvPr id="26628" name="Rectangle 2">
            <a:extLst>
              <a:ext uri="{FF2B5EF4-FFF2-40B4-BE49-F238E27FC236}">
                <a16:creationId xmlns:a16="http://schemas.microsoft.com/office/drawing/2014/main" id="{80B6DC09-BE77-EEC5-97DF-005769D1F6AE}"/>
              </a:ext>
            </a:extLst>
          </p:cNvPr>
          <p:cNvSpPr>
            <a:spLocks noGrp="1"/>
          </p:cNvSpPr>
          <p:nvPr>
            <p:ph type="title"/>
          </p:nvPr>
        </p:nvSpPr>
        <p:spPr/>
        <p:txBody>
          <a:bodyPr/>
          <a:lstStyle/>
          <a:p>
            <a:r>
              <a:rPr lang="en-US" altLang="en-US">
                <a:latin typeface="Calibri" panose="020F0502020204030204" pitchFamily="34" charset="0"/>
              </a:rPr>
              <a:t>Show Request Header Demo</a:t>
            </a:r>
          </a:p>
        </p:txBody>
      </p:sp>
      <p:sp>
        <p:nvSpPr>
          <p:cNvPr id="26629" name="Rectangle 3">
            <a:extLst>
              <a:ext uri="{FF2B5EF4-FFF2-40B4-BE49-F238E27FC236}">
                <a16:creationId xmlns:a16="http://schemas.microsoft.com/office/drawing/2014/main" id="{A9767A3B-8C5D-66E4-4918-9C3E36C453D0}"/>
              </a:ext>
            </a:extLst>
          </p:cNvPr>
          <p:cNvSpPr>
            <a:spLocks noGrp="1"/>
          </p:cNvSpPr>
          <p:nvPr>
            <p:ph type="body" idx="1"/>
          </p:nvPr>
        </p:nvSpPr>
        <p:spPr/>
        <p:txBody>
          <a:bodyPr/>
          <a:lstStyle/>
          <a:p>
            <a:pPr>
              <a:buClrTx/>
              <a:buSzTx/>
              <a:buFont typeface="Arial" panose="020B0604020202020204" pitchFamily="34" charset="0"/>
              <a:buChar char="•"/>
            </a:pPr>
            <a:endParaRPr lang="en-US" altLang="en-US">
              <a:latin typeface="Calibri" panose="020F0502020204030204" pitchFamily="34" charset="0"/>
            </a:endParaRPr>
          </a:p>
          <a:p>
            <a:pPr>
              <a:buClrTx/>
              <a:buSzTx/>
              <a:buFont typeface="Arial" panose="020B0604020202020204" pitchFamily="34" charset="0"/>
              <a:buChar char="•"/>
            </a:pPr>
            <a:endParaRPr lang="en-US" altLang="en-US">
              <a:latin typeface="Calibri" panose="020F0502020204030204" pitchFamily="34" charset="0"/>
            </a:endParaRPr>
          </a:p>
          <a:p>
            <a:pPr>
              <a:buClrTx/>
              <a:buSzTx/>
              <a:buFont typeface="Arial" panose="020B0604020202020204" pitchFamily="34" charset="0"/>
              <a:buChar char="•"/>
            </a:pPr>
            <a:endParaRPr lang="en-US" altLang="en-US">
              <a:latin typeface="Calibri" panose="020F0502020204030204" pitchFamily="34" charset="0"/>
            </a:endParaRPr>
          </a:p>
          <a:p>
            <a:pPr algn="ctr">
              <a:buClrTx/>
              <a:buSzTx/>
              <a:buFont typeface="Arial" panose="020B0604020202020204" pitchFamily="34" charset="0"/>
              <a:buNone/>
            </a:pPr>
            <a:r>
              <a:rPr lang="en-US" altLang="en-US" sz="2000" b="1">
                <a:latin typeface="Calibri" panose="020F0502020204030204" pitchFamily="34" charset="0"/>
              </a:rPr>
              <a:t>Demo\FirstServlet\WEB-INF\classes\ShowRequestHeaders.java</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Footer Placeholder 4">
            <a:extLst>
              <a:ext uri="{FF2B5EF4-FFF2-40B4-BE49-F238E27FC236}">
                <a16:creationId xmlns:a16="http://schemas.microsoft.com/office/drawing/2014/main" id="{EBC436B6-CD62-140F-336E-262B7FBF0FE6}"/>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latin typeface="Arial" panose="020B0604020202020204" pitchFamily="34" charset="0"/>
              </a:rPr>
              <a:t>AdvJ Session1,2 –Servlet, Web application</a:t>
            </a:r>
          </a:p>
        </p:txBody>
      </p:sp>
      <p:sp>
        <p:nvSpPr>
          <p:cNvPr id="27651" name="Slide Number Placeholder 5">
            <a:extLst>
              <a:ext uri="{FF2B5EF4-FFF2-40B4-BE49-F238E27FC236}">
                <a16:creationId xmlns:a16="http://schemas.microsoft.com/office/drawing/2014/main" id="{702AC654-C27A-C525-E90D-0A30D05F0EA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45C869D-EE45-472A-8128-9A0C0971F7EE}" type="slidenum">
              <a:rPr lang="en-US" altLang="en-US" sz="1200" smtClean="0">
                <a:solidFill>
                  <a:srgbClr val="898989"/>
                </a:solidFill>
                <a:latin typeface="Arial" panose="020B0604020202020204" pitchFamily="34" charset="0"/>
              </a:rPr>
              <a:pPr>
                <a:spcBef>
                  <a:spcPct val="0"/>
                </a:spcBef>
                <a:buFontTx/>
                <a:buNone/>
              </a:pPr>
              <a:t>24</a:t>
            </a:fld>
            <a:r>
              <a:rPr lang="en-US" altLang="en-US" sz="1200">
                <a:solidFill>
                  <a:srgbClr val="898989"/>
                </a:solidFill>
                <a:latin typeface="Arial" panose="020B0604020202020204" pitchFamily="34" charset="0"/>
              </a:rPr>
              <a:t>/41</a:t>
            </a:r>
          </a:p>
        </p:txBody>
      </p:sp>
      <p:sp>
        <p:nvSpPr>
          <p:cNvPr id="27652" name="Rectangle 2">
            <a:extLst>
              <a:ext uri="{FF2B5EF4-FFF2-40B4-BE49-F238E27FC236}">
                <a16:creationId xmlns:a16="http://schemas.microsoft.com/office/drawing/2014/main" id="{E5545005-02C9-8A5B-166F-B5AC6FBC8F39}"/>
              </a:ext>
            </a:extLst>
          </p:cNvPr>
          <p:cNvSpPr>
            <a:spLocks noGrp="1"/>
          </p:cNvSpPr>
          <p:nvPr>
            <p:ph type="title"/>
          </p:nvPr>
        </p:nvSpPr>
        <p:spPr/>
        <p:txBody>
          <a:bodyPr/>
          <a:lstStyle/>
          <a:p>
            <a:r>
              <a:rPr lang="en-US" altLang="en-US">
                <a:latin typeface="Calibri" panose="020F0502020204030204" pitchFamily="34" charset="0"/>
              </a:rPr>
              <a:t>HTTP Response</a:t>
            </a:r>
          </a:p>
        </p:txBody>
      </p:sp>
      <p:sp>
        <p:nvSpPr>
          <p:cNvPr id="27653" name="Rectangle 3">
            <a:extLst>
              <a:ext uri="{FF2B5EF4-FFF2-40B4-BE49-F238E27FC236}">
                <a16:creationId xmlns:a16="http://schemas.microsoft.com/office/drawing/2014/main" id="{CBBAEB2C-2225-6BA7-BC9E-A0472F166284}"/>
              </a:ext>
            </a:extLst>
          </p:cNvPr>
          <p:cNvSpPr>
            <a:spLocks noGrp="1"/>
          </p:cNvSpPr>
          <p:nvPr>
            <p:ph type="body" idx="1"/>
          </p:nvPr>
        </p:nvSpPr>
        <p:spPr/>
        <p:txBody>
          <a:bodyPr/>
          <a:lstStyle/>
          <a:p>
            <a:pPr marL="457200" indent="-457200">
              <a:lnSpc>
                <a:spcPct val="80000"/>
              </a:lnSpc>
              <a:buClrTx/>
              <a:buSzTx/>
              <a:buFont typeface="Arial" panose="020B0604020202020204" pitchFamily="34" charset="0"/>
              <a:buChar char="•"/>
            </a:pPr>
            <a:r>
              <a:rPr lang="en-US" altLang="en-US" sz="2000">
                <a:latin typeface="Calibri" panose="020F0502020204030204" pitchFamily="34" charset="0"/>
              </a:rPr>
              <a:t>When a Web server responds to a request from Web client, the response typically consists of a status line, some response headers, a blank line, and the document:</a:t>
            </a:r>
          </a:p>
          <a:p>
            <a:pPr marL="1257300" lvl="2" indent="-342900">
              <a:lnSpc>
                <a:spcPct val="80000"/>
              </a:lnSpc>
              <a:buFont typeface="Arial" panose="020B0604020202020204" pitchFamily="34" charset="0"/>
              <a:buNone/>
            </a:pPr>
            <a:endParaRPr lang="en-US" altLang="en-US" sz="1800" b="1" i="1">
              <a:solidFill>
                <a:srgbClr val="2119C7"/>
              </a:solidFill>
              <a:latin typeface="Courier New" panose="02070309020205020404" pitchFamily="49" charset="0"/>
            </a:endParaRPr>
          </a:p>
          <a:p>
            <a:pPr marL="1257300" lvl="2" indent="-342900">
              <a:lnSpc>
                <a:spcPct val="80000"/>
              </a:lnSpc>
              <a:buFont typeface="Arial" panose="020B0604020202020204" pitchFamily="34" charset="0"/>
              <a:buNone/>
            </a:pPr>
            <a:r>
              <a:rPr lang="en-US" altLang="en-US" sz="1800" b="1" i="1">
                <a:solidFill>
                  <a:srgbClr val="2119C7"/>
                </a:solidFill>
                <a:latin typeface="Courier New" panose="02070309020205020404" pitchFamily="49" charset="0"/>
              </a:rPr>
              <a:t>HTTP/1.1 200 OK		</a:t>
            </a:r>
            <a:r>
              <a:rPr lang="en-US" altLang="en-US" sz="1800" b="1" u="sng">
                <a:solidFill>
                  <a:srgbClr val="2119C7"/>
                </a:solidFill>
                <a:latin typeface="Courier New" panose="02070309020205020404" pitchFamily="49" charset="0"/>
              </a:rPr>
              <a:t>status line</a:t>
            </a:r>
          </a:p>
          <a:p>
            <a:pPr marL="1257300" lvl="2" indent="-342900">
              <a:lnSpc>
                <a:spcPct val="80000"/>
              </a:lnSpc>
              <a:buFont typeface="Arial" panose="020B0604020202020204" pitchFamily="34" charset="0"/>
              <a:buNone/>
            </a:pPr>
            <a:r>
              <a:rPr lang="en-US" altLang="en-US" sz="1800" b="1" i="1">
                <a:solidFill>
                  <a:srgbClr val="2119C7"/>
                </a:solidFill>
                <a:latin typeface="Courier New" panose="02070309020205020404" pitchFamily="49" charset="0"/>
              </a:rPr>
              <a:t>Content-Type: text/plain	</a:t>
            </a:r>
            <a:r>
              <a:rPr lang="en-US" altLang="en-US" sz="1800" b="1" u="sng">
                <a:solidFill>
                  <a:srgbClr val="2119C7"/>
                </a:solidFill>
                <a:latin typeface="Courier New" panose="02070309020205020404" pitchFamily="49" charset="0"/>
              </a:rPr>
              <a:t>response header</a:t>
            </a:r>
          </a:p>
          <a:p>
            <a:pPr marL="838200" lvl="1" indent="-381000">
              <a:lnSpc>
                <a:spcPct val="80000"/>
              </a:lnSpc>
              <a:buFont typeface="Arial" panose="020B0604020202020204" pitchFamily="34" charset="0"/>
              <a:buNone/>
            </a:pPr>
            <a:r>
              <a:rPr lang="en-US" altLang="en-US" sz="1800" b="1" i="1">
                <a:solidFill>
                  <a:srgbClr val="2119C7"/>
                </a:solidFill>
                <a:latin typeface="Courier New" panose="02070309020205020404" pitchFamily="49" charset="0"/>
              </a:rPr>
              <a:t>						</a:t>
            </a:r>
            <a:r>
              <a:rPr lang="en-US" altLang="en-US" sz="1800" b="1" u="sng">
                <a:solidFill>
                  <a:srgbClr val="2119C7"/>
                </a:solidFill>
                <a:latin typeface="Courier New" panose="02070309020205020404" pitchFamily="49" charset="0"/>
              </a:rPr>
              <a:t>blank line</a:t>
            </a:r>
          </a:p>
          <a:p>
            <a:pPr marL="838200" lvl="1" indent="-381000">
              <a:lnSpc>
                <a:spcPct val="80000"/>
              </a:lnSpc>
              <a:buFont typeface="Arial" panose="020B0604020202020204" pitchFamily="34" charset="0"/>
              <a:buNone/>
            </a:pPr>
            <a:r>
              <a:rPr lang="en-US" altLang="en-US" sz="1800" b="1" i="1">
                <a:solidFill>
                  <a:srgbClr val="2119C7"/>
                </a:solidFill>
                <a:latin typeface="Verdana" panose="020B0604030504040204" pitchFamily="34" charset="0"/>
              </a:rPr>
              <a:t>	 </a:t>
            </a:r>
            <a:r>
              <a:rPr lang="en-US" altLang="en-US" sz="1800" b="1" i="1">
                <a:solidFill>
                  <a:srgbClr val="2119C7"/>
                </a:solidFill>
                <a:latin typeface="Courier New" panose="02070309020205020404" pitchFamily="49" charset="0"/>
              </a:rPr>
              <a:t>Welcome to Servlets World	</a:t>
            </a:r>
            <a:r>
              <a:rPr lang="en-US" altLang="en-US" sz="1800" b="1" u="sng">
                <a:solidFill>
                  <a:srgbClr val="2119C7"/>
                </a:solidFill>
                <a:latin typeface="Courier New" panose="02070309020205020404" pitchFamily="49" charset="0"/>
              </a:rPr>
              <a:t>the document</a:t>
            </a:r>
          </a:p>
          <a:p>
            <a:pPr marL="838200" lvl="1" indent="-381000">
              <a:lnSpc>
                <a:spcPct val="80000"/>
              </a:lnSpc>
              <a:buFont typeface="Arial" panose="020B0604020202020204" pitchFamily="34" charset="0"/>
              <a:buNone/>
            </a:pPr>
            <a:endParaRPr lang="en-US" altLang="en-US" sz="1800" b="1" u="sng">
              <a:solidFill>
                <a:srgbClr val="2119C7"/>
              </a:solidFill>
              <a:latin typeface="Courier New" panose="02070309020205020404" pitchFamily="49" charset="0"/>
            </a:endParaRPr>
          </a:p>
          <a:p>
            <a:pPr marL="838200" lvl="1" indent="-381000">
              <a:lnSpc>
                <a:spcPct val="80000"/>
              </a:lnSpc>
              <a:buFont typeface="Arial" panose="020B0604020202020204" pitchFamily="34" charset="0"/>
              <a:buNone/>
            </a:pPr>
            <a:r>
              <a:rPr lang="en-US" altLang="en-US" sz="1800" b="1" u="sng">
                <a:solidFill>
                  <a:srgbClr val="2119C7"/>
                </a:solidFill>
                <a:latin typeface="Courier New" panose="02070309020205020404" pitchFamily="49" charset="0"/>
              </a:rPr>
              <a:t>Status line:</a:t>
            </a:r>
          </a:p>
          <a:p>
            <a:pPr marL="838200" lvl="1" indent="-381000">
              <a:lnSpc>
                <a:spcPct val="80000"/>
              </a:lnSpc>
            </a:pPr>
            <a:r>
              <a:rPr lang="en-US" altLang="en-US" sz="1800" b="1">
                <a:solidFill>
                  <a:srgbClr val="993300"/>
                </a:solidFill>
              </a:rPr>
              <a:t>HTTP version</a:t>
            </a:r>
          </a:p>
          <a:p>
            <a:pPr marL="838200" lvl="1" indent="-381000">
              <a:lnSpc>
                <a:spcPct val="80000"/>
              </a:lnSpc>
            </a:pPr>
            <a:r>
              <a:rPr lang="en-US" altLang="en-US" sz="1800" b="1">
                <a:solidFill>
                  <a:srgbClr val="993300"/>
                </a:solidFill>
              </a:rPr>
              <a:t>An integer that is interpreted as a status code</a:t>
            </a:r>
          </a:p>
          <a:p>
            <a:pPr marL="838200" lvl="1" indent="-381000">
              <a:lnSpc>
                <a:spcPct val="80000"/>
              </a:lnSpc>
            </a:pPr>
            <a:r>
              <a:rPr lang="en-US" altLang="en-US" sz="1800" b="1">
                <a:solidFill>
                  <a:srgbClr val="993300"/>
                </a:solidFill>
              </a:rPr>
              <a:t>A very short message corresponding to the status code. </a:t>
            </a:r>
          </a:p>
          <a:p>
            <a:pPr marL="838200" lvl="1" indent="-381000">
              <a:lnSpc>
                <a:spcPct val="80000"/>
              </a:lnSpc>
              <a:buFont typeface="Arial" panose="020B0604020202020204" pitchFamily="34" charset="0"/>
              <a:buNone/>
            </a:pPr>
            <a:endParaRPr lang="en-US" altLang="en-US" sz="1800" b="1">
              <a:solidFill>
                <a:srgbClr val="993300"/>
              </a:solidFill>
            </a:endParaRPr>
          </a:p>
          <a:p>
            <a:pPr marL="838200" lvl="1" indent="-381000">
              <a:lnSpc>
                <a:spcPct val="80000"/>
              </a:lnSpc>
            </a:pPr>
            <a:r>
              <a:rPr lang="en-US" altLang="en-US" sz="1800" b="1">
                <a:solidFill>
                  <a:srgbClr val="993300"/>
                </a:solidFill>
              </a:rPr>
              <a:t>In most cases, all of the headers are optional except for Content-Type, which specifies the MIME type of the document that follows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Footer Placeholder 4">
            <a:extLst>
              <a:ext uri="{FF2B5EF4-FFF2-40B4-BE49-F238E27FC236}">
                <a16:creationId xmlns:a16="http://schemas.microsoft.com/office/drawing/2014/main" id="{33340E08-9744-61A8-8835-7E829023FA89}"/>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latin typeface="Arial" panose="020B0604020202020204" pitchFamily="34" charset="0"/>
              </a:rPr>
              <a:t>AdvJ Session1,2 –Servlet, Web application</a:t>
            </a:r>
          </a:p>
        </p:txBody>
      </p:sp>
      <p:sp>
        <p:nvSpPr>
          <p:cNvPr id="28675" name="Slide Number Placeholder 5">
            <a:extLst>
              <a:ext uri="{FF2B5EF4-FFF2-40B4-BE49-F238E27FC236}">
                <a16:creationId xmlns:a16="http://schemas.microsoft.com/office/drawing/2014/main" id="{A309CB97-E4F4-F0FC-2120-52F15B96E35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63B7997-AAE3-410D-BD50-12D812B3BAEC}" type="slidenum">
              <a:rPr lang="en-US" altLang="en-US" sz="1200" smtClean="0">
                <a:solidFill>
                  <a:srgbClr val="898989"/>
                </a:solidFill>
                <a:latin typeface="Arial" panose="020B0604020202020204" pitchFamily="34" charset="0"/>
              </a:rPr>
              <a:pPr>
                <a:spcBef>
                  <a:spcPct val="0"/>
                </a:spcBef>
                <a:buFontTx/>
                <a:buNone/>
              </a:pPr>
              <a:t>25</a:t>
            </a:fld>
            <a:r>
              <a:rPr lang="en-US" altLang="en-US" sz="1200">
                <a:solidFill>
                  <a:srgbClr val="898989"/>
                </a:solidFill>
                <a:latin typeface="Arial" panose="020B0604020202020204" pitchFamily="34" charset="0"/>
              </a:rPr>
              <a:t>/41</a:t>
            </a:r>
          </a:p>
        </p:txBody>
      </p:sp>
      <p:sp>
        <p:nvSpPr>
          <p:cNvPr id="28676" name="Rectangle 2">
            <a:extLst>
              <a:ext uri="{FF2B5EF4-FFF2-40B4-BE49-F238E27FC236}">
                <a16:creationId xmlns:a16="http://schemas.microsoft.com/office/drawing/2014/main" id="{70D46494-109B-3137-A4C4-C3FF3BEA832D}"/>
              </a:ext>
            </a:extLst>
          </p:cNvPr>
          <p:cNvSpPr>
            <a:spLocks noGrp="1"/>
          </p:cNvSpPr>
          <p:nvPr>
            <p:ph type="title"/>
          </p:nvPr>
        </p:nvSpPr>
        <p:spPr/>
        <p:txBody>
          <a:bodyPr/>
          <a:lstStyle/>
          <a:p>
            <a:r>
              <a:rPr lang="en-US" altLang="en-US">
                <a:latin typeface="Calibri" panose="020F0502020204030204" pitchFamily="34" charset="0"/>
              </a:rPr>
              <a:t>HTML Form</a:t>
            </a:r>
          </a:p>
        </p:txBody>
      </p:sp>
      <p:sp>
        <p:nvSpPr>
          <p:cNvPr id="28677" name="Rectangle 3">
            <a:extLst>
              <a:ext uri="{FF2B5EF4-FFF2-40B4-BE49-F238E27FC236}">
                <a16:creationId xmlns:a16="http://schemas.microsoft.com/office/drawing/2014/main" id="{88136A47-1408-0DDF-F00E-75F9D415F2D5}"/>
              </a:ext>
            </a:extLst>
          </p:cNvPr>
          <p:cNvSpPr>
            <a:spLocks noGrp="1"/>
          </p:cNvSpPr>
          <p:nvPr>
            <p:ph type="body" idx="1"/>
          </p:nvPr>
        </p:nvSpPr>
        <p:spPr/>
        <p:txBody>
          <a:bodyPr/>
          <a:lstStyle/>
          <a:p>
            <a:pPr>
              <a:buClrTx/>
              <a:buSzTx/>
              <a:buFont typeface="Arial" panose="020B0604020202020204" pitchFamily="34" charset="0"/>
              <a:buChar char="•"/>
            </a:pPr>
            <a:r>
              <a:rPr lang="en-US" altLang="en-US">
                <a:latin typeface="Calibri" panose="020F0502020204030204" pitchFamily="34" charset="0"/>
              </a:rPr>
              <a:t>A form is an area that can contain form elements.</a:t>
            </a:r>
          </a:p>
          <a:p>
            <a:pPr>
              <a:buClrTx/>
              <a:buSzTx/>
              <a:buFont typeface="Arial" panose="020B0604020202020204" pitchFamily="34" charset="0"/>
              <a:buChar char="•"/>
            </a:pPr>
            <a:r>
              <a:rPr lang="en-US" altLang="en-US">
                <a:latin typeface="Calibri" panose="020F0502020204030204" pitchFamily="34" charset="0"/>
              </a:rPr>
              <a:t>Form elements are elements that allow the user to enter information (like text fields, textarea fields, drop-down menus, radio buttons, checkboxes, etc.) in a form.</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Footer Placeholder 4">
            <a:extLst>
              <a:ext uri="{FF2B5EF4-FFF2-40B4-BE49-F238E27FC236}">
                <a16:creationId xmlns:a16="http://schemas.microsoft.com/office/drawing/2014/main" id="{4FD43F59-34CA-A903-4F6C-5656B2D0E535}"/>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latin typeface="Arial" panose="020B0604020202020204" pitchFamily="34" charset="0"/>
              </a:rPr>
              <a:t>AdvJ Session1,2 –Servlet, Web application</a:t>
            </a:r>
          </a:p>
        </p:txBody>
      </p:sp>
      <p:sp>
        <p:nvSpPr>
          <p:cNvPr id="29699" name="Slide Number Placeholder 5">
            <a:extLst>
              <a:ext uri="{FF2B5EF4-FFF2-40B4-BE49-F238E27FC236}">
                <a16:creationId xmlns:a16="http://schemas.microsoft.com/office/drawing/2014/main" id="{6094B154-DFA4-BA64-24A4-37CEFCD22B8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3D1F35F-6872-4F1F-A0CC-4ED6F889318F}" type="slidenum">
              <a:rPr lang="en-US" altLang="en-US" sz="1200" smtClean="0">
                <a:solidFill>
                  <a:srgbClr val="898989"/>
                </a:solidFill>
                <a:latin typeface="Arial" panose="020B0604020202020204" pitchFamily="34" charset="0"/>
              </a:rPr>
              <a:pPr>
                <a:spcBef>
                  <a:spcPct val="0"/>
                </a:spcBef>
                <a:buFontTx/>
                <a:buNone/>
              </a:pPr>
              <a:t>26</a:t>
            </a:fld>
            <a:r>
              <a:rPr lang="en-US" altLang="en-US" sz="1200">
                <a:solidFill>
                  <a:srgbClr val="898989"/>
                </a:solidFill>
                <a:latin typeface="Arial" panose="020B0604020202020204" pitchFamily="34" charset="0"/>
              </a:rPr>
              <a:t>/41</a:t>
            </a:r>
          </a:p>
        </p:txBody>
      </p:sp>
      <p:sp>
        <p:nvSpPr>
          <p:cNvPr id="29700" name="Rectangle 2">
            <a:extLst>
              <a:ext uri="{FF2B5EF4-FFF2-40B4-BE49-F238E27FC236}">
                <a16:creationId xmlns:a16="http://schemas.microsoft.com/office/drawing/2014/main" id="{2799CDF3-B892-5343-9D2B-5FE86996F9F5}"/>
              </a:ext>
            </a:extLst>
          </p:cNvPr>
          <p:cNvSpPr>
            <a:spLocks noGrp="1"/>
          </p:cNvSpPr>
          <p:nvPr>
            <p:ph type="title"/>
          </p:nvPr>
        </p:nvSpPr>
        <p:spPr/>
        <p:txBody>
          <a:bodyPr/>
          <a:lstStyle/>
          <a:p>
            <a:r>
              <a:rPr lang="en-US" altLang="en-US">
                <a:latin typeface="Calibri" panose="020F0502020204030204" pitchFamily="34" charset="0"/>
              </a:rPr>
              <a:t>HTML Form Inputs</a:t>
            </a:r>
          </a:p>
        </p:txBody>
      </p:sp>
      <p:sp>
        <p:nvSpPr>
          <p:cNvPr id="29701" name="Rectangle 3">
            <a:extLst>
              <a:ext uri="{FF2B5EF4-FFF2-40B4-BE49-F238E27FC236}">
                <a16:creationId xmlns:a16="http://schemas.microsoft.com/office/drawing/2014/main" id="{142EFFA1-0BAF-8320-54E8-FAA3ADA9046C}"/>
              </a:ext>
            </a:extLst>
          </p:cNvPr>
          <p:cNvSpPr>
            <a:spLocks noGrp="1"/>
          </p:cNvSpPr>
          <p:nvPr>
            <p:ph type="body" idx="1"/>
          </p:nvPr>
        </p:nvSpPr>
        <p:spPr>
          <a:xfrm>
            <a:off x="457200" y="1600200"/>
            <a:ext cx="8229600" cy="2895600"/>
          </a:xfrm>
        </p:spPr>
        <p:txBody>
          <a:bodyPr/>
          <a:lstStyle/>
          <a:p>
            <a:pPr>
              <a:lnSpc>
                <a:spcPct val="80000"/>
              </a:lnSpc>
              <a:buClrTx/>
              <a:buSzTx/>
              <a:buFont typeface="Arial" panose="020B0604020202020204" pitchFamily="34" charset="0"/>
              <a:buChar char="•"/>
            </a:pPr>
            <a:r>
              <a:rPr lang="en-US" altLang="en-US" sz="2400">
                <a:latin typeface="Calibri" panose="020F0502020204030204" pitchFamily="34" charset="0"/>
              </a:rPr>
              <a:t>Text fileds</a:t>
            </a:r>
          </a:p>
          <a:p>
            <a:pPr>
              <a:lnSpc>
                <a:spcPct val="80000"/>
              </a:lnSpc>
              <a:buClrTx/>
              <a:buSzTx/>
              <a:buFont typeface="Arial" panose="020B0604020202020204" pitchFamily="34" charset="0"/>
              <a:buNone/>
            </a:pPr>
            <a:r>
              <a:rPr lang="en-US" altLang="en-US" sz="1800">
                <a:latin typeface="Calibri" panose="020F0502020204030204" pitchFamily="34" charset="0"/>
              </a:rPr>
              <a:t>&lt;html&gt;</a:t>
            </a:r>
          </a:p>
          <a:p>
            <a:pPr>
              <a:lnSpc>
                <a:spcPct val="80000"/>
              </a:lnSpc>
              <a:buClrTx/>
              <a:buSzTx/>
              <a:buFont typeface="Arial" panose="020B0604020202020204" pitchFamily="34" charset="0"/>
              <a:buNone/>
            </a:pPr>
            <a:r>
              <a:rPr lang="en-US" altLang="en-US" sz="1800">
                <a:latin typeface="Calibri" panose="020F0502020204030204" pitchFamily="34" charset="0"/>
              </a:rPr>
              <a:t>&lt;body&gt;</a:t>
            </a:r>
          </a:p>
          <a:p>
            <a:pPr>
              <a:lnSpc>
                <a:spcPct val="80000"/>
              </a:lnSpc>
              <a:buClrTx/>
              <a:buSzTx/>
              <a:buFont typeface="Arial" panose="020B0604020202020204" pitchFamily="34" charset="0"/>
              <a:buNone/>
            </a:pPr>
            <a:r>
              <a:rPr lang="en-US" altLang="en-US" sz="1800">
                <a:latin typeface="Calibri" panose="020F0502020204030204" pitchFamily="34" charset="0"/>
              </a:rPr>
              <a:t>	&lt;form&gt;</a:t>
            </a:r>
            <a:br>
              <a:rPr lang="en-US" altLang="en-US" sz="1800">
                <a:latin typeface="Calibri" panose="020F0502020204030204" pitchFamily="34" charset="0"/>
              </a:rPr>
            </a:br>
            <a:r>
              <a:rPr lang="en-US" altLang="en-US" sz="1800">
                <a:latin typeface="Calibri" panose="020F0502020204030204" pitchFamily="34" charset="0"/>
              </a:rPr>
              <a:t>	First name: &lt;input type="text" name="firstname" /&gt;</a:t>
            </a:r>
            <a:br>
              <a:rPr lang="en-US" altLang="en-US" sz="1800">
                <a:latin typeface="Calibri" panose="020F0502020204030204" pitchFamily="34" charset="0"/>
              </a:rPr>
            </a:br>
            <a:r>
              <a:rPr lang="en-US" altLang="en-US" sz="1800">
                <a:latin typeface="Calibri" panose="020F0502020204030204" pitchFamily="34" charset="0"/>
              </a:rPr>
              <a:t>	&lt;br /&gt;</a:t>
            </a:r>
            <a:br>
              <a:rPr lang="en-US" altLang="en-US" sz="1800">
                <a:latin typeface="Calibri" panose="020F0502020204030204" pitchFamily="34" charset="0"/>
              </a:rPr>
            </a:br>
            <a:r>
              <a:rPr lang="en-US" altLang="en-US" sz="1800">
                <a:latin typeface="Calibri" panose="020F0502020204030204" pitchFamily="34" charset="0"/>
              </a:rPr>
              <a:t>	Last name: &lt;input type="text" name="lastname" /&gt;</a:t>
            </a:r>
            <a:br>
              <a:rPr lang="en-US" altLang="en-US" sz="1800">
                <a:latin typeface="Calibri" panose="020F0502020204030204" pitchFamily="34" charset="0"/>
              </a:rPr>
            </a:br>
            <a:r>
              <a:rPr lang="en-US" altLang="en-US" sz="1800">
                <a:latin typeface="Calibri" panose="020F0502020204030204" pitchFamily="34" charset="0"/>
              </a:rPr>
              <a:t>&lt;/form&gt;</a:t>
            </a:r>
          </a:p>
          <a:p>
            <a:pPr>
              <a:lnSpc>
                <a:spcPct val="80000"/>
              </a:lnSpc>
              <a:buClrTx/>
              <a:buSzTx/>
              <a:buFont typeface="Arial" panose="020B0604020202020204" pitchFamily="34" charset="0"/>
              <a:buNone/>
            </a:pPr>
            <a:r>
              <a:rPr lang="en-US" altLang="en-US" sz="1800">
                <a:latin typeface="Calibri" panose="020F0502020204030204" pitchFamily="34" charset="0"/>
              </a:rPr>
              <a:t>&lt;/body&gt;</a:t>
            </a:r>
          </a:p>
          <a:p>
            <a:pPr>
              <a:lnSpc>
                <a:spcPct val="80000"/>
              </a:lnSpc>
              <a:buClrTx/>
              <a:buSzTx/>
              <a:buFont typeface="Arial" panose="020B0604020202020204" pitchFamily="34" charset="0"/>
              <a:buNone/>
            </a:pPr>
            <a:r>
              <a:rPr lang="en-US" altLang="en-US" sz="1800">
                <a:latin typeface="Calibri" panose="020F0502020204030204" pitchFamily="34" charset="0"/>
              </a:rPr>
              <a:t>&lt;html&gt; </a:t>
            </a:r>
          </a:p>
        </p:txBody>
      </p:sp>
      <p:pic>
        <p:nvPicPr>
          <p:cNvPr id="29702" name="Picture 4">
            <a:extLst>
              <a:ext uri="{FF2B5EF4-FFF2-40B4-BE49-F238E27FC236}">
                <a16:creationId xmlns:a16="http://schemas.microsoft.com/office/drawing/2014/main" id="{D9B33A98-2BB5-9338-B41E-13178F141B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3000" y="5257800"/>
            <a:ext cx="3200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3" name="Text Box 5">
            <a:extLst>
              <a:ext uri="{FF2B5EF4-FFF2-40B4-BE49-F238E27FC236}">
                <a16:creationId xmlns:a16="http://schemas.microsoft.com/office/drawing/2014/main" id="{DBA3E636-4C42-E597-0E69-AD3688954A21}"/>
              </a:ext>
            </a:extLst>
          </p:cNvPr>
          <p:cNvSpPr txBox="1">
            <a:spLocks noChangeArrowheads="1"/>
          </p:cNvSpPr>
          <p:nvPr/>
        </p:nvSpPr>
        <p:spPr bwMode="auto">
          <a:xfrm>
            <a:off x="685800" y="5576888"/>
            <a:ext cx="3505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a:latin typeface="Arial" panose="020B0604020202020204" pitchFamily="34" charset="0"/>
              </a:rPr>
              <a:t>How it looks in a browser: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ooter Placeholder 4">
            <a:extLst>
              <a:ext uri="{FF2B5EF4-FFF2-40B4-BE49-F238E27FC236}">
                <a16:creationId xmlns:a16="http://schemas.microsoft.com/office/drawing/2014/main" id="{077AAA33-7CC9-8789-43CE-3522D6C2F983}"/>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latin typeface="Arial" panose="020B0604020202020204" pitchFamily="34" charset="0"/>
              </a:rPr>
              <a:t>AdvJ Session1,2 –Servlet, Web application</a:t>
            </a:r>
          </a:p>
        </p:txBody>
      </p:sp>
      <p:sp>
        <p:nvSpPr>
          <p:cNvPr id="30723" name="Slide Number Placeholder 5">
            <a:extLst>
              <a:ext uri="{FF2B5EF4-FFF2-40B4-BE49-F238E27FC236}">
                <a16:creationId xmlns:a16="http://schemas.microsoft.com/office/drawing/2014/main" id="{92F96996-2AA0-57D6-AE1E-0C9663B95F7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952B8A0-2141-4F64-A368-04B7CAE91CDF}" type="slidenum">
              <a:rPr lang="en-US" altLang="en-US" sz="1200" smtClean="0">
                <a:solidFill>
                  <a:srgbClr val="898989"/>
                </a:solidFill>
                <a:latin typeface="Arial" panose="020B0604020202020204" pitchFamily="34" charset="0"/>
              </a:rPr>
              <a:pPr>
                <a:spcBef>
                  <a:spcPct val="0"/>
                </a:spcBef>
                <a:buFontTx/>
                <a:buNone/>
              </a:pPr>
              <a:t>27</a:t>
            </a:fld>
            <a:r>
              <a:rPr lang="en-US" altLang="en-US" sz="1200">
                <a:solidFill>
                  <a:srgbClr val="898989"/>
                </a:solidFill>
                <a:latin typeface="Arial" panose="020B0604020202020204" pitchFamily="34" charset="0"/>
              </a:rPr>
              <a:t>/41</a:t>
            </a:r>
          </a:p>
        </p:txBody>
      </p:sp>
      <p:sp>
        <p:nvSpPr>
          <p:cNvPr id="30724" name="Rectangle 2">
            <a:extLst>
              <a:ext uri="{FF2B5EF4-FFF2-40B4-BE49-F238E27FC236}">
                <a16:creationId xmlns:a16="http://schemas.microsoft.com/office/drawing/2014/main" id="{3154257C-5AC1-1FD8-3DFE-CDE9064BFB30}"/>
              </a:ext>
            </a:extLst>
          </p:cNvPr>
          <p:cNvSpPr>
            <a:spLocks noGrp="1"/>
          </p:cNvSpPr>
          <p:nvPr>
            <p:ph type="title"/>
          </p:nvPr>
        </p:nvSpPr>
        <p:spPr/>
        <p:txBody>
          <a:bodyPr/>
          <a:lstStyle/>
          <a:p>
            <a:r>
              <a:rPr lang="en-US" altLang="en-US">
                <a:latin typeface="Calibri" panose="020F0502020204030204" pitchFamily="34" charset="0"/>
              </a:rPr>
              <a:t>HTML Form Inputs..</a:t>
            </a:r>
          </a:p>
        </p:txBody>
      </p:sp>
      <p:sp>
        <p:nvSpPr>
          <p:cNvPr id="30725" name="Rectangle 3">
            <a:extLst>
              <a:ext uri="{FF2B5EF4-FFF2-40B4-BE49-F238E27FC236}">
                <a16:creationId xmlns:a16="http://schemas.microsoft.com/office/drawing/2014/main" id="{1E315677-BAE9-5061-8925-C6B84196F6C1}"/>
              </a:ext>
            </a:extLst>
          </p:cNvPr>
          <p:cNvSpPr>
            <a:spLocks noGrp="1"/>
          </p:cNvSpPr>
          <p:nvPr>
            <p:ph type="body" idx="1"/>
          </p:nvPr>
        </p:nvSpPr>
        <p:spPr>
          <a:xfrm>
            <a:off x="457200" y="1600200"/>
            <a:ext cx="8229600" cy="2895600"/>
          </a:xfrm>
        </p:spPr>
        <p:txBody>
          <a:bodyPr/>
          <a:lstStyle/>
          <a:p>
            <a:pPr>
              <a:lnSpc>
                <a:spcPct val="80000"/>
              </a:lnSpc>
              <a:buClrTx/>
              <a:buSzTx/>
              <a:buFont typeface="Arial" panose="020B0604020202020204" pitchFamily="34" charset="0"/>
              <a:buNone/>
            </a:pPr>
            <a:r>
              <a:rPr lang="en-US" altLang="en-US" sz="1400" b="1">
                <a:latin typeface="Calibri" panose="020F0502020204030204" pitchFamily="34" charset="0"/>
              </a:rPr>
              <a:t>Radio Buttons:</a:t>
            </a:r>
          </a:p>
          <a:p>
            <a:pPr>
              <a:lnSpc>
                <a:spcPct val="80000"/>
              </a:lnSpc>
              <a:buClrTx/>
              <a:buSzTx/>
              <a:buFont typeface="Arial" panose="020B0604020202020204" pitchFamily="34" charset="0"/>
              <a:buNone/>
            </a:pPr>
            <a:endParaRPr lang="en-US" altLang="en-US" sz="1400" b="1">
              <a:latin typeface="Calibri" panose="020F0502020204030204" pitchFamily="34" charset="0"/>
            </a:endParaRPr>
          </a:p>
          <a:p>
            <a:pPr>
              <a:lnSpc>
                <a:spcPct val="80000"/>
              </a:lnSpc>
              <a:buClrTx/>
              <a:buSzTx/>
              <a:buFont typeface="Arial" panose="020B0604020202020204" pitchFamily="34" charset="0"/>
              <a:buNone/>
            </a:pPr>
            <a:r>
              <a:rPr lang="en-US" altLang="en-US" sz="1600">
                <a:latin typeface="Calibri" panose="020F0502020204030204" pitchFamily="34" charset="0"/>
              </a:rPr>
              <a:t>&lt;html&gt;</a:t>
            </a:r>
          </a:p>
          <a:p>
            <a:pPr>
              <a:lnSpc>
                <a:spcPct val="80000"/>
              </a:lnSpc>
              <a:buClrTx/>
              <a:buSzTx/>
              <a:buFont typeface="Arial" panose="020B0604020202020204" pitchFamily="34" charset="0"/>
              <a:buNone/>
            </a:pPr>
            <a:r>
              <a:rPr lang="en-US" altLang="en-US" sz="1600">
                <a:latin typeface="Calibri" panose="020F0502020204030204" pitchFamily="34" charset="0"/>
              </a:rPr>
              <a:t>&lt;body&gt;</a:t>
            </a:r>
          </a:p>
          <a:p>
            <a:pPr>
              <a:lnSpc>
                <a:spcPct val="80000"/>
              </a:lnSpc>
              <a:buClrTx/>
              <a:buSzTx/>
              <a:buFont typeface="Arial" panose="020B0604020202020204" pitchFamily="34" charset="0"/>
              <a:buNone/>
            </a:pPr>
            <a:r>
              <a:rPr lang="en-US" altLang="en-US" sz="1600">
                <a:latin typeface="Calibri" panose="020F0502020204030204" pitchFamily="34" charset="0"/>
              </a:rPr>
              <a:t>	&lt;form&gt;</a:t>
            </a:r>
          </a:p>
          <a:p>
            <a:pPr>
              <a:lnSpc>
                <a:spcPct val="80000"/>
              </a:lnSpc>
              <a:buClrTx/>
              <a:buSzTx/>
              <a:buFont typeface="Arial" panose="020B0604020202020204" pitchFamily="34" charset="0"/>
              <a:buNone/>
            </a:pPr>
            <a:r>
              <a:rPr lang="en-US" altLang="en-US" sz="1600">
                <a:latin typeface="Calibri" panose="020F0502020204030204" pitchFamily="34" charset="0"/>
              </a:rPr>
              <a:t>		&lt;input type="radio" name="sex" value="male" /&gt; Male</a:t>
            </a:r>
          </a:p>
          <a:p>
            <a:pPr>
              <a:lnSpc>
                <a:spcPct val="80000"/>
              </a:lnSpc>
              <a:buClrTx/>
              <a:buSzTx/>
              <a:buFont typeface="Arial" panose="020B0604020202020204" pitchFamily="34" charset="0"/>
              <a:buNone/>
            </a:pPr>
            <a:r>
              <a:rPr lang="en-US" altLang="en-US" sz="1600">
                <a:latin typeface="Calibri" panose="020F0502020204030204" pitchFamily="34" charset="0"/>
              </a:rPr>
              <a:t>		&lt;br /&gt;</a:t>
            </a:r>
          </a:p>
          <a:p>
            <a:pPr>
              <a:lnSpc>
                <a:spcPct val="80000"/>
              </a:lnSpc>
              <a:buClrTx/>
              <a:buSzTx/>
              <a:buFont typeface="Arial" panose="020B0604020202020204" pitchFamily="34" charset="0"/>
              <a:buNone/>
            </a:pPr>
            <a:r>
              <a:rPr lang="en-US" altLang="en-US" sz="1600">
                <a:latin typeface="Calibri" panose="020F0502020204030204" pitchFamily="34" charset="0"/>
              </a:rPr>
              <a:t>		&lt;input type="radio" name="sex" value="female" /&gt; Female</a:t>
            </a:r>
          </a:p>
          <a:p>
            <a:pPr>
              <a:lnSpc>
                <a:spcPct val="80000"/>
              </a:lnSpc>
              <a:buClrTx/>
              <a:buSzTx/>
              <a:buFont typeface="Arial" panose="020B0604020202020204" pitchFamily="34" charset="0"/>
              <a:buNone/>
            </a:pPr>
            <a:r>
              <a:rPr lang="en-US" altLang="en-US" sz="1600">
                <a:latin typeface="Calibri" panose="020F0502020204030204" pitchFamily="34" charset="0"/>
              </a:rPr>
              <a:t>&lt;/form&gt;</a:t>
            </a:r>
          </a:p>
          <a:p>
            <a:pPr>
              <a:lnSpc>
                <a:spcPct val="80000"/>
              </a:lnSpc>
              <a:buClrTx/>
              <a:buSzTx/>
              <a:buFont typeface="Arial" panose="020B0604020202020204" pitchFamily="34" charset="0"/>
              <a:buNone/>
            </a:pPr>
            <a:r>
              <a:rPr lang="en-US" altLang="en-US" sz="1600">
                <a:latin typeface="Calibri" panose="020F0502020204030204" pitchFamily="34" charset="0"/>
              </a:rPr>
              <a:t>&lt;/body&gt;</a:t>
            </a:r>
          </a:p>
          <a:p>
            <a:pPr>
              <a:lnSpc>
                <a:spcPct val="80000"/>
              </a:lnSpc>
              <a:buClrTx/>
              <a:buSzTx/>
              <a:buFont typeface="Arial" panose="020B0604020202020204" pitchFamily="34" charset="0"/>
              <a:buNone/>
            </a:pPr>
            <a:r>
              <a:rPr lang="en-US" altLang="en-US" sz="1600">
                <a:latin typeface="Calibri" panose="020F0502020204030204" pitchFamily="34" charset="0"/>
              </a:rPr>
              <a:t>&lt;html&gt;</a:t>
            </a:r>
            <a:endParaRPr lang="en-US" altLang="en-US" sz="1400">
              <a:latin typeface="Calibri" panose="020F0502020204030204" pitchFamily="34" charset="0"/>
            </a:endParaRPr>
          </a:p>
        </p:txBody>
      </p:sp>
      <p:pic>
        <p:nvPicPr>
          <p:cNvPr id="30726" name="Picture 4">
            <a:extLst>
              <a:ext uri="{FF2B5EF4-FFF2-40B4-BE49-F238E27FC236}">
                <a16:creationId xmlns:a16="http://schemas.microsoft.com/office/drawing/2014/main" id="{1EE239E5-A611-6A1E-B77E-CA0E5C8CF2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5029200"/>
            <a:ext cx="29718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7" name="Text Box 5">
            <a:extLst>
              <a:ext uri="{FF2B5EF4-FFF2-40B4-BE49-F238E27FC236}">
                <a16:creationId xmlns:a16="http://schemas.microsoft.com/office/drawing/2014/main" id="{26751463-23EC-4DD6-2CC3-D699B70B910A}"/>
              </a:ext>
            </a:extLst>
          </p:cNvPr>
          <p:cNvSpPr txBox="1">
            <a:spLocks noChangeArrowheads="1"/>
          </p:cNvSpPr>
          <p:nvPr/>
        </p:nvSpPr>
        <p:spPr bwMode="auto">
          <a:xfrm>
            <a:off x="762000" y="5334000"/>
            <a:ext cx="3505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a:latin typeface="Arial" panose="020B0604020202020204" pitchFamily="34" charset="0"/>
              </a:rPr>
              <a:t>How it looks in a browser: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oter Placeholder 4">
            <a:extLst>
              <a:ext uri="{FF2B5EF4-FFF2-40B4-BE49-F238E27FC236}">
                <a16:creationId xmlns:a16="http://schemas.microsoft.com/office/drawing/2014/main" id="{BEA49541-8F91-B8F2-2133-49CB87E10AF5}"/>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latin typeface="Arial" panose="020B0604020202020204" pitchFamily="34" charset="0"/>
              </a:rPr>
              <a:t>AdvJ Session1,2 –Servlet, Web application</a:t>
            </a:r>
          </a:p>
        </p:txBody>
      </p:sp>
      <p:sp>
        <p:nvSpPr>
          <p:cNvPr id="31747" name="Slide Number Placeholder 5">
            <a:extLst>
              <a:ext uri="{FF2B5EF4-FFF2-40B4-BE49-F238E27FC236}">
                <a16:creationId xmlns:a16="http://schemas.microsoft.com/office/drawing/2014/main" id="{424881B2-23A1-6876-D14B-AE5CEC243F8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9A4D77F-7589-4A0E-B3B4-6FCB4233BF29}" type="slidenum">
              <a:rPr lang="en-US" altLang="en-US" sz="1200" smtClean="0">
                <a:solidFill>
                  <a:srgbClr val="898989"/>
                </a:solidFill>
                <a:latin typeface="Arial" panose="020B0604020202020204" pitchFamily="34" charset="0"/>
              </a:rPr>
              <a:pPr>
                <a:spcBef>
                  <a:spcPct val="0"/>
                </a:spcBef>
                <a:buFontTx/>
                <a:buNone/>
              </a:pPr>
              <a:t>28</a:t>
            </a:fld>
            <a:r>
              <a:rPr lang="en-US" altLang="en-US" sz="1200">
                <a:solidFill>
                  <a:srgbClr val="898989"/>
                </a:solidFill>
                <a:latin typeface="Arial" panose="020B0604020202020204" pitchFamily="34" charset="0"/>
              </a:rPr>
              <a:t>/41</a:t>
            </a:r>
          </a:p>
        </p:txBody>
      </p:sp>
      <p:sp>
        <p:nvSpPr>
          <p:cNvPr id="31748" name="Rectangle 2">
            <a:extLst>
              <a:ext uri="{FF2B5EF4-FFF2-40B4-BE49-F238E27FC236}">
                <a16:creationId xmlns:a16="http://schemas.microsoft.com/office/drawing/2014/main" id="{674D54CC-8626-76B3-1D86-596FE2D1B4E6}"/>
              </a:ext>
            </a:extLst>
          </p:cNvPr>
          <p:cNvSpPr>
            <a:spLocks noGrp="1"/>
          </p:cNvSpPr>
          <p:nvPr>
            <p:ph type="title"/>
          </p:nvPr>
        </p:nvSpPr>
        <p:spPr/>
        <p:txBody>
          <a:bodyPr/>
          <a:lstStyle/>
          <a:p>
            <a:r>
              <a:rPr lang="en-US" altLang="en-US" sz="4000">
                <a:latin typeface="Calibri" panose="020F0502020204030204" pitchFamily="34" charset="0"/>
              </a:rPr>
              <a:t>The Form's Action Attribute and the Submit Button </a:t>
            </a:r>
          </a:p>
        </p:txBody>
      </p:sp>
      <p:sp>
        <p:nvSpPr>
          <p:cNvPr id="31749" name="Rectangle 3">
            <a:extLst>
              <a:ext uri="{FF2B5EF4-FFF2-40B4-BE49-F238E27FC236}">
                <a16:creationId xmlns:a16="http://schemas.microsoft.com/office/drawing/2014/main" id="{47C67906-892C-013A-D165-85D8FECEBF10}"/>
              </a:ext>
            </a:extLst>
          </p:cNvPr>
          <p:cNvSpPr>
            <a:spLocks noGrp="1"/>
          </p:cNvSpPr>
          <p:nvPr>
            <p:ph type="body" idx="1"/>
          </p:nvPr>
        </p:nvSpPr>
        <p:spPr/>
        <p:txBody>
          <a:bodyPr/>
          <a:lstStyle/>
          <a:p>
            <a:pPr>
              <a:buClrTx/>
              <a:buSzTx/>
              <a:buFont typeface="Arial" panose="020B0604020202020204" pitchFamily="34" charset="0"/>
              <a:buChar char="•"/>
            </a:pPr>
            <a:r>
              <a:rPr lang="en-US" altLang="en-US">
                <a:latin typeface="Calibri" panose="020F0502020204030204" pitchFamily="34" charset="0"/>
              </a:rPr>
              <a:t>When the user clicks on the "Submit" button, the content of the form is sent to the server. The form's action attribute defines the name of the file to send the content to. The file defined in the action attribute usually does something with the received input.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ooter Placeholder 4">
            <a:extLst>
              <a:ext uri="{FF2B5EF4-FFF2-40B4-BE49-F238E27FC236}">
                <a16:creationId xmlns:a16="http://schemas.microsoft.com/office/drawing/2014/main" id="{911C28E6-4D7D-6370-6603-55DBFEB862BF}"/>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latin typeface="Arial" panose="020B0604020202020204" pitchFamily="34" charset="0"/>
              </a:rPr>
              <a:t>AdvJ Session1,2 –Servlet, Web application</a:t>
            </a:r>
          </a:p>
        </p:txBody>
      </p:sp>
      <p:sp>
        <p:nvSpPr>
          <p:cNvPr id="32771" name="Slide Number Placeholder 5">
            <a:extLst>
              <a:ext uri="{FF2B5EF4-FFF2-40B4-BE49-F238E27FC236}">
                <a16:creationId xmlns:a16="http://schemas.microsoft.com/office/drawing/2014/main" id="{1DCF2E49-E958-E417-65E5-F5BCAF5771E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6117C64A-6585-4AAC-A337-36265534E0A2}" type="slidenum">
              <a:rPr lang="en-US" altLang="en-US" sz="1200" smtClean="0">
                <a:solidFill>
                  <a:srgbClr val="898989"/>
                </a:solidFill>
                <a:latin typeface="Arial" panose="020B0604020202020204" pitchFamily="34" charset="0"/>
              </a:rPr>
              <a:pPr>
                <a:spcBef>
                  <a:spcPct val="0"/>
                </a:spcBef>
                <a:buFontTx/>
                <a:buNone/>
              </a:pPr>
              <a:t>29</a:t>
            </a:fld>
            <a:r>
              <a:rPr lang="en-US" altLang="en-US" sz="1200">
                <a:solidFill>
                  <a:srgbClr val="898989"/>
                </a:solidFill>
                <a:latin typeface="Arial" panose="020B0604020202020204" pitchFamily="34" charset="0"/>
              </a:rPr>
              <a:t>/41</a:t>
            </a:r>
          </a:p>
        </p:txBody>
      </p:sp>
      <p:sp>
        <p:nvSpPr>
          <p:cNvPr id="32772" name="Rectangle 2">
            <a:extLst>
              <a:ext uri="{FF2B5EF4-FFF2-40B4-BE49-F238E27FC236}">
                <a16:creationId xmlns:a16="http://schemas.microsoft.com/office/drawing/2014/main" id="{E4D07590-93DC-8574-BD99-47A33FA8A262}"/>
              </a:ext>
            </a:extLst>
          </p:cNvPr>
          <p:cNvSpPr>
            <a:spLocks noGrp="1"/>
          </p:cNvSpPr>
          <p:nvPr>
            <p:ph type="title"/>
          </p:nvPr>
        </p:nvSpPr>
        <p:spPr/>
        <p:txBody>
          <a:bodyPr/>
          <a:lstStyle/>
          <a:p>
            <a:r>
              <a:rPr lang="en-US" altLang="en-US" sz="4000">
                <a:latin typeface="Calibri" panose="020F0502020204030204" pitchFamily="34" charset="0"/>
              </a:rPr>
              <a:t>The Form's Action Attribute and the Submit Button…</a:t>
            </a:r>
          </a:p>
        </p:txBody>
      </p:sp>
      <p:sp>
        <p:nvSpPr>
          <p:cNvPr id="32773" name="Rectangle 3">
            <a:extLst>
              <a:ext uri="{FF2B5EF4-FFF2-40B4-BE49-F238E27FC236}">
                <a16:creationId xmlns:a16="http://schemas.microsoft.com/office/drawing/2014/main" id="{10420DF3-FC6C-037B-E7CF-00592F6D8894}"/>
              </a:ext>
            </a:extLst>
          </p:cNvPr>
          <p:cNvSpPr>
            <a:spLocks noGrp="1"/>
          </p:cNvSpPr>
          <p:nvPr>
            <p:ph type="body" idx="1"/>
          </p:nvPr>
        </p:nvSpPr>
        <p:spPr>
          <a:xfrm>
            <a:off x="381000" y="1600200"/>
            <a:ext cx="8534400" cy="4953000"/>
          </a:xfrm>
        </p:spPr>
        <p:txBody>
          <a:bodyPr/>
          <a:lstStyle/>
          <a:p>
            <a:pPr>
              <a:lnSpc>
                <a:spcPct val="80000"/>
              </a:lnSpc>
              <a:buClrTx/>
              <a:buSzTx/>
              <a:buFont typeface="Arial" panose="020B0604020202020204" pitchFamily="34" charset="0"/>
              <a:buNone/>
            </a:pPr>
            <a:r>
              <a:rPr lang="en-US" altLang="en-US" sz="1800">
                <a:latin typeface="Calibri" panose="020F0502020204030204" pitchFamily="34" charset="0"/>
              </a:rPr>
              <a:t>&lt;html&gt;</a:t>
            </a:r>
          </a:p>
          <a:p>
            <a:pPr>
              <a:lnSpc>
                <a:spcPct val="80000"/>
              </a:lnSpc>
              <a:buClrTx/>
              <a:buSzTx/>
              <a:buFont typeface="Arial" panose="020B0604020202020204" pitchFamily="34" charset="0"/>
              <a:buNone/>
            </a:pPr>
            <a:r>
              <a:rPr lang="en-US" altLang="en-US" sz="1800">
                <a:latin typeface="Calibri" panose="020F0502020204030204" pitchFamily="34" charset="0"/>
              </a:rPr>
              <a:t>&lt;body&gt;</a:t>
            </a:r>
          </a:p>
          <a:p>
            <a:pPr>
              <a:lnSpc>
                <a:spcPct val="80000"/>
              </a:lnSpc>
              <a:buClrTx/>
              <a:buSzTx/>
              <a:buFont typeface="Arial" panose="020B0604020202020204" pitchFamily="34" charset="0"/>
              <a:buNone/>
            </a:pPr>
            <a:r>
              <a:rPr lang="en-US" altLang="en-US" sz="1800">
                <a:latin typeface="Calibri" panose="020F0502020204030204" pitchFamily="34" charset="0"/>
              </a:rPr>
              <a:t>	&lt;form name="input" action="/LoginServlet" method="post"&gt;</a:t>
            </a:r>
          </a:p>
          <a:p>
            <a:pPr>
              <a:lnSpc>
                <a:spcPct val="80000"/>
              </a:lnSpc>
              <a:buClrTx/>
              <a:buSzTx/>
              <a:buFont typeface="Arial" panose="020B0604020202020204" pitchFamily="34" charset="0"/>
              <a:buNone/>
            </a:pPr>
            <a:r>
              <a:rPr lang="en-US" altLang="en-US" sz="1800">
                <a:latin typeface="Calibri" panose="020F0502020204030204" pitchFamily="34" charset="0"/>
              </a:rPr>
              <a:t>	&lt;table&gt;</a:t>
            </a:r>
          </a:p>
          <a:p>
            <a:pPr>
              <a:lnSpc>
                <a:spcPct val="80000"/>
              </a:lnSpc>
              <a:buClrTx/>
              <a:buSzTx/>
              <a:buFont typeface="Arial" panose="020B0604020202020204" pitchFamily="34" charset="0"/>
              <a:buNone/>
            </a:pPr>
            <a:r>
              <a:rPr lang="en-US" altLang="en-US" sz="1800">
                <a:latin typeface="Calibri" panose="020F0502020204030204" pitchFamily="34" charset="0"/>
              </a:rPr>
              <a:t>		&lt;tr&gt;</a:t>
            </a:r>
          </a:p>
          <a:p>
            <a:pPr>
              <a:lnSpc>
                <a:spcPct val="80000"/>
              </a:lnSpc>
              <a:buClrTx/>
              <a:buSzTx/>
              <a:buFont typeface="Arial" panose="020B0604020202020204" pitchFamily="34" charset="0"/>
              <a:buNone/>
            </a:pPr>
            <a:r>
              <a:rPr lang="en-US" altLang="en-US" sz="1800">
                <a:latin typeface="Calibri" panose="020F0502020204030204" pitchFamily="34" charset="0"/>
              </a:rPr>
              <a:t>		   &lt;td&gt;User name:&lt;/td&gt;&lt;td&gt;&lt;input type="text" name="user"/&gt;&lt;/td&gt;</a:t>
            </a:r>
          </a:p>
          <a:p>
            <a:pPr>
              <a:lnSpc>
                <a:spcPct val="80000"/>
              </a:lnSpc>
              <a:buClrTx/>
              <a:buSzTx/>
              <a:buFont typeface="Arial" panose="020B0604020202020204" pitchFamily="34" charset="0"/>
              <a:buNone/>
            </a:pPr>
            <a:r>
              <a:rPr lang="en-US" altLang="en-US" sz="1800">
                <a:latin typeface="Calibri" panose="020F0502020204030204" pitchFamily="34" charset="0"/>
              </a:rPr>
              <a:t>		&lt;/tr&gt;</a:t>
            </a:r>
          </a:p>
          <a:p>
            <a:pPr>
              <a:lnSpc>
                <a:spcPct val="80000"/>
              </a:lnSpc>
              <a:buClrTx/>
              <a:buSzTx/>
              <a:buFont typeface="Arial" panose="020B0604020202020204" pitchFamily="34" charset="0"/>
              <a:buNone/>
            </a:pPr>
            <a:r>
              <a:rPr lang="en-US" altLang="en-US" sz="1800">
                <a:latin typeface="Calibri" panose="020F0502020204030204" pitchFamily="34" charset="0"/>
              </a:rPr>
              <a:t>		&lt;tr&gt;</a:t>
            </a:r>
          </a:p>
          <a:p>
            <a:pPr>
              <a:lnSpc>
                <a:spcPct val="80000"/>
              </a:lnSpc>
              <a:buClrTx/>
              <a:buSzTx/>
              <a:buFont typeface="Arial" panose="020B0604020202020204" pitchFamily="34" charset="0"/>
              <a:buNone/>
            </a:pPr>
            <a:r>
              <a:rPr lang="en-US" altLang="en-US" sz="1800">
                <a:latin typeface="Calibri" panose="020F0502020204030204" pitchFamily="34" charset="0"/>
              </a:rPr>
              <a:t>		   &lt;td&gt;Password:&lt;/td&gt;&lt;td&gt;&lt;input type="password" name="pass"/&gt;&lt;/td&gt;</a:t>
            </a:r>
          </a:p>
          <a:p>
            <a:pPr>
              <a:lnSpc>
                <a:spcPct val="80000"/>
              </a:lnSpc>
              <a:buClrTx/>
              <a:buSzTx/>
              <a:buFont typeface="Arial" panose="020B0604020202020204" pitchFamily="34" charset="0"/>
              <a:buNone/>
            </a:pPr>
            <a:r>
              <a:rPr lang="en-US" altLang="en-US" sz="1800">
                <a:latin typeface="Calibri" panose="020F0502020204030204" pitchFamily="34" charset="0"/>
              </a:rPr>
              <a:t>		&lt;/tr&gt;</a:t>
            </a:r>
          </a:p>
          <a:p>
            <a:pPr>
              <a:lnSpc>
                <a:spcPct val="80000"/>
              </a:lnSpc>
              <a:buClrTx/>
              <a:buSzTx/>
              <a:buFont typeface="Arial" panose="020B0604020202020204" pitchFamily="34" charset="0"/>
              <a:buNone/>
            </a:pPr>
            <a:r>
              <a:rPr lang="en-US" altLang="en-US" sz="1800">
                <a:latin typeface="Calibri" panose="020F0502020204030204" pitchFamily="34" charset="0"/>
              </a:rPr>
              <a:t>		&lt;tr&gt;</a:t>
            </a:r>
          </a:p>
          <a:p>
            <a:pPr>
              <a:lnSpc>
                <a:spcPct val="80000"/>
              </a:lnSpc>
              <a:buClrTx/>
              <a:buSzTx/>
              <a:buFont typeface="Arial" panose="020B0604020202020204" pitchFamily="34" charset="0"/>
              <a:buNone/>
            </a:pPr>
            <a:r>
              <a:rPr lang="en-US" altLang="en-US" sz="1800">
                <a:latin typeface="Calibri" panose="020F0502020204030204" pitchFamily="34" charset="0"/>
              </a:rPr>
              <a:t>		   &lt;td&gt;&lt;/td&gt;&lt;td&gt;&lt;input type="submit" value="Login"/&gt;&lt;/td&gt;</a:t>
            </a:r>
          </a:p>
          <a:p>
            <a:pPr>
              <a:lnSpc>
                <a:spcPct val="80000"/>
              </a:lnSpc>
              <a:buClrTx/>
              <a:buSzTx/>
              <a:buFont typeface="Arial" panose="020B0604020202020204" pitchFamily="34" charset="0"/>
              <a:buNone/>
            </a:pPr>
            <a:r>
              <a:rPr lang="en-US" altLang="en-US" sz="1800">
                <a:latin typeface="Calibri" panose="020F0502020204030204" pitchFamily="34" charset="0"/>
              </a:rPr>
              <a:t>		&lt;/tr&gt;</a:t>
            </a:r>
          </a:p>
          <a:p>
            <a:pPr>
              <a:lnSpc>
                <a:spcPct val="80000"/>
              </a:lnSpc>
              <a:buClrTx/>
              <a:buSzTx/>
              <a:buFont typeface="Arial" panose="020B0604020202020204" pitchFamily="34" charset="0"/>
              <a:buNone/>
            </a:pPr>
            <a:r>
              <a:rPr lang="en-US" altLang="en-US" sz="1800">
                <a:latin typeface="Calibri" panose="020F0502020204030204" pitchFamily="34" charset="0"/>
              </a:rPr>
              <a:t>	&lt;/table&gt;</a:t>
            </a:r>
          </a:p>
          <a:p>
            <a:pPr>
              <a:lnSpc>
                <a:spcPct val="80000"/>
              </a:lnSpc>
              <a:buClrTx/>
              <a:buSzTx/>
              <a:buFont typeface="Arial" panose="020B0604020202020204" pitchFamily="34" charset="0"/>
              <a:buNone/>
            </a:pPr>
            <a:r>
              <a:rPr lang="en-US" altLang="en-US" sz="1800">
                <a:latin typeface="Calibri" panose="020F0502020204030204" pitchFamily="34" charset="0"/>
              </a:rPr>
              <a:t>	&lt;/form&gt;</a:t>
            </a:r>
          </a:p>
          <a:p>
            <a:pPr>
              <a:lnSpc>
                <a:spcPct val="80000"/>
              </a:lnSpc>
              <a:buClrTx/>
              <a:buSzTx/>
              <a:buFont typeface="Arial" panose="020B0604020202020204" pitchFamily="34" charset="0"/>
              <a:buNone/>
            </a:pPr>
            <a:r>
              <a:rPr lang="en-US" altLang="en-US" sz="1800">
                <a:latin typeface="Calibri" panose="020F0502020204030204" pitchFamily="34" charset="0"/>
              </a:rPr>
              <a:t>&lt;/body&gt;</a:t>
            </a:r>
          </a:p>
          <a:p>
            <a:pPr>
              <a:lnSpc>
                <a:spcPct val="80000"/>
              </a:lnSpc>
              <a:buClrTx/>
              <a:buSzTx/>
              <a:buFont typeface="Arial" panose="020B0604020202020204" pitchFamily="34" charset="0"/>
              <a:buNone/>
            </a:pPr>
            <a:r>
              <a:rPr lang="en-US" altLang="en-US" sz="1800">
                <a:latin typeface="Calibri" panose="020F0502020204030204" pitchFamily="34" charset="0"/>
              </a:rPr>
              <a:t>&lt;html&gt;</a:t>
            </a:r>
          </a:p>
          <a:p>
            <a:pPr>
              <a:lnSpc>
                <a:spcPct val="80000"/>
              </a:lnSpc>
              <a:buClrTx/>
              <a:buSzTx/>
              <a:buFont typeface="Arial" panose="020B0604020202020204" pitchFamily="34" charset="0"/>
              <a:buNone/>
            </a:pPr>
            <a:endParaRPr lang="en-US" altLang="en-US" sz="1800">
              <a:latin typeface="Calibri" panose="020F050202020403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ooter Placeholder 4">
            <a:extLst>
              <a:ext uri="{FF2B5EF4-FFF2-40B4-BE49-F238E27FC236}">
                <a16:creationId xmlns:a16="http://schemas.microsoft.com/office/drawing/2014/main" id="{DC4DF6E2-7E44-3B7C-446D-724AD6803C9D}"/>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latin typeface="Arial" panose="020B0604020202020204" pitchFamily="34" charset="0"/>
              </a:rPr>
              <a:t>AdvJ Session1,2 –Servlet, Web application</a:t>
            </a:r>
          </a:p>
        </p:txBody>
      </p:sp>
      <p:sp>
        <p:nvSpPr>
          <p:cNvPr id="33795" name="Slide Number Placeholder 5">
            <a:extLst>
              <a:ext uri="{FF2B5EF4-FFF2-40B4-BE49-F238E27FC236}">
                <a16:creationId xmlns:a16="http://schemas.microsoft.com/office/drawing/2014/main" id="{03255FFA-328E-190E-6ABF-B4C6A7E033B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42CA142-3BA7-4F92-ACA4-F425EE1C9C99}" type="slidenum">
              <a:rPr lang="en-US" altLang="en-US" sz="1200" smtClean="0">
                <a:solidFill>
                  <a:srgbClr val="898989"/>
                </a:solidFill>
                <a:latin typeface="Arial" panose="020B0604020202020204" pitchFamily="34" charset="0"/>
              </a:rPr>
              <a:pPr>
                <a:spcBef>
                  <a:spcPct val="0"/>
                </a:spcBef>
                <a:buFontTx/>
                <a:buNone/>
              </a:pPr>
              <a:t>30</a:t>
            </a:fld>
            <a:r>
              <a:rPr lang="en-US" altLang="en-US" sz="1200">
                <a:solidFill>
                  <a:srgbClr val="898989"/>
                </a:solidFill>
                <a:latin typeface="Arial" panose="020B0604020202020204" pitchFamily="34" charset="0"/>
              </a:rPr>
              <a:t>/41</a:t>
            </a:r>
          </a:p>
        </p:txBody>
      </p:sp>
      <p:sp>
        <p:nvSpPr>
          <p:cNvPr id="33796" name="Rectangle 2">
            <a:extLst>
              <a:ext uri="{FF2B5EF4-FFF2-40B4-BE49-F238E27FC236}">
                <a16:creationId xmlns:a16="http://schemas.microsoft.com/office/drawing/2014/main" id="{AC568FBC-43C1-E4B7-E9DB-84C06CA9A6BF}"/>
              </a:ext>
            </a:extLst>
          </p:cNvPr>
          <p:cNvSpPr>
            <a:spLocks noGrp="1"/>
          </p:cNvSpPr>
          <p:nvPr>
            <p:ph type="title"/>
          </p:nvPr>
        </p:nvSpPr>
        <p:spPr/>
        <p:txBody>
          <a:bodyPr/>
          <a:lstStyle/>
          <a:p>
            <a:r>
              <a:rPr lang="en-US" altLang="en-US" sz="4000">
                <a:latin typeface="Calibri" panose="020F0502020204030204" pitchFamily="34" charset="0"/>
              </a:rPr>
              <a:t>The Form's Action Attribute and the Submit Button…</a:t>
            </a:r>
          </a:p>
        </p:txBody>
      </p:sp>
      <p:pic>
        <p:nvPicPr>
          <p:cNvPr id="33797" name="Picture 4">
            <a:extLst>
              <a:ext uri="{FF2B5EF4-FFF2-40B4-BE49-F238E27FC236}">
                <a16:creationId xmlns:a16="http://schemas.microsoft.com/office/drawing/2014/main" id="{4360E6A0-4BF5-5CC6-D467-047A2A5A5E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3048000"/>
            <a:ext cx="38100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Footer Placeholder 4">
            <a:extLst>
              <a:ext uri="{FF2B5EF4-FFF2-40B4-BE49-F238E27FC236}">
                <a16:creationId xmlns:a16="http://schemas.microsoft.com/office/drawing/2014/main" id="{F84EAC55-A952-F834-AF03-968FB31B7691}"/>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latin typeface="Arial" panose="020B0604020202020204" pitchFamily="34" charset="0"/>
              </a:rPr>
              <a:t>AdvJ Session1,2 –Servlet, Web application</a:t>
            </a:r>
          </a:p>
        </p:txBody>
      </p:sp>
      <p:sp>
        <p:nvSpPr>
          <p:cNvPr id="34819" name="Slide Number Placeholder 5">
            <a:extLst>
              <a:ext uri="{FF2B5EF4-FFF2-40B4-BE49-F238E27FC236}">
                <a16:creationId xmlns:a16="http://schemas.microsoft.com/office/drawing/2014/main" id="{C65E35E1-EF0D-4774-ADD9-5ABA672BB21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611A9EF8-4B07-48AF-9A0A-966FFC7F3310}" type="slidenum">
              <a:rPr lang="en-US" altLang="en-US" sz="1200" smtClean="0">
                <a:solidFill>
                  <a:srgbClr val="898989"/>
                </a:solidFill>
                <a:latin typeface="Arial" panose="020B0604020202020204" pitchFamily="34" charset="0"/>
              </a:rPr>
              <a:pPr>
                <a:spcBef>
                  <a:spcPct val="0"/>
                </a:spcBef>
                <a:buFontTx/>
                <a:buNone/>
              </a:pPr>
              <a:t>31</a:t>
            </a:fld>
            <a:r>
              <a:rPr lang="en-US" altLang="en-US" sz="1200">
                <a:solidFill>
                  <a:srgbClr val="898989"/>
                </a:solidFill>
                <a:latin typeface="Arial" panose="020B0604020202020204" pitchFamily="34" charset="0"/>
              </a:rPr>
              <a:t>/41</a:t>
            </a:r>
          </a:p>
        </p:txBody>
      </p:sp>
      <p:sp>
        <p:nvSpPr>
          <p:cNvPr id="34820" name="Rectangle 2">
            <a:extLst>
              <a:ext uri="{FF2B5EF4-FFF2-40B4-BE49-F238E27FC236}">
                <a16:creationId xmlns:a16="http://schemas.microsoft.com/office/drawing/2014/main" id="{963C220D-9DC0-8117-5103-369AAAA35CC2}"/>
              </a:ext>
            </a:extLst>
          </p:cNvPr>
          <p:cNvSpPr>
            <a:spLocks noGrp="1"/>
          </p:cNvSpPr>
          <p:nvPr>
            <p:ph type="title"/>
          </p:nvPr>
        </p:nvSpPr>
        <p:spPr/>
        <p:txBody>
          <a:bodyPr/>
          <a:lstStyle/>
          <a:p>
            <a:r>
              <a:rPr lang="en-US" altLang="en-US">
                <a:latin typeface="Calibri" panose="020F0502020204030204" pitchFamily="34" charset="0"/>
              </a:rPr>
              <a:t>Form Data</a:t>
            </a:r>
          </a:p>
        </p:txBody>
      </p:sp>
      <p:sp>
        <p:nvSpPr>
          <p:cNvPr id="34821" name="Rectangle 3">
            <a:extLst>
              <a:ext uri="{FF2B5EF4-FFF2-40B4-BE49-F238E27FC236}">
                <a16:creationId xmlns:a16="http://schemas.microsoft.com/office/drawing/2014/main" id="{3F65A5D3-F1F0-5175-ED4A-28CC4C41B069}"/>
              </a:ext>
            </a:extLst>
          </p:cNvPr>
          <p:cNvSpPr>
            <a:spLocks noGrp="1"/>
          </p:cNvSpPr>
          <p:nvPr>
            <p:ph type="body" idx="1"/>
          </p:nvPr>
        </p:nvSpPr>
        <p:spPr>
          <a:xfrm>
            <a:off x="381000" y="1447800"/>
            <a:ext cx="8229600" cy="990600"/>
          </a:xfrm>
        </p:spPr>
        <p:txBody>
          <a:bodyPr/>
          <a:lstStyle/>
          <a:p>
            <a:pPr>
              <a:lnSpc>
                <a:spcPct val="80000"/>
              </a:lnSpc>
              <a:buClrTx/>
              <a:buSzTx/>
              <a:buFont typeface="Arial" panose="020B0604020202020204" pitchFamily="34" charset="0"/>
              <a:buChar char="•"/>
            </a:pPr>
            <a:r>
              <a:rPr lang="en-US" altLang="en-US" sz="2400">
                <a:latin typeface="Calibri" panose="020F0502020204030204" pitchFamily="34" charset="0"/>
              </a:rPr>
              <a:t>Call </a:t>
            </a:r>
            <a:r>
              <a:rPr lang="en-US" altLang="en-US" sz="2400" i="1">
                <a:solidFill>
                  <a:srgbClr val="0000FF"/>
                </a:solidFill>
                <a:latin typeface="Courier New" panose="02070309020205020404" pitchFamily="49" charset="0"/>
              </a:rPr>
              <a:t>getParameter</a:t>
            </a:r>
            <a:r>
              <a:rPr lang="en-US" altLang="en-US" sz="2400">
                <a:latin typeface="Calibri" panose="020F0502020204030204" pitchFamily="34" charset="0"/>
              </a:rPr>
              <a:t> method of the </a:t>
            </a:r>
            <a:r>
              <a:rPr lang="en-US" altLang="en-US" sz="2400" i="1">
                <a:solidFill>
                  <a:srgbClr val="0000FF"/>
                </a:solidFill>
                <a:latin typeface="Courier New" panose="02070309020205020404" pitchFamily="49" charset="0"/>
              </a:rPr>
              <a:t>HttpServletRequest</a:t>
            </a:r>
            <a:r>
              <a:rPr lang="en-US" altLang="en-US" sz="2400">
                <a:latin typeface="Calibri" panose="020F0502020204030204" pitchFamily="34" charset="0"/>
              </a:rPr>
              <a:t>, supplying the parameter name as an argument</a:t>
            </a:r>
          </a:p>
        </p:txBody>
      </p:sp>
      <p:sp>
        <p:nvSpPr>
          <p:cNvPr id="34822" name="Text Box 4">
            <a:extLst>
              <a:ext uri="{FF2B5EF4-FFF2-40B4-BE49-F238E27FC236}">
                <a16:creationId xmlns:a16="http://schemas.microsoft.com/office/drawing/2014/main" id="{6A03487C-FD55-ECD0-09EF-24A7EE1DB909}"/>
              </a:ext>
            </a:extLst>
          </p:cNvPr>
          <p:cNvSpPr txBox="1">
            <a:spLocks noChangeArrowheads="1"/>
          </p:cNvSpPr>
          <p:nvPr/>
        </p:nvSpPr>
        <p:spPr bwMode="auto">
          <a:xfrm>
            <a:off x="304800" y="2590800"/>
            <a:ext cx="8321675" cy="360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latin typeface="Arial" panose="020B0604020202020204" pitchFamily="34" charset="0"/>
              </a:rPr>
              <a:t>public void doPost(HttpServletRequest request, HttpServletResponse response)</a:t>
            </a:r>
          </a:p>
          <a:p>
            <a:pPr eaLnBrk="1" hangingPunct="1">
              <a:spcBef>
                <a:spcPct val="0"/>
              </a:spcBef>
              <a:buFontTx/>
              <a:buNone/>
            </a:pPr>
            <a:r>
              <a:rPr lang="en-US" altLang="en-US" sz="1600">
                <a:latin typeface="Arial" panose="020B0604020202020204" pitchFamily="34" charset="0"/>
              </a:rPr>
              <a:t>			throws ServletException, IOException</a:t>
            </a:r>
          </a:p>
          <a:p>
            <a:pPr eaLnBrk="1" hangingPunct="1">
              <a:spcBef>
                <a:spcPct val="0"/>
              </a:spcBef>
              <a:buFontTx/>
              <a:buNone/>
            </a:pPr>
            <a:r>
              <a:rPr lang="en-US" altLang="en-US" sz="1600">
                <a:latin typeface="Arial" panose="020B0604020202020204" pitchFamily="34" charset="0"/>
              </a:rPr>
              <a:t>  {</a:t>
            </a:r>
          </a:p>
          <a:p>
            <a:pPr eaLnBrk="1" hangingPunct="1">
              <a:spcBef>
                <a:spcPct val="0"/>
              </a:spcBef>
              <a:buFontTx/>
              <a:buNone/>
            </a:pPr>
            <a:r>
              <a:rPr lang="en-US" altLang="en-US" sz="1600">
                <a:latin typeface="Arial" panose="020B0604020202020204" pitchFamily="34" charset="0"/>
              </a:rPr>
              <a:t>	 </a:t>
            </a:r>
            <a:r>
              <a:rPr lang="en-US" altLang="en-US" sz="1600" i="1">
                <a:latin typeface="Arial" panose="020B0604020202020204" pitchFamily="34" charset="0"/>
              </a:rPr>
              <a:t>//get form data	</a:t>
            </a:r>
          </a:p>
          <a:p>
            <a:pPr eaLnBrk="1" hangingPunct="1">
              <a:spcBef>
                <a:spcPct val="0"/>
              </a:spcBef>
              <a:buFontTx/>
              <a:buNone/>
            </a:pPr>
            <a:r>
              <a:rPr lang="en-US" altLang="en-US" sz="1600">
                <a:latin typeface="Arial" panose="020B0604020202020204" pitchFamily="34" charset="0"/>
              </a:rPr>
              <a:t>  	  </a:t>
            </a:r>
            <a:r>
              <a:rPr lang="en-US" altLang="en-US" sz="1800" b="1">
                <a:solidFill>
                  <a:schemeClr val="hlink"/>
                </a:solidFill>
                <a:latin typeface="Arial" panose="020B0604020202020204" pitchFamily="34" charset="0"/>
              </a:rPr>
              <a:t>String u =request.getParameter("user");</a:t>
            </a:r>
          </a:p>
          <a:p>
            <a:pPr eaLnBrk="1" hangingPunct="1">
              <a:spcBef>
                <a:spcPct val="0"/>
              </a:spcBef>
              <a:buFontTx/>
              <a:buNone/>
            </a:pPr>
            <a:r>
              <a:rPr lang="en-US" altLang="en-US" sz="1800" b="1">
                <a:solidFill>
                  <a:schemeClr val="hlink"/>
                </a:solidFill>
                <a:latin typeface="Arial" panose="020B0604020202020204" pitchFamily="34" charset="0"/>
              </a:rPr>
              <a:t>  	  String p=request.getParameter("pass");</a:t>
            </a:r>
          </a:p>
          <a:p>
            <a:pPr eaLnBrk="1" hangingPunct="1">
              <a:spcBef>
                <a:spcPct val="0"/>
              </a:spcBef>
              <a:buFontTx/>
              <a:buNone/>
            </a:pPr>
            <a:endParaRPr lang="en-US" altLang="en-US" sz="1800" b="1">
              <a:solidFill>
                <a:schemeClr val="hlink"/>
              </a:solidFill>
              <a:latin typeface="Arial" panose="020B0604020202020204" pitchFamily="34" charset="0"/>
            </a:endParaRPr>
          </a:p>
          <a:p>
            <a:pPr eaLnBrk="1" hangingPunct="1">
              <a:spcBef>
                <a:spcPct val="0"/>
              </a:spcBef>
              <a:buFontTx/>
              <a:buNone/>
            </a:pPr>
            <a:r>
              <a:rPr lang="en-US" altLang="en-US" sz="1600">
                <a:latin typeface="Arial" panose="020B0604020202020204" pitchFamily="34" charset="0"/>
              </a:rPr>
              <a:t>	  response.setContentType("text/html");</a:t>
            </a:r>
          </a:p>
          <a:p>
            <a:pPr eaLnBrk="1" hangingPunct="1">
              <a:spcBef>
                <a:spcPct val="0"/>
              </a:spcBef>
              <a:buFontTx/>
              <a:buNone/>
            </a:pPr>
            <a:r>
              <a:rPr lang="en-US" altLang="en-US" sz="1600">
                <a:latin typeface="Arial" panose="020B0604020202020204" pitchFamily="34" charset="0"/>
              </a:rPr>
              <a:t>     	  PrintWriter out = response.getWriter();</a:t>
            </a:r>
          </a:p>
          <a:p>
            <a:pPr eaLnBrk="1" hangingPunct="1">
              <a:spcBef>
                <a:spcPct val="0"/>
              </a:spcBef>
              <a:buFontTx/>
              <a:buNone/>
            </a:pPr>
            <a:r>
              <a:rPr lang="en-US" altLang="en-US" sz="1600">
                <a:latin typeface="Arial" panose="020B0604020202020204" pitchFamily="34" charset="0"/>
              </a:rPr>
              <a:t>      	  out.println("&lt;html&gt;&lt;body&gt;");</a:t>
            </a:r>
          </a:p>
          <a:p>
            <a:pPr eaLnBrk="1" hangingPunct="1">
              <a:spcBef>
                <a:spcPct val="0"/>
              </a:spcBef>
              <a:buFontTx/>
              <a:buNone/>
            </a:pPr>
            <a:r>
              <a:rPr lang="en-US" altLang="en-US" sz="1600">
                <a:latin typeface="Arial" panose="020B0604020202020204" pitchFamily="34" charset="0"/>
              </a:rPr>
              <a:t>      	  out.println("&lt;h1&gt;You sent me:&lt;/h1&gt;");</a:t>
            </a:r>
          </a:p>
          <a:p>
            <a:pPr eaLnBrk="1" hangingPunct="1">
              <a:spcBef>
                <a:spcPct val="0"/>
              </a:spcBef>
              <a:buFontTx/>
              <a:buNone/>
            </a:pPr>
            <a:r>
              <a:rPr lang="en-US" altLang="en-US" sz="1600">
                <a:latin typeface="Arial" panose="020B0604020202020204" pitchFamily="34" charset="0"/>
              </a:rPr>
              <a:t>  	  out.println(u+"&lt;br&gt;"+p);</a:t>
            </a:r>
          </a:p>
          <a:p>
            <a:pPr eaLnBrk="1" hangingPunct="1">
              <a:spcBef>
                <a:spcPct val="0"/>
              </a:spcBef>
              <a:buFontTx/>
              <a:buNone/>
            </a:pPr>
            <a:r>
              <a:rPr lang="en-US" altLang="en-US" sz="1600">
                <a:latin typeface="Arial" panose="020B0604020202020204" pitchFamily="34" charset="0"/>
              </a:rPr>
              <a:t>  	  out.println("&lt;/body&gt;&lt;/html&gt;");</a:t>
            </a:r>
          </a:p>
          <a:p>
            <a:pPr eaLnBrk="1" hangingPunct="1">
              <a:spcBef>
                <a:spcPct val="0"/>
              </a:spcBef>
              <a:buFontTx/>
              <a:buNone/>
            </a:pPr>
            <a:r>
              <a:rPr lang="en-US" altLang="en-US" sz="1600">
                <a:latin typeface="Arial" panose="020B0604020202020204" pitchFamily="34" charset="0"/>
              </a:rPr>
              <a:t>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Footer Placeholder 4">
            <a:extLst>
              <a:ext uri="{FF2B5EF4-FFF2-40B4-BE49-F238E27FC236}">
                <a16:creationId xmlns:a16="http://schemas.microsoft.com/office/drawing/2014/main" id="{9B0363C4-88DF-F8B9-BD1E-8CF74CA841E9}"/>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latin typeface="Arial" panose="020B0604020202020204" pitchFamily="34" charset="0"/>
              </a:rPr>
              <a:t>AdvJ Session1,2 –Servlet, Web application</a:t>
            </a:r>
          </a:p>
        </p:txBody>
      </p:sp>
      <p:sp>
        <p:nvSpPr>
          <p:cNvPr id="35843" name="Slide Number Placeholder 5">
            <a:extLst>
              <a:ext uri="{FF2B5EF4-FFF2-40B4-BE49-F238E27FC236}">
                <a16:creationId xmlns:a16="http://schemas.microsoft.com/office/drawing/2014/main" id="{C2615813-E2ED-C228-BAE9-E304EE0C458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7C89513-F4A7-426E-8B19-6A553CD4CBFE}" type="slidenum">
              <a:rPr lang="en-US" altLang="en-US" sz="1200" smtClean="0">
                <a:solidFill>
                  <a:srgbClr val="898989"/>
                </a:solidFill>
                <a:latin typeface="Arial" panose="020B0604020202020204" pitchFamily="34" charset="0"/>
              </a:rPr>
              <a:pPr>
                <a:spcBef>
                  <a:spcPct val="0"/>
                </a:spcBef>
                <a:buFontTx/>
                <a:buNone/>
              </a:pPr>
              <a:t>32</a:t>
            </a:fld>
            <a:r>
              <a:rPr lang="en-US" altLang="en-US" sz="1200">
                <a:solidFill>
                  <a:srgbClr val="898989"/>
                </a:solidFill>
                <a:latin typeface="Arial" panose="020B0604020202020204" pitchFamily="34" charset="0"/>
              </a:rPr>
              <a:t>/41</a:t>
            </a:r>
          </a:p>
        </p:txBody>
      </p:sp>
      <p:sp>
        <p:nvSpPr>
          <p:cNvPr id="35844" name="Rectangle 2">
            <a:extLst>
              <a:ext uri="{FF2B5EF4-FFF2-40B4-BE49-F238E27FC236}">
                <a16:creationId xmlns:a16="http://schemas.microsoft.com/office/drawing/2014/main" id="{0919602A-A8D3-917A-A5C9-50F1E90AE76B}"/>
              </a:ext>
            </a:extLst>
          </p:cNvPr>
          <p:cNvSpPr>
            <a:spLocks noGrp="1"/>
          </p:cNvSpPr>
          <p:nvPr>
            <p:ph type="title"/>
          </p:nvPr>
        </p:nvSpPr>
        <p:spPr/>
        <p:txBody>
          <a:bodyPr/>
          <a:lstStyle/>
          <a:p>
            <a:r>
              <a:rPr lang="en-US" altLang="en-US">
                <a:latin typeface="Calibri" panose="020F0502020204030204" pitchFamily="34" charset="0"/>
              </a:rPr>
              <a:t>Web application</a:t>
            </a:r>
          </a:p>
        </p:txBody>
      </p:sp>
      <p:sp>
        <p:nvSpPr>
          <p:cNvPr id="35845" name="Rectangle 3">
            <a:extLst>
              <a:ext uri="{FF2B5EF4-FFF2-40B4-BE49-F238E27FC236}">
                <a16:creationId xmlns:a16="http://schemas.microsoft.com/office/drawing/2014/main" id="{C8B19DAC-9639-ECCC-87F2-45862D91FBA6}"/>
              </a:ext>
            </a:extLst>
          </p:cNvPr>
          <p:cNvSpPr>
            <a:spLocks noGrp="1"/>
          </p:cNvSpPr>
          <p:nvPr>
            <p:ph type="body" idx="1"/>
          </p:nvPr>
        </p:nvSpPr>
        <p:spPr/>
        <p:txBody>
          <a:bodyPr/>
          <a:lstStyle/>
          <a:p>
            <a:pPr>
              <a:lnSpc>
                <a:spcPct val="80000"/>
              </a:lnSpc>
              <a:buClrTx/>
              <a:buSzTx/>
              <a:buFont typeface="Arial" panose="020B0604020202020204" pitchFamily="34" charset="0"/>
              <a:buChar char="•"/>
            </a:pPr>
            <a:r>
              <a:rPr lang="en-US" altLang="en-US" sz="2800">
                <a:latin typeface="Calibri" panose="020F0502020204030204" pitchFamily="34" charset="0"/>
              </a:rPr>
              <a:t>A </a:t>
            </a:r>
            <a:r>
              <a:rPr lang="en-US" altLang="en-US" sz="2800" b="1">
                <a:latin typeface="Calibri" panose="020F0502020204030204" pitchFamily="34" charset="0"/>
              </a:rPr>
              <a:t>web application</a:t>
            </a:r>
            <a:r>
              <a:rPr lang="en-US" altLang="en-US" sz="2800">
                <a:latin typeface="Calibri" panose="020F0502020204030204" pitchFamily="34" charset="0"/>
              </a:rPr>
              <a:t> or </a:t>
            </a:r>
            <a:r>
              <a:rPr lang="en-US" altLang="en-US" sz="2800" b="1">
                <a:latin typeface="Calibri" panose="020F0502020204030204" pitchFamily="34" charset="0"/>
              </a:rPr>
              <a:t>webapp</a:t>
            </a:r>
            <a:r>
              <a:rPr lang="en-US" altLang="en-US" sz="2800">
                <a:latin typeface="Calibri" panose="020F0502020204030204" pitchFamily="34" charset="0"/>
              </a:rPr>
              <a:t> is an application that is accessed via web browser over a network such as the Internet or an intranet. It is also a computer software application that is coded in a browser-supported language (such as </a:t>
            </a:r>
            <a:r>
              <a:rPr lang="en-US" altLang="en-US" sz="2800">
                <a:latin typeface="Calibri" panose="020F0502020204030204" pitchFamily="34" charset="0"/>
                <a:hlinkClick r:id="rId2" tooltip="HTML"/>
              </a:rPr>
              <a:t>HTML</a:t>
            </a:r>
            <a:r>
              <a:rPr lang="en-US" altLang="en-US" sz="2800">
                <a:latin typeface="Calibri" panose="020F0502020204030204" pitchFamily="34" charset="0"/>
              </a:rPr>
              <a:t>, JavaScript, Java, etc.) and reliant on a common web browser to render the application executable.</a:t>
            </a:r>
          </a:p>
          <a:p>
            <a:pPr>
              <a:lnSpc>
                <a:spcPct val="80000"/>
              </a:lnSpc>
              <a:buClrTx/>
              <a:buSzTx/>
              <a:buFont typeface="Arial" panose="020B0604020202020204" pitchFamily="34" charset="0"/>
              <a:buChar char="•"/>
            </a:pPr>
            <a:r>
              <a:rPr lang="en-US" altLang="en-US" sz="2800">
                <a:latin typeface="Calibri" panose="020F0502020204030204" pitchFamily="34" charset="0"/>
              </a:rPr>
              <a:t>Web applications are popular due to the ubiquity of web browsers, and the convenience of using a web browser as a client, sometimes called a thin client.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Footer Placeholder 4">
            <a:extLst>
              <a:ext uri="{FF2B5EF4-FFF2-40B4-BE49-F238E27FC236}">
                <a16:creationId xmlns:a16="http://schemas.microsoft.com/office/drawing/2014/main" id="{38A5362B-968C-445A-D80D-8AA93FB52240}"/>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latin typeface="Arial" panose="020B0604020202020204" pitchFamily="34" charset="0"/>
              </a:rPr>
              <a:t>AdvJ Session1,2 –Servlet, Web application</a:t>
            </a:r>
          </a:p>
        </p:txBody>
      </p:sp>
      <p:sp>
        <p:nvSpPr>
          <p:cNvPr id="36867" name="Slide Number Placeholder 5">
            <a:extLst>
              <a:ext uri="{FF2B5EF4-FFF2-40B4-BE49-F238E27FC236}">
                <a16:creationId xmlns:a16="http://schemas.microsoft.com/office/drawing/2014/main" id="{2588E737-F49B-29B5-5C1D-A2FA12B2D26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28E8AAD-6B1F-4319-8872-03B57AD33340}" type="slidenum">
              <a:rPr lang="en-US" altLang="en-US" sz="1200" smtClean="0">
                <a:solidFill>
                  <a:srgbClr val="898989"/>
                </a:solidFill>
                <a:latin typeface="Arial" panose="020B0604020202020204" pitchFamily="34" charset="0"/>
              </a:rPr>
              <a:pPr>
                <a:spcBef>
                  <a:spcPct val="0"/>
                </a:spcBef>
                <a:buFontTx/>
                <a:buNone/>
              </a:pPr>
              <a:t>33</a:t>
            </a:fld>
            <a:r>
              <a:rPr lang="en-US" altLang="en-US" sz="1200">
                <a:solidFill>
                  <a:srgbClr val="898989"/>
                </a:solidFill>
                <a:latin typeface="Arial" panose="020B0604020202020204" pitchFamily="34" charset="0"/>
              </a:rPr>
              <a:t>/41</a:t>
            </a:r>
          </a:p>
        </p:txBody>
      </p:sp>
      <p:sp>
        <p:nvSpPr>
          <p:cNvPr id="36868" name="Rectangle 2">
            <a:extLst>
              <a:ext uri="{FF2B5EF4-FFF2-40B4-BE49-F238E27FC236}">
                <a16:creationId xmlns:a16="http://schemas.microsoft.com/office/drawing/2014/main" id="{38AD01AD-84E9-AF59-9B90-851204520331}"/>
              </a:ext>
            </a:extLst>
          </p:cNvPr>
          <p:cNvSpPr>
            <a:spLocks noGrp="1"/>
          </p:cNvSpPr>
          <p:nvPr>
            <p:ph type="title"/>
          </p:nvPr>
        </p:nvSpPr>
        <p:spPr/>
        <p:txBody>
          <a:bodyPr/>
          <a:lstStyle/>
          <a:p>
            <a:r>
              <a:rPr lang="en-US" altLang="en-US" b="1">
                <a:latin typeface="Calibri" panose="020F0502020204030204" pitchFamily="34" charset="0"/>
              </a:rPr>
              <a:t>File and Directory Structure</a:t>
            </a:r>
            <a:endParaRPr lang="en-US" altLang="en-US">
              <a:latin typeface="Calibri" panose="020F0502020204030204" pitchFamily="34" charset="0"/>
            </a:endParaRPr>
          </a:p>
        </p:txBody>
      </p:sp>
      <p:sp>
        <p:nvSpPr>
          <p:cNvPr id="36869" name="Rectangle 3">
            <a:extLst>
              <a:ext uri="{FF2B5EF4-FFF2-40B4-BE49-F238E27FC236}">
                <a16:creationId xmlns:a16="http://schemas.microsoft.com/office/drawing/2014/main" id="{1B0325A4-B704-9487-975C-415580D94A42}"/>
              </a:ext>
            </a:extLst>
          </p:cNvPr>
          <p:cNvSpPr>
            <a:spLocks noGrp="1"/>
          </p:cNvSpPr>
          <p:nvPr>
            <p:ph type="body" idx="1"/>
          </p:nvPr>
        </p:nvSpPr>
        <p:spPr/>
        <p:txBody>
          <a:bodyPr/>
          <a:lstStyle/>
          <a:p>
            <a:pPr>
              <a:lnSpc>
                <a:spcPct val="80000"/>
              </a:lnSpc>
              <a:buClrTx/>
              <a:buSzTx/>
              <a:buFont typeface="Arial" panose="020B0604020202020204" pitchFamily="34" charset="0"/>
              <a:buChar char="•"/>
            </a:pPr>
            <a:r>
              <a:rPr lang="en-US" altLang="en-US" sz="2800">
                <a:latin typeface="Calibri" panose="020F0502020204030204" pitchFamily="34" charset="0"/>
              </a:rPr>
              <a:t>A Place for Everything and Everything in Its Place.</a:t>
            </a:r>
            <a:endParaRPr lang="en-US" altLang="en-US" sz="2800" i="1">
              <a:latin typeface="Calibri" panose="020F0502020204030204" pitchFamily="34" charset="0"/>
            </a:endParaRPr>
          </a:p>
          <a:p>
            <a:pPr>
              <a:lnSpc>
                <a:spcPct val="80000"/>
              </a:lnSpc>
              <a:buClrTx/>
              <a:buSzTx/>
              <a:buFont typeface="Arial" panose="020B0604020202020204" pitchFamily="34" charset="0"/>
              <a:buChar char="•"/>
            </a:pPr>
            <a:r>
              <a:rPr lang="en-US" altLang="en-US" sz="2800" i="1">
                <a:latin typeface="Calibri" panose="020F0502020204030204" pitchFamily="34" charset="0"/>
              </a:rPr>
              <a:t>Construct the file and directory structure of a Web Application that may contain:</a:t>
            </a:r>
          </a:p>
          <a:p>
            <a:pPr lvl="1">
              <a:lnSpc>
                <a:spcPct val="80000"/>
              </a:lnSpc>
            </a:pPr>
            <a:r>
              <a:rPr lang="en-US" altLang="en-US" sz="2400" i="1"/>
              <a:t>static content, </a:t>
            </a:r>
          </a:p>
          <a:p>
            <a:pPr lvl="1">
              <a:lnSpc>
                <a:spcPct val="80000"/>
              </a:lnSpc>
            </a:pPr>
            <a:r>
              <a:rPr lang="en-US" altLang="en-US" sz="2400" i="1"/>
              <a:t>JSP pages, </a:t>
            </a:r>
          </a:p>
          <a:p>
            <a:pPr lvl="1">
              <a:lnSpc>
                <a:spcPct val="80000"/>
              </a:lnSpc>
            </a:pPr>
            <a:r>
              <a:rPr lang="en-US" altLang="en-US" sz="2400" i="1"/>
              <a:t>servlet classes, </a:t>
            </a:r>
          </a:p>
          <a:p>
            <a:pPr lvl="1">
              <a:lnSpc>
                <a:spcPct val="80000"/>
              </a:lnSpc>
            </a:pPr>
            <a:r>
              <a:rPr lang="en-US" altLang="en-US" sz="2400" i="1"/>
              <a:t>the deployment descriptor, </a:t>
            </a:r>
          </a:p>
          <a:p>
            <a:pPr lvl="1">
              <a:lnSpc>
                <a:spcPct val="80000"/>
              </a:lnSpc>
            </a:pPr>
            <a:r>
              <a:rPr lang="en-US" altLang="en-US" sz="2400" i="1"/>
              <a:t>tag libraries, </a:t>
            </a:r>
          </a:p>
          <a:p>
            <a:pPr lvl="1">
              <a:lnSpc>
                <a:spcPct val="80000"/>
              </a:lnSpc>
            </a:pPr>
            <a:r>
              <a:rPr lang="en-US" altLang="en-US" sz="2400" i="1"/>
              <a:t>JAR files and Java class files; </a:t>
            </a:r>
          </a:p>
          <a:p>
            <a:pPr lvl="1">
              <a:lnSpc>
                <a:spcPct val="80000"/>
              </a:lnSpc>
            </a:pPr>
            <a:r>
              <a:rPr lang="en-US" altLang="en-US" sz="2400" i="1"/>
              <a:t>and describe how to protect resource fi les from HTTP access.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Footer Placeholder 4">
            <a:extLst>
              <a:ext uri="{FF2B5EF4-FFF2-40B4-BE49-F238E27FC236}">
                <a16:creationId xmlns:a16="http://schemas.microsoft.com/office/drawing/2014/main" id="{D546EDC5-4A67-3D9F-A5D4-880ECCCB99A1}"/>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latin typeface="Arial" panose="020B0604020202020204" pitchFamily="34" charset="0"/>
              </a:rPr>
              <a:t>AdvJ Session1,2 –Servlet, Web application</a:t>
            </a:r>
          </a:p>
        </p:txBody>
      </p:sp>
      <p:sp>
        <p:nvSpPr>
          <p:cNvPr id="37891" name="Slide Number Placeholder 5">
            <a:extLst>
              <a:ext uri="{FF2B5EF4-FFF2-40B4-BE49-F238E27FC236}">
                <a16:creationId xmlns:a16="http://schemas.microsoft.com/office/drawing/2014/main" id="{FF89473B-C0BE-D84C-90D3-23CF07CB437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5838DE2-4711-4021-A12C-928714F96AA7}" type="slidenum">
              <a:rPr lang="en-US" altLang="en-US" sz="1200" smtClean="0">
                <a:solidFill>
                  <a:srgbClr val="898989"/>
                </a:solidFill>
                <a:latin typeface="Arial" panose="020B0604020202020204" pitchFamily="34" charset="0"/>
              </a:rPr>
              <a:pPr>
                <a:spcBef>
                  <a:spcPct val="0"/>
                </a:spcBef>
                <a:buFontTx/>
                <a:buNone/>
              </a:pPr>
              <a:t>34</a:t>
            </a:fld>
            <a:r>
              <a:rPr lang="en-US" altLang="en-US" sz="1200">
                <a:solidFill>
                  <a:srgbClr val="898989"/>
                </a:solidFill>
                <a:latin typeface="Arial" panose="020B0604020202020204" pitchFamily="34" charset="0"/>
              </a:rPr>
              <a:t>/41</a:t>
            </a:r>
          </a:p>
        </p:txBody>
      </p:sp>
      <p:sp>
        <p:nvSpPr>
          <p:cNvPr id="37892" name="Rectangle 2">
            <a:extLst>
              <a:ext uri="{FF2B5EF4-FFF2-40B4-BE49-F238E27FC236}">
                <a16:creationId xmlns:a16="http://schemas.microsoft.com/office/drawing/2014/main" id="{AF7DADD5-F3AC-7CD4-CC50-E4C27B091094}"/>
              </a:ext>
            </a:extLst>
          </p:cNvPr>
          <p:cNvSpPr>
            <a:spLocks noGrp="1"/>
          </p:cNvSpPr>
          <p:nvPr>
            <p:ph type="title"/>
          </p:nvPr>
        </p:nvSpPr>
        <p:spPr/>
        <p:txBody>
          <a:bodyPr/>
          <a:lstStyle/>
          <a:p>
            <a:r>
              <a:rPr lang="en-US" altLang="en-US" sz="4000" b="1">
                <a:latin typeface="Calibri" panose="020F0502020204030204" pitchFamily="34" charset="0"/>
              </a:rPr>
              <a:t>Special Directories Beneath the Context Root</a:t>
            </a:r>
          </a:p>
        </p:txBody>
      </p:sp>
      <p:sp>
        <p:nvSpPr>
          <p:cNvPr id="37893" name="Rectangle 3">
            <a:extLst>
              <a:ext uri="{FF2B5EF4-FFF2-40B4-BE49-F238E27FC236}">
                <a16:creationId xmlns:a16="http://schemas.microsoft.com/office/drawing/2014/main" id="{CC11776F-8C8E-1324-6093-1FDD4FE5813C}"/>
              </a:ext>
            </a:extLst>
          </p:cNvPr>
          <p:cNvSpPr>
            <a:spLocks noGrp="1"/>
          </p:cNvSpPr>
          <p:nvPr>
            <p:ph type="body" idx="1"/>
          </p:nvPr>
        </p:nvSpPr>
        <p:spPr/>
        <p:txBody>
          <a:bodyPr/>
          <a:lstStyle/>
          <a:p>
            <a:pPr>
              <a:lnSpc>
                <a:spcPct val="90000"/>
              </a:lnSpc>
              <a:buClrTx/>
              <a:buSzTx/>
              <a:buFont typeface="Arial" panose="020B0604020202020204" pitchFamily="34" charset="0"/>
              <a:buChar char="•"/>
            </a:pPr>
            <a:r>
              <a:rPr lang="en-US" altLang="en-US" sz="2800">
                <a:solidFill>
                  <a:srgbClr val="FF0000"/>
                </a:solidFill>
                <a:latin typeface="Calibri" panose="020F0502020204030204" pitchFamily="34" charset="0"/>
              </a:rPr>
              <a:t>/WEB-INF/classes</a:t>
            </a:r>
            <a:r>
              <a:rPr lang="en-US" altLang="en-US" sz="2800">
                <a:latin typeface="Calibri" panose="020F0502020204030204" pitchFamily="34" charset="0"/>
              </a:rPr>
              <a:t>—for classes that exist as separate Java classes (</a:t>
            </a:r>
            <a:r>
              <a:rPr lang="en-US" altLang="en-US" sz="2800" i="1">
                <a:latin typeface="Calibri" panose="020F0502020204030204" pitchFamily="34" charset="0"/>
              </a:rPr>
              <a:t>not </a:t>
            </a:r>
            <a:r>
              <a:rPr lang="en-US" altLang="en-US" sz="2800">
                <a:latin typeface="Calibri" panose="020F0502020204030204" pitchFamily="34" charset="0"/>
              </a:rPr>
              <a:t>packaged within JAR files). These might be servlets or other support classes. </a:t>
            </a:r>
          </a:p>
          <a:p>
            <a:pPr>
              <a:lnSpc>
                <a:spcPct val="90000"/>
              </a:lnSpc>
              <a:buClrTx/>
              <a:buSzTx/>
              <a:buFont typeface="Arial" panose="020B0604020202020204" pitchFamily="34" charset="0"/>
              <a:buChar char="•"/>
            </a:pPr>
            <a:r>
              <a:rPr lang="en-US" altLang="en-US" sz="2800">
                <a:solidFill>
                  <a:srgbClr val="FF0000"/>
                </a:solidFill>
                <a:latin typeface="Calibri" panose="020F0502020204030204" pitchFamily="34" charset="0"/>
              </a:rPr>
              <a:t>/WEB-INF/ lib</a:t>
            </a:r>
            <a:r>
              <a:rPr lang="en-US" altLang="en-US" sz="2800">
                <a:latin typeface="Calibri" panose="020F0502020204030204" pitchFamily="34" charset="0"/>
              </a:rPr>
              <a:t>—for JAR fi les. These can contain anything at all—the main servlets for your application, supporting classes that connect to databases—whatever.</a:t>
            </a:r>
          </a:p>
          <a:p>
            <a:pPr>
              <a:lnSpc>
                <a:spcPct val="90000"/>
              </a:lnSpc>
              <a:buClrTx/>
              <a:buSzTx/>
              <a:buFont typeface="Arial" panose="020B0604020202020204" pitchFamily="34" charset="0"/>
              <a:buChar char="•"/>
            </a:pPr>
            <a:r>
              <a:rPr lang="en-US" altLang="en-US" sz="2800">
                <a:solidFill>
                  <a:srgbClr val="FF0000"/>
                </a:solidFill>
                <a:latin typeface="Calibri" panose="020F0502020204030204" pitchFamily="34" charset="0"/>
              </a:rPr>
              <a:t>/ WEB-INF </a:t>
            </a:r>
            <a:r>
              <a:rPr lang="en-US" altLang="en-US" sz="2800">
                <a:latin typeface="Calibri" panose="020F0502020204030204" pitchFamily="34" charset="0"/>
              </a:rPr>
              <a:t>itself is the home for an absolutely crucial file called </a:t>
            </a:r>
            <a:r>
              <a:rPr lang="en-US" altLang="en-US" sz="2800">
                <a:solidFill>
                  <a:srgbClr val="FF0000"/>
                </a:solidFill>
                <a:latin typeface="Calibri" panose="020F0502020204030204" pitchFamily="34" charset="0"/>
              </a:rPr>
              <a:t>web.xml</a:t>
            </a:r>
            <a:r>
              <a:rPr lang="en-US" altLang="en-US" sz="2800">
                <a:latin typeface="Calibri" panose="020F0502020204030204" pitchFamily="34" charset="0"/>
              </a:rPr>
              <a:t>, the deployment descriptor file.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Footer Placeholder 4">
            <a:extLst>
              <a:ext uri="{FF2B5EF4-FFF2-40B4-BE49-F238E27FC236}">
                <a16:creationId xmlns:a16="http://schemas.microsoft.com/office/drawing/2014/main" id="{6DA62001-3E75-3DBE-42DC-2ED70250B6F5}"/>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latin typeface="Arial" panose="020B0604020202020204" pitchFamily="34" charset="0"/>
              </a:rPr>
              <a:t>AdvJ Session1,2 –Servlet, Web application</a:t>
            </a:r>
          </a:p>
        </p:txBody>
      </p:sp>
      <p:sp>
        <p:nvSpPr>
          <p:cNvPr id="38915" name="Slide Number Placeholder 5">
            <a:extLst>
              <a:ext uri="{FF2B5EF4-FFF2-40B4-BE49-F238E27FC236}">
                <a16:creationId xmlns:a16="http://schemas.microsoft.com/office/drawing/2014/main" id="{4307B5F2-839D-B150-75F0-39F9B2294AC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056DD88-17BD-423D-B6B0-4BF239F25750}" type="slidenum">
              <a:rPr lang="en-US" altLang="en-US" sz="1200" smtClean="0">
                <a:solidFill>
                  <a:srgbClr val="898989"/>
                </a:solidFill>
                <a:latin typeface="Arial" panose="020B0604020202020204" pitchFamily="34" charset="0"/>
              </a:rPr>
              <a:pPr>
                <a:spcBef>
                  <a:spcPct val="0"/>
                </a:spcBef>
                <a:buFontTx/>
                <a:buNone/>
              </a:pPr>
              <a:t>35</a:t>
            </a:fld>
            <a:r>
              <a:rPr lang="en-US" altLang="en-US" sz="1200">
                <a:solidFill>
                  <a:srgbClr val="898989"/>
                </a:solidFill>
                <a:latin typeface="Arial" panose="020B0604020202020204" pitchFamily="34" charset="0"/>
              </a:rPr>
              <a:t>/41</a:t>
            </a:r>
          </a:p>
        </p:txBody>
      </p:sp>
      <p:sp>
        <p:nvSpPr>
          <p:cNvPr id="38916" name="Rectangle 2">
            <a:extLst>
              <a:ext uri="{FF2B5EF4-FFF2-40B4-BE49-F238E27FC236}">
                <a16:creationId xmlns:a16="http://schemas.microsoft.com/office/drawing/2014/main" id="{B181D0B2-AD1E-C4A0-5BE5-38C71C9243C5}"/>
              </a:ext>
            </a:extLst>
          </p:cNvPr>
          <p:cNvSpPr>
            <a:spLocks noGrp="1"/>
          </p:cNvSpPr>
          <p:nvPr>
            <p:ph type="title"/>
          </p:nvPr>
        </p:nvSpPr>
        <p:spPr/>
        <p:txBody>
          <a:bodyPr/>
          <a:lstStyle/>
          <a:p>
            <a:r>
              <a:rPr lang="en-US" altLang="en-US" sz="4000" b="1">
                <a:latin typeface="Calibri" panose="020F0502020204030204" pitchFamily="34" charset="0"/>
              </a:rPr>
              <a:t>Deployment Descriptor Elements</a:t>
            </a:r>
            <a:endParaRPr lang="en-US" altLang="en-US" sz="4000">
              <a:latin typeface="Calibri" panose="020F0502020204030204" pitchFamily="34" charset="0"/>
            </a:endParaRPr>
          </a:p>
        </p:txBody>
      </p:sp>
      <p:sp>
        <p:nvSpPr>
          <p:cNvPr id="38917" name="Rectangle 3">
            <a:extLst>
              <a:ext uri="{FF2B5EF4-FFF2-40B4-BE49-F238E27FC236}">
                <a16:creationId xmlns:a16="http://schemas.microsoft.com/office/drawing/2014/main" id="{A8F3B31E-5680-2D91-7453-757F015687F9}"/>
              </a:ext>
            </a:extLst>
          </p:cNvPr>
          <p:cNvSpPr>
            <a:spLocks noGrp="1"/>
          </p:cNvSpPr>
          <p:nvPr>
            <p:ph type="body" idx="1"/>
          </p:nvPr>
        </p:nvSpPr>
        <p:spPr/>
        <p:txBody>
          <a:bodyPr/>
          <a:lstStyle/>
          <a:p>
            <a:pPr>
              <a:buClrTx/>
              <a:buSzTx/>
              <a:buFont typeface="Arial" panose="020B0604020202020204" pitchFamily="34" charset="0"/>
              <a:buChar char="•"/>
            </a:pPr>
            <a:r>
              <a:rPr lang="en-US" altLang="en-US">
                <a:latin typeface="Calibri" panose="020F0502020204030204" pitchFamily="34" charset="0"/>
              </a:rPr>
              <a:t>The first thing to note about the deployment descriptor file is that it’s an XML file. Given that the name is web.xml.</a:t>
            </a:r>
          </a:p>
          <a:p>
            <a:pPr>
              <a:buClrTx/>
              <a:buSzTx/>
              <a:buFont typeface="Arial" panose="020B0604020202020204" pitchFamily="34" charset="0"/>
              <a:buChar char="•"/>
            </a:pPr>
            <a:endParaRPr lang="en-US" altLang="en-US">
              <a:latin typeface="Calibri" panose="020F0502020204030204" pitchFamily="34" charset="0"/>
            </a:endParaRPr>
          </a:p>
          <a:p>
            <a:pPr>
              <a:buClrTx/>
              <a:buSzTx/>
              <a:buFont typeface="Arial" panose="020B0604020202020204" pitchFamily="34" charset="0"/>
              <a:buChar char="•"/>
            </a:pPr>
            <a:endParaRPr lang="en-US" altLang="en-US" b="1">
              <a:latin typeface="Calibri" panose="020F0502020204030204" pitchFamily="34" charset="0"/>
            </a:endParaRPr>
          </a:p>
          <a:p>
            <a:pPr>
              <a:buClrTx/>
              <a:buSzTx/>
              <a:buFont typeface="Arial" panose="020B0604020202020204" pitchFamily="34" charset="0"/>
              <a:buChar char="•"/>
            </a:pPr>
            <a:endParaRPr lang="en-US" altLang="en-US">
              <a:latin typeface="Calibri" panose="020F0502020204030204" pitchFamily="34" charset="0"/>
            </a:endParaRPr>
          </a:p>
          <a:p>
            <a:pPr>
              <a:buClrTx/>
              <a:buSzTx/>
              <a:buFont typeface="Arial" panose="020B0604020202020204" pitchFamily="34" charset="0"/>
              <a:buChar char="•"/>
            </a:pPr>
            <a:endParaRPr lang="en-US" altLang="en-US">
              <a:latin typeface="Calibri" panose="020F050202020403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Footer Placeholder 4">
            <a:extLst>
              <a:ext uri="{FF2B5EF4-FFF2-40B4-BE49-F238E27FC236}">
                <a16:creationId xmlns:a16="http://schemas.microsoft.com/office/drawing/2014/main" id="{AF71C6ED-1035-754B-1A6E-8F404C88A222}"/>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latin typeface="Arial" panose="020B0604020202020204" pitchFamily="34" charset="0"/>
              </a:rPr>
              <a:t>AdvJ Session1,2 –Servlet, Web application</a:t>
            </a:r>
          </a:p>
        </p:txBody>
      </p:sp>
      <p:sp>
        <p:nvSpPr>
          <p:cNvPr id="39939" name="Slide Number Placeholder 5">
            <a:extLst>
              <a:ext uri="{FF2B5EF4-FFF2-40B4-BE49-F238E27FC236}">
                <a16:creationId xmlns:a16="http://schemas.microsoft.com/office/drawing/2014/main" id="{F44DE478-3044-1B70-30F2-6995CA2F414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7F3BDBA-74FB-445E-8EE0-2F84067688DC}" type="slidenum">
              <a:rPr lang="en-US" altLang="en-US" sz="1200" smtClean="0">
                <a:solidFill>
                  <a:srgbClr val="898989"/>
                </a:solidFill>
                <a:latin typeface="Arial" panose="020B0604020202020204" pitchFamily="34" charset="0"/>
              </a:rPr>
              <a:pPr>
                <a:spcBef>
                  <a:spcPct val="0"/>
                </a:spcBef>
                <a:buFontTx/>
                <a:buNone/>
              </a:pPr>
              <a:t>36</a:t>
            </a:fld>
            <a:r>
              <a:rPr lang="en-US" altLang="en-US" sz="1200">
                <a:solidFill>
                  <a:srgbClr val="898989"/>
                </a:solidFill>
                <a:latin typeface="Arial" panose="020B0604020202020204" pitchFamily="34" charset="0"/>
              </a:rPr>
              <a:t>/41</a:t>
            </a:r>
          </a:p>
        </p:txBody>
      </p:sp>
      <p:sp>
        <p:nvSpPr>
          <p:cNvPr id="39940" name="Rectangle 2">
            <a:extLst>
              <a:ext uri="{FF2B5EF4-FFF2-40B4-BE49-F238E27FC236}">
                <a16:creationId xmlns:a16="http://schemas.microsoft.com/office/drawing/2014/main" id="{115FEE48-9334-76D4-D0F7-692D77979C9C}"/>
              </a:ext>
            </a:extLst>
          </p:cNvPr>
          <p:cNvSpPr>
            <a:spLocks noGrp="1"/>
          </p:cNvSpPr>
          <p:nvPr>
            <p:ph type="title"/>
          </p:nvPr>
        </p:nvSpPr>
        <p:spPr/>
        <p:txBody>
          <a:bodyPr/>
          <a:lstStyle/>
          <a:p>
            <a:r>
              <a:rPr lang="en-US" altLang="en-US" sz="4000" b="1">
                <a:latin typeface="Calibri" panose="020F0502020204030204" pitchFamily="34" charset="0"/>
              </a:rPr>
              <a:t>Overall Structure of the Deployment Descriptor.</a:t>
            </a:r>
          </a:p>
        </p:txBody>
      </p:sp>
      <p:pic>
        <p:nvPicPr>
          <p:cNvPr id="39941" name="Picture 4">
            <a:extLst>
              <a:ext uri="{FF2B5EF4-FFF2-40B4-BE49-F238E27FC236}">
                <a16:creationId xmlns:a16="http://schemas.microsoft.com/office/drawing/2014/main" id="{C5E35B26-13B1-C4F1-4466-7F684FC10C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393825"/>
            <a:ext cx="5105400" cy="493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E73AC464-66C3-A53D-02FE-B9D06822D020}"/>
              </a:ext>
            </a:extLst>
          </p:cNvPr>
          <p:cNvSpPr>
            <a:spLocks noGrp="1"/>
          </p:cNvSpPr>
          <p:nvPr>
            <p:ph type="title"/>
          </p:nvPr>
        </p:nvSpPr>
        <p:spPr/>
        <p:txBody>
          <a:bodyPr/>
          <a:lstStyle/>
          <a:p>
            <a:r>
              <a:rPr lang="en-US" altLang="en-US" b="1"/>
              <a:t>&lt;servlet&gt; and Its Important Subelements</a:t>
            </a:r>
            <a:endParaRPr lang="en-US" altLang="en-US"/>
          </a:p>
        </p:txBody>
      </p:sp>
      <p:sp>
        <p:nvSpPr>
          <p:cNvPr id="3" name="Content Placeholder 2">
            <a:extLst>
              <a:ext uri="{FF2B5EF4-FFF2-40B4-BE49-F238E27FC236}">
                <a16:creationId xmlns:a16="http://schemas.microsoft.com/office/drawing/2014/main" id="{83036B16-E637-500E-4D7D-A8D5121872D9}"/>
              </a:ext>
            </a:extLst>
          </p:cNvPr>
          <p:cNvSpPr>
            <a:spLocks noGrp="1"/>
          </p:cNvSpPr>
          <p:nvPr>
            <p:ph idx="1"/>
          </p:nvPr>
        </p:nvSpPr>
        <p:spPr/>
        <p:txBody>
          <a:bodyPr/>
          <a:lstStyle/>
          <a:p>
            <a:pPr>
              <a:defRPr/>
            </a:pPr>
            <a:endParaRPr lang="en-US"/>
          </a:p>
        </p:txBody>
      </p:sp>
      <p:sp>
        <p:nvSpPr>
          <p:cNvPr id="41988" name="Date Placeholder 3">
            <a:extLst>
              <a:ext uri="{FF2B5EF4-FFF2-40B4-BE49-F238E27FC236}">
                <a16:creationId xmlns:a16="http://schemas.microsoft.com/office/drawing/2014/main" id="{5EB38332-4738-9E34-89C1-2CEF8F1330F6}"/>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EDC30BF-5428-4EE6-94E5-BCFCA7E8F626}" type="datetime1">
              <a:rPr lang="en-US" altLang="en-US" sz="1200" smtClean="0">
                <a:solidFill>
                  <a:srgbClr val="898989"/>
                </a:solidFill>
                <a:latin typeface="Arial" panose="020B0604020202020204" pitchFamily="34" charset="0"/>
              </a:rPr>
              <a:pPr>
                <a:spcBef>
                  <a:spcPct val="0"/>
                </a:spcBef>
                <a:buFontTx/>
                <a:buNone/>
              </a:pPr>
              <a:t>5/19/2025</a:t>
            </a:fld>
            <a:endParaRPr lang="en-US" altLang="en-US" sz="1200">
              <a:solidFill>
                <a:srgbClr val="898989"/>
              </a:solidFill>
              <a:latin typeface="Arial" panose="020B0604020202020204" pitchFamily="34" charset="0"/>
            </a:endParaRPr>
          </a:p>
        </p:txBody>
      </p:sp>
      <p:sp>
        <p:nvSpPr>
          <p:cNvPr id="41989" name="Footer Placeholder 4">
            <a:extLst>
              <a:ext uri="{FF2B5EF4-FFF2-40B4-BE49-F238E27FC236}">
                <a16:creationId xmlns:a16="http://schemas.microsoft.com/office/drawing/2014/main" id="{EB40B4D1-D96E-B6A1-8F96-E451F79F7B04}"/>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latin typeface="Arial" panose="020B0604020202020204" pitchFamily="34" charset="0"/>
              </a:rPr>
              <a:t>AdvJ Session1,2 –Servlet, Web application</a:t>
            </a:r>
          </a:p>
        </p:txBody>
      </p:sp>
      <p:sp>
        <p:nvSpPr>
          <p:cNvPr id="41990" name="Slide Number Placeholder 5">
            <a:extLst>
              <a:ext uri="{FF2B5EF4-FFF2-40B4-BE49-F238E27FC236}">
                <a16:creationId xmlns:a16="http://schemas.microsoft.com/office/drawing/2014/main" id="{C2C1A161-4782-FD5B-F51B-DAE5C48E2F5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699C5053-32ED-4310-B3AA-1A4179CF5A0A}" type="slidenum">
              <a:rPr lang="en-US" altLang="en-US" sz="1200" smtClean="0">
                <a:solidFill>
                  <a:srgbClr val="898989"/>
                </a:solidFill>
                <a:latin typeface="Arial" panose="020B0604020202020204" pitchFamily="34" charset="0"/>
              </a:rPr>
              <a:pPr>
                <a:spcBef>
                  <a:spcPct val="0"/>
                </a:spcBef>
                <a:buFontTx/>
                <a:buNone/>
              </a:pPr>
              <a:t>37</a:t>
            </a:fld>
            <a:r>
              <a:rPr lang="en-US" altLang="en-US" sz="1200">
                <a:solidFill>
                  <a:srgbClr val="898989"/>
                </a:solidFill>
                <a:latin typeface="Arial" panose="020B0604020202020204" pitchFamily="34" charset="0"/>
              </a:rPr>
              <a:t>/41</a:t>
            </a:r>
          </a:p>
        </p:txBody>
      </p:sp>
      <p:pic>
        <p:nvPicPr>
          <p:cNvPr id="41991" name="Picture 3">
            <a:extLst>
              <a:ext uri="{FF2B5EF4-FFF2-40B4-BE49-F238E27FC236}">
                <a16:creationId xmlns:a16="http://schemas.microsoft.com/office/drawing/2014/main" id="{F81CAFCC-0681-8333-A963-7899290AAB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447800"/>
            <a:ext cx="8256588"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Footer Placeholder 4">
            <a:extLst>
              <a:ext uri="{FF2B5EF4-FFF2-40B4-BE49-F238E27FC236}">
                <a16:creationId xmlns:a16="http://schemas.microsoft.com/office/drawing/2014/main" id="{AD2471B2-CE30-B4E2-E0C5-91C4FF6C64BB}"/>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latin typeface="Arial" panose="020B0604020202020204" pitchFamily="34" charset="0"/>
              </a:rPr>
              <a:t>AdvJ Session1,2 –Servlet, Web application</a:t>
            </a:r>
          </a:p>
        </p:txBody>
      </p:sp>
      <p:sp>
        <p:nvSpPr>
          <p:cNvPr id="43011" name="Slide Number Placeholder 5">
            <a:extLst>
              <a:ext uri="{FF2B5EF4-FFF2-40B4-BE49-F238E27FC236}">
                <a16:creationId xmlns:a16="http://schemas.microsoft.com/office/drawing/2014/main" id="{B5F74DF2-DC15-5DF4-C1A6-93420E04C18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9528176-5FF9-4D62-88D1-F3B12E5F9883}" type="slidenum">
              <a:rPr lang="en-US" altLang="en-US" sz="1200" smtClean="0">
                <a:solidFill>
                  <a:srgbClr val="898989"/>
                </a:solidFill>
                <a:latin typeface="Arial" panose="020B0604020202020204" pitchFamily="34" charset="0"/>
              </a:rPr>
              <a:pPr>
                <a:spcBef>
                  <a:spcPct val="0"/>
                </a:spcBef>
                <a:buFontTx/>
                <a:buNone/>
              </a:pPr>
              <a:t>38</a:t>
            </a:fld>
            <a:r>
              <a:rPr lang="en-US" altLang="en-US" sz="1200">
                <a:solidFill>
                  <a:srgbClr val="898989"/>
                </a:solidFill>
                <a:latin typeface="Arial" panose="020B0604020202020204" pitchFamily="34" charset="0"/>
              </a:rPr>
              <a:t>/41</a:t>
            </a:r>
          </a:p>
        </p:txBody>
      </p:sp>
      <p:sp>
        <p:nvSpPr>
          <p:cNvPr id="43012" name="Rectangle 2">
            <a:extLst>
              <a:ext uri="{FF2B5EF4-FFF2-40B4-BE49-F238E27FC236}">
                <a16:creationId xmlns:a16="http://schemas.microsoft.com/office/drawing/2014/main" id="{4D10EAAB-E491-1B35-EEDB-B8C64551A724}"/>
              </a:ext>
            </a:extLst>
          </p:cNvPr>
          <p:cNvSpPr>
            <a:spLocks noGrp="1"/>
          </p:cNvSpPr>
          <p:nvPr>
            <p:ph type="title"/>
          </p:nvPr>
        </p:nvSpPr>
        <p:spPr/>
        <p:txBody>
          <a:bodyPr/>
          <a:lstStyle/>
          <a:p>
            <a:r>
              <a:rPr lang="en-US" altLang="en-US" sz="4000" b="1">
                <a:latin typeface="Calibri" panose="020F0502020204030204" pitchFamily="34" charset="0"/>
              </a:rPr>
              <a:t>Deployment Descriptor</a:t>
            </a:r>
            <a:br>
              <a:rPr lang="en-US" altLang="en-US" sz="4000" b="1">
                <a:latin typeface="Calibri" panose="020F0502020204030204" pitchFamily="34" charset="0"/>
              </a:rPr>
            </a:br>
            <a:r>
              <a:rPr lang="en-US" altLang="en-US" sz="4000" b="1">
                <a:latin typeface="Calibri" panose="020F0502020204030204" pitchFamily="34" charset="0"/>
              </a:rPr>
              <a:t>simple web.xml</a:t>
            </a:r>
          </a:p>
        </p:txBody>
      </p:sp>
      <p:sp>
        <p:nvSpPr>
          <p:cNvPr id="43013" name="Rectangle 3">
            <a:extLst>
              <a:ext uri="{FF2B5EF4-FFF2-40B4-BE49-F238E27FC236}">
                <a16:creationId xmlns:a16="http://schemas.microsoft.com/office/drawing/2014/main" id="{A7FEC0F1-713E-A5AC-1DE0-55908C6CFC18}"/>
              </a:ext>
            </a:extLst>
          </p:cNvPr>
          <p:cNvSpPr>
            <a:spLocks noGrp="1"/>
          </p:cNvSpPr>
          <p:nvPr>
            <p:ph type="body" idx="1"/>
          </p:nvPr>
        </p:nvSpPr>
        <p:spPr/>
        <p:txBody>
          <a:bodyPr/>
          <a:lstStyle/>
          <a:p>
            <a:pPr>
              <a:lnSpc>
                <a:spcPct val="80000"/>
              </a:lnSpc>
              <a:buClrTx/>
              <a:buSzTx/>
              <a:buFont typeface="Arial" panose="020B0604020202020204" pitchFamily="34" charset="0"/>
              <a:buNone/>
            </a:pPr>
            <a:r>
              <a:rPr lang="en-US" altLang="en-US" sz="1400">
                <a:latin typeface="Calibri" panose="020F0502020204030204" pitchFamily="34" charset="0"/>
              </a:rPr>
              <a:t>&lt;?xml version="1.0" encoding="ISO-8859-1"?&gt;</a:t>
            </a:r>
          </a:p>
          <a:p>
            <a:pPr>
              <a:lnSpc>
                <a:spcPct val="80000"/>
              </a:lnSpc>
              <a:buClrTx/>
              <a:buSzTx/>
              <a:buFont typeface="Arial" panose="020B0604020202020204" pitchFamily="34" charset="0"/>
              <a:buNone/>
            </a:pPr>
            <a:r>
              <a:rPr lang="en-US" altLang="en-US" sz="1400">
                <a:latin typeface="Calibri" panose="020F0502020204030204" pitchFamily="34" charset="0"/>
              </a:rPr>
              <a:t>&lt;web-app xmlns="http://java.sun.com/xml/ns/j2ee"</a:t>
            </a:r>
          </a:p>
          <a:p>
            <a:pPr>
              <a:lnSpc>
                <a:spcPct val="80000"/>
              </a:lnSpc>
              <a:buClrTx/>
              <a:buSzTx/>
              <a:buFont typeface="Arial" panose="020B0604020202020204" pitchFamily="34" charset="0"/>
              <a:buNone/>
            </a:pPr>
            <a:r>
              <a:rPr lang="en-US" altLang="en-US" sz="1400">
                <a:latin typeface="Calibri" panose="020F0502020204030204" pitchFamily="34" charset="0"/>
              </a:rPr>
              <a:t>    xmlns:xsi="http://www.w3.org/2001/XMLSchema-instance"</a:t>
            </a:r>
          </a:p>
          <a:p>
            <a:pPr>
              <a:lnSpc>
                <a:spcPct val="80000"/>
              </a:lnSpc>
              <a:buClrTx/>
              <a:buSzTx/>
              <a:buFont typeface="Arial" panose="020B0604020202020204" pitchFamily="34" charset="0"/>
              <a:buNone/>
            </a:pPr>
            <a:r>
              <a:rPr lang="en-US" altLang="en-US" sz="1400">
                <a:latin typeface="Calibri" panose="020F0502020204030204" pitchFamily="34" charset="0"/>
              </a:rPr>
              <a:t>    xsi:schemaLocation=http://java.sun.com/xml/ns/j2ee http://java.sun.com/xml/ns/j2ee/web-app_2_4.xsd   version="2.4"&gt;</a:t>
            </a:r>
          </a:p>
          <a:p>
            <a:pPr>
              <a:lnSpc>
                <a:spcPct val="80000"/>
              </a:lnSpc>
              <a:buClrTx/>
              <a:buSzTx/>
              <a:buFont typeface="Arial" panose="020B0604020202020204" pitchFamily="34" charset="0"/>
              <a:buNone/>
            </a:pPr>
            <a:endParaRPr lang="en-US" altLang="en-US" sz="1400">
              <a:latin typeface="Calibri" panose="020F0502020204030204" pitchFamily="34" charset="0"/>
            </a:endParaRPr>
          </a:p>
          <a:p>
            <a:pPr>
              <a:lnSpc>
                <a:spcPct val="80000"/>
              </a:lnSpc>
              <a:buClrTx/>
              <a:buSzTx/>
              <a:buFont typeface="Arial" panose="020B0604020202020204" pitchFamily="34" charset="0"/>
              <a:buNone/>
            </a:pPr>
            <a:r>
              <a:rPr lang="en-US" altLang="en-US" sz="1400">
                <a:latin typeface="Calibri" panose="020F0502020204030204" pitchFamily="34" charset="0"/>
              </a:rPr>
              <a:t>    &lt;display-name&gt;Servlet 2.4 Examples&lt;/display-name&gt;</a:t>
            </a:r>
          </a:p>
          <a:p>
            <a:pPr>
              <a:lnSpc>
                <a:spcPct val="80000"/>
              </a:lnSpc>
              <a:buClrTx/>
              <a:buSzTx/>
              <a:buFont typeface="Arial" panose="020B0604020202020204" pitchFamily="34" charset="0"/>
              <a:buNone/>
            </a:pPr>
            <a:r>
              <a:rPr lang="en-US" altLang="en-US" sz="1400">
                <a:latin typeface="Calibri" panose="020F0502020204030204" pitchFamily="34" charset="0"/>
              </a:rPr>
              <a:t>    &lt;description&gt;</a:t>
            </a:r>
          </a:p>
          <a:p>
            <a:pPr>
              <a:lnSpc>
                <a:spcPct val="80000"/>
              </a:lnSpc>
              <a:buClrTx/>
              <a:buSzTx/>
              <a:buFont typeface="Arial" panose="020B0604020202020204" pitchFamily="34" charset="0"/>
              <a:buNone/>
            </a:pPr>
            <a:r>
              <a:rPr lang="en-US" altLang="en-US" sz="1400">
                <a:latin typeface="Calibri" panose="020F0502020204030204" pitchFamily="34" charset="0"/>
              </a:rPr>
              <a:t>      Servlet 2.4 Examples.</a:t>
            </a:r>
          </a:p>
          <a:p>
            <a:pPr>
              <a:lnSpc>
                <a:spcPct val="80000"/>
              </a:lnSpc>
              <a:buClrTx/>
              <a:buSzTx/>
              <a:buFont typeface="Arial" panose="020B0604020202020204" pitchFamily="34" charset="0"/>
              <a:buNone/>
            </a:pPr>
            <a:r>
              <a:rPr lang="en-US" altLang="en-US" sz="1400">
                <a:latin typeface="Calibri" panose="020F0502020204030204" pitchFamily="34" charset="0"/>
              </a:rPr>
              <a:t>    &lt;/description&gt;    </a:t>
            </a:r>
          </a:p>
          <a:p>
            <a:pPr>
              <a:lnSpc>
                <a:spcPct val="80000"/>
              </a:lnSpc>
              <a:buClrTx/>
              <a:buSzTx/>
              <a:buFont typeface="Arial" panose="020B0604020202020204" pitchFamily="34" charset="0"/>
              <a:buNone/>
            </a:pPr>
            <a:r>
              <a:rPr lang="en-US" altLang="en-US" sz="1400">
                <a:latin typeface="Calibri" panose="020F0502020204030204" pitchFamily="34" charset="0"/>
              </a:rPr>
              <a:t>    &lt;!-- Define servlets that are included in the example application --&gt;    </a:t>
            </a:r>
          </a:p>
          <a:p>
            <a:pPr>
              <a:lnSpc>
                <a:spcPct val="80000"/>
              </a:lnSpc>
              <a:buClrTx/>
              <a:buSzTx/>
              <a:buFont typeface="Arial" panose="020B0604020202020204" pitchFamily="34" charset="0"/>
              <a:buNone/>
            </a:pPr>
            <a:r>
              <a:rPr lang="en-US" altLang="en-US" sz="1400">
                <a:latin typeface="Calibri" panose="020F0502020204030204" pitchFamily="34" charset="0"/>
              </a:rPr>
              <a:t>    </a:t>
            </a:r>
            <a:r>
              <a:rPr lang="en-US" altLang="en-US" sz="1400" b="1">
                <a:latin typeface="Calibri" panose="020F0502020204030204" pitchFamily="34" charset="0"/>
              </a:rPr>
              <a:t>&lt;servlet&gt;</a:t>
            </a:r>
          </a:p>
          <a:p>
            <a:pPr>
              <a:lnSpc>
                <a:spcPct val="80000"/>
              </a:lnSpc>
              <a:buClrTx/>
              <a:buSzTx/>
              <a:buFont typeface="Arial" panose="020B0604020202020204" pitchFamily="34" charset="0"/>
              <a:buNone/>
            </a:pPr>
            <a:r>
              <a:rPr lang="en-US" altLang="en-US" sz="1400">
                <a:latin typeface="Calibri" panose="020F0502020204030204" pitchFamily="34" charset="0"/>
              </a:rPr>
              <a:t>        &lt;servlet-name&gt;FirstServlet&lt;/servlet-name&gt;</a:t>
            </a:r>
          </a:p>
          <a:p>
            <a:pPr>
              <a:lnSpc>
                <a:spcPct val="80000"/>
              </a:lnSpc>
              <a:buClrTx/>
              <a:buSzTx/>
              <a:buFont typeface="Arial" panose="020B0604020202020204" pitchFamily="34" charset="0"/>
              <a:buNone/>
            </a:pPr>
            <a:r>
              <a:rPr lang="en-US" altLang="en-US" sz="1400">
                <a:latin typeface="Calibri" panose="020F0502020204030204" pitchFamily="34" charset="0"/>
              </a:rPr>
              <a:t>        &lt;servlet-class&gt;FirstServlet&lt;/servlet-class&gt;</a:t>
            </a:r>
          </a:p>
          <a:p>
            <a:pPr>
              <a:lnSpc>
                <a:spcPct val="80000"/>
              </a:lnSpc>
              <a:buClrTx/>
              <a:buSzTx/>
              <a:buFont typeface="Arial" panose="020B0604020202020204" pitchFamily="34" charset="0"/>
              <a:buNone/>
            </a:pPr>
            <a:r>
              <a:rPr lang="en-US" altLang="en-US" sz="1400" b="1">
                <a:latin typeface="Calibri" panose="020F0502020204030204" pitchFamily="34" charset="0"/>
              </a:rPr>
              <a:t>    &lt;/servlet&gt; </a:t>
            </a:r>
            <a:r>
              <a:rPr lang="en-US" altLang="en-US" sz="1400">
                <a:latin typeface="Calibri" panose="020F0502020204030204" pitchFamily="34" charset="0"/>
              </a:rPr>
              <a:t>  </a:t>
            </a:r>
          </a:p>
          <a:p>
            <a:pPr>
              <a:lnSpc>
                <a:spcPct val="80000"/>
              </a:lnSpc>
              <a:buClrTx/>
              <a:buSzTx/>
              <a:buFont typeface="Arial" panose="020B0604020202020204" pitchFamily="34" charset="0"/>
              <a:buNone/>
            </a:pPr>
            <a:r>
              <a:rPr lang="en-US" altLang="en-US" sz="1400">
                <a:latin typeface="Calibri" panose="020F0502020204030204" pitchFamily="34" charset="0"/>
              </a:rPr>
              <a:t>    </a:t>
            </a:r>
          </a:p>
          <a:p>
            <a:pPr>
              <a:lnSpc>
                <a:spcPct val="80000"/>
              </a:lnSpc>
              <a:buClrTx/>
              <a:buSzTx/>
              <a:buFont typeface="Arial" panose="020B0604020202020204" pitchFamily="34" charset="0"/>
              <a:buNone/>
            </a:pPr>
            <a:r>
              <a:rPr lang="en-US" altLang="en-US" sz="1400" b="1">
                <a:latin typeface="Calibri" panose="020F0502020204030204" pitchFamily="34" charset="0"/>
              </a:rPr>
              <a:t>    &lt;servlet-mapping&gt;</a:t>
            </a:r>
          </a:p>
          <a:p>
            <a:pPr>
              <a:lnSpc>
                <a:spcPct val="80000"/>
              </a:lnSpc>
              <a:buClrTx/>
              <a:buSzTx/>
              <a:buFont typeface="Arial" panose="020B0604020202020204" pitchFamily="34" charset="0"/>
              <a:buNone/>
            </a:pPr>
            <a:r>
              <a:rPr lang="en-US" altLang="en-US" sz="1400">
                <a:latin typeface="Calibri" panose="020F0502020204030204" pitchFamily="34" charset="0"/>
              </a:rPr>
              <a:t>        &lt;servlet-name&gt;FirstServlet&lt;/servlet-name&gt;</a:t>
            </a:r>
          </a:p>
          <a:p>
            <a:pPr>
              <a:lnSpc>
                <a:spcPct val="80000"/>
              </a:lnSpc>
              <a:buClrTx/>
              <a:buSzTx/>
              <a:buFont typeface="Arial" panose="020B0604020202020204" pitchFamily="34" charset="0"/>
              <a:buNone/>
            </a:pPr>
            <a:r>
              <a:rPr lang="en-US" altLang="en-US" sz="1400">
                <a:latin typeface="Calibri" panose="020F0502020204030204" pitchFamily="34" charset="0"/>
              </a:rPr>
              <a:t>        &lt;url-pattern&gt;/FirstServlet&lt;/url-pattern&gt;</a:t>
            </a:r>
          </a:p>
          <a:p>
            <a:pPr>
              <a:lnSpc>
                <a:spcPct val="80000"/>
              </a:lnSpc>
              <a:buClrTx/>
              <a:buSzTx/>
              <a:buFont typeface="Arial" panose="020B0604020202020204" pitchFamily="34" charset="0"/>
              <a:buNone/>
            </a:pPr>
            <a:r>
              <a:rPr lang="en-US" altLang="en-US" sz="1400" b="1">
                <a:latin typeface="Calibri" panose="020F0502020204030204" pitchFamily="34" charset="0"/>
              </a:rPr>
              <a:t>    &lt;/servlet-mapping&gt;  </a:t>
            </a:r>
            <a:r>
              <a:rPr lang="en-US" altLang="en-US" sz="1400">
                <a:latin typeface="Calibri" panose="020F0502020204030204" pitchFamily="34" charset="0"/>
              </a:rPr>
              <a:t>  </a:t>
            </a:r>
          </a:p>
          <a:p>
            <a:pPr>
              <a:lnSpc>
                <a:spcPct val="80000"/>
              </a:lnSpc>
              <a:buClrTx/>
              <a:buSzTx/>
              <a:buFont typeface="Arial" panose="020B0604020202020204" pitchFamily="34" charset="0"/>
              <a:buNone/>
            </a:pPr>
            <a:r>
              <a:rPr lang="en-US" altLang="en-US" sz="1400">
                <a:latin typeface="Calibri" panose="020F0502020204030204" pitchFamily="34" charset="0"/>
              </a:rPr>
              <a:t>&lt;/web-app&gt;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Footer Placeholder 4">
            <a:extLst>
              <a:ext uri="{FF2B5EF4-FFF2-40B4-BE49-F238E27FC236}">
                <a16:creationId xmlns:a16="http://schemas.microsoft.com/office/drawing/2014/main" id="{59DFF7BC-D9B6-1C7D-72F9-D235292A8535}"/>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latin typeface="Arial" panose="020B0604020202020204" pitchFamily="34" charset="0"/>
              </a:rPr>
              <a:t>AdvJ Session1,2 –Servlet, Web application</a:t>
            </a:r>
          </a:p>
        </p:txBody>
      </p:sp>
      <p:sp>
        <p:nvSpPr>
          <p:cNvPr id="44035" name="Slide Number Placeholder 5">
            <a:extLst>
              <a:ext uri="{FF2B5EF4-FFF2-40B4-BE49-F238E27FC236}">
                <a16:creationId xmlns:a16="http://schemas.microsoft.com/office/drawing/2014/main" id="{DAC17A38-E81F-4265-395B-C38DA585AB5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563036A-2943-4C72-91A5-D03FA1EEF81A}" type="slidenum">
              <a:rPr lang="en-US" altLang="en-US" sz="1200" smtClean="0">
                <a:solidFill>
                  <a:srgbClr val="898989"/>
                </a:solidFill>
                <a:latin typeface="Arial" panose="020B0604020202020204" pitchFamily="34" charset="0"/>
              </a:rPr>
              <a:pPr>
                <a:spcBef>
                  <a:spcPct val="0"/>
                </a:spcBef>
                <a:buFontTx/>
                <a:buNone/>
              </a:pPr>
              <a:t>39</a:t>
            </a:fld>
            <a:r>
              <a:rPr lang="en-US" altLang="en-US" sz="1200">
                <a:solidFill>
                  <a:srgbClr val="898989"/>
                </a:solidFill>
                <a:latin typeface="Arial" panose="020B0604020202020204" pitchFamily="34" charset="0"/>
              </a:rPr>
              <a:t>/41</a:t>
            </a:r>
          </a:p>
        </p:txBody>
      </p:sp>
      <p:sp>
        <p:nvSpPr>
          <p:cNvPr id="44036" name="Rectangle 2">
            <a:extLst>
              <a:ext uri="{FF2B5EF4-FFF2-40B4-BE49-F238E27FC236}">
                <a16:creationId xmlns:a16="http://schemas.microsoft.com/office/drawing/2014/main" id="{FF676942-80A7-D158-1DD6-F4C476B53E24}"/>
              </a:ext>
            </a:extLst>
          </p:cNvPr>
          <p:cNvSpPr>
            <a:spLocks noGrp="1"/>
          </p:cNvSpPr>
          <p:nvPr>
            <p:ph type="title"/>
          </p:nvPr>
        </p:nvSpPr>
        <p:spPr/>
        <p:txBody>
          <a:bodyPr/>
          <a:lstStyle/>
          <a:p>
            <a:r>
              <a:rPr lang="en-US" altLang="en-US" b="1">
                <a:latin typeface="Calibri" panose="020F0502020204030204" pitchFamily="34" charset="0"/>
              </a:rPr>
              <a:t>Welcome Files</a:t>
            </a:r>
            <a:endParaRPr lang="en-US" altLang="en-US">
              <a:latin typeface="Calibri" panose="020F0502020204030204" pitchFamily="34" charset="0"/>
            </a:endParaRPr>
          </a:p>
        </p:txBody>
      </p:sp>
      <p:sp>
        <p:nvSpPr>
          <p:cNvPr id="44037" name="Rectangle 3">
            <a:extLst>
              <a:ext uri="{FF2B5EF4-FFF2-40B4-BE49-F238E27FC236}">
                <a16:creationId xmlns:a16="http://schemas.microsoft.com/office/drawing/2014/main" id="{713ABC38-E72E-D359-977E-64F6431C44F6}"/>
              </a:ext>
            </a:extLst>
          </p:cNvPr>
          <p:cNvSpPr>
            <a:spLocks noGrp="1"/>
          </p:cNvSpPr>
          <p:nvPr>
            <p:ph type="body" idx="1"/>
          </p:nvPr>
        </p:nvSpPr>
        <p:spPr/>
        <p:txBody>
          <a:bodyPr/>
          <a:lstStyle/>
          <a:p>
            <a:pPr>
              <a:buClrTx/>
              <a:buSzTx/>
              <a:buFont typeface="Arial" panose="020B0604020202020204" pitchFamily="34" charset="0"/>
              <a:buNone/>
            </a:pPr>
            <a:r>
              <a:rPr lang="en-US" altLang="en-US" sz="2400">
                <a:latin typeface="Calibri" panose="020F0502020204030204" pitchFamily="34" charset="0"/>
              </a:rPr>
              <a:t>&lt;welcome-file-list&gt;</a:t>
            </a:r>
          </a:p>
          <a:p>
            <a:pPr lvl="1">
              <a:buFont typeface="Arial" panose="020B0604020202020204" pitchFamily="34" charset="0"/>
              <a:buNone/>
            </a:pPr>
            <a:r>
              <a:rPr lang="en-US" altLang="en-US" sz="2000"/>
              <a:t>&lt;welcome-file&gt;index.html&lt;/welcome-file&gt;</a:t>
            </a:r>
          </a:p>
          <a:p>
            <a:pPr lvl="1">
              <a:buFont typeface="Arial" panose="020B0604020202020204" pitchFamily="34" charset="0"/>
              <a:buNone/>
            </a:pPr>
            <a:r>
              <a:rPr lang="en-US" altLang="en-US" sz="2000"/>
              <a:t>&lt;welcome-file&gt;index.jsp&lt;/welcome-file&gt;</a:t>
            </a:r>
          </a:p>
          <a:p>
            <a:pPr lvl="1">
              <a:buFont typeface="Arial" panose="020B0604020202020204" pitchFamily="34" charset="0"/>
              <a:buNone/>
            </a:pPr>
            <a:r>
              <a:rPr lang="en-US" altLang="en-US" sz="2000"/>
              <a:t>&lt;welcome-file&gt;mainlibrary/catalog.jsp&lt;/welcome-file&gt;</a:t>
            </a:r>
          </a:p>
          <a:p>
            <a:pPr>
              <a:buClrTx/>
              <a:buSzTx/>
              <a:buFont typeface="Arial" panose="020B0604020202020204" pitchFamily="34" charset="0"/>
              <a:buNone/>
            </a:pPr>
            <a:r>
              <a:rPr lang="en-US" altLang="en-US" sz="2400">
                <a:latin typeface="Calibri" panose="020F0502020204030204" pitchFamily="34" charset="0"/>
              </a:rPr>
              <a:t>&lt;/welcome-file-list&gt;</a:t>
            </a:r>
          </a:p>
          <a:p>
            <a:pPr>
              <a:buClrTx/>
              <a:buSzTx/>
              <a:buFont typeface="Arial" panose="020B0604020202020204" pitchFamily="34" charset="0"/>
              <a:buNone/>
            </a:pPr>
            <a:endParaRPr lang="en-US" altLang="en-US" sz="2400">
              <a:latin typeface="Calibri" panose="020F0502020204030204"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Footer Placeholder 4">
            <a:extLst>
              <a:ext uri="{FF2B5EF4-FFF2-40B4-BE49-F238E27FC236}">
                <a16:creationId xmlns:a16="http://schemas.microsoft.com/office/drawing/2014/main" id="{E0E03C2E-C56A-6DF1-5D42-43889089F70E}"/>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latin typeface="Arial" panose="020B0604020202020204" pitchFamily="34" charset="0"/>
              </a:rPr>
              <a:t>AdvJ Session1,2 –Servlet, Web application</a:t>
            </a:r>
          </a:p>
        </p:txBody>
      </p:sp>
      <p:sp>
        <p:nvSpPr>
          <p:cNvPr id="45059" name="Slide Number Placeholder 5">
            <a:extLst>
              <a:ext uri="{FF2B5EF4-FFF2-40B4-BE49-F238E27FC236}">
                <a16:creationId xmlns:a16="http://schemas.microsoft.com/office/drawing/2014/main" id="{274FDECF-42AA-9781-F7A7-8859E5F33F3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BF92F2D-9955-4F29-9BC4-F0896D1993BF}" type="slidenum">
              <a:rPr lang="en-US" altLang="en-US" sz="1200" smtClean="0">
                <a:solidFill>
                  <a:srgbClr val="898989"/>
                </a:solidFill>
                <a:latin typeface="Arial" panose="020B0604020202020204" pitchFamily="34" charset="0"/>
              </a:rPr>
              <a:pPr>
                <a:spcBef>
                  <a:spcPct val="0"/>
                </a:spcBef>
                <a:buFontTx/>
                <a:buNone/>
              </a:pPr>
              <a:t>40</a:t>
            </a:fld>
            <a:r>
              <a:rPr lang="en-US" altLang="en-US" sz="1200">
                <a:solidFill>
                  <a:srgbClr val="898989"/>
                </a:solidFill>
                <a:latin typeface="Arial" panose="020B0604020202020204" pitchFamily="34" charset="0"/>
              </a:rPr>
              <a:t>/41</a:t>
            </a:r>
          </a:p>
        </p:txBody>
      </p:sp>
      <p:sp>
        <p:nvSpPr>
          <p:cNvPr id="45060" name="Rectangle 2">
            <a:extLst>
              <a:ext uri="{FF2B5EF4-FFF2-40B4-BE49-F238E27FC236}">
                <a16:creationId xmlns:a16="http://schemas.microsoft.com/office/drawing/2014/main" id="{992EFC84-6204-745A-195D-0C2961BBE419}"/>
              </a:ext>
            </a:extLst>
          </p:cNvPr>
          <p:cNvSpPr>
            <a:spLocks noGrp="1"/>
          </p:cNvSpPr>
          <p:nvPr>
            <p:ph type="title"/>
          </p:nvPr>
        </p:nvSpPr>
        <p:spPr/>
        <p:txBody>
          <a:bodyPr/>
          <a:lstStyle/>
          <a:p>
            <a:r>
              <a:rPr lang="en-US" altLang="en-US" sz="4000" b="1">
                <a:latin typeface="Calibri" panose="020F0502020204030204" pitchFamily="34" charset="0"/>
              </a:rPr>
              <a:t>Packaging Your Web Application</a:t>
            </a:r>
            <a:br>
              <a:rPr lang="en-US" altLang="en-US" sz="4000">
                <a:latin typeface="Calibri" panose="020F0502020204030204" pitchFamily="34" charset="0"/>
              </a:rPr>
            </a:br>
            <a:endParaRPr lang="en-US" altLang="en-US" sz="4000">
              <a:latin typeface="Calibri" panose="020F0502020204030204" pitchFamily="34" charset="0"/>
            </a:endParaRPr>
          </a:p>
        </p:txBody>
      </p:sp>
      <p:sp>
        <p:nvSpPr>
          <p:cNvPr id="45061" name="Rectangle 3">
            <a:extLst>
              <a:ext uri="{FF2B5EF4-FFF2-40B4-BE49-F238E27FC236}">
                <a16:creationId xmlns:a16="http://schemas.microsoft.com/office/drawing/2014/main" id="{DD96E4C5-5C17-1E90-382B-D9561C5B648A}"/>
              </a:ext>
            </a:extLst>
          </p:cNvPr>
          <p:cNvSpPr>
            <a:spLocks noGrp="1"/>
          </p:cNvSpPr>
          <p:nvPr>
            <p:ph type="body" idx="1"/>
          </p:nvPr>
        </p:nvSpPr>
        <p:spPr/>
        <p:txBody>
          <a:bodyPr/>
          <a:lstStyle/>
          <a:p>
            <a:pPr>
              <a:lnSpc>
                <a:spcPct val="90000"/>
              </a:lnSpc>
              <a:buClrTx/>
              <a:buSzTx/>
              <a:buFont typeface="Arial" panose="020B0604020202020204" pitchFamily="34" charset="0"/>
              <a:buChar char="•"/>
            </a:pPr>
            <a:r>
              <a:rPr lang="en-US" altLang="en-US" b="1">
                <a:latin typeface="Calibri" panose="020F0502020204030204" pitchFamily="34" charset="0"/>
              </a:rPr>
              <a:t>A WAR Is Not a JAR</a:t>
            </a:r>
            <a:endParaRPr lang="en-US" altLang="en-US">
              <a:latin typeface="Calibri" panose="020F0502020204030204" pitchFamily="34" charset="0"/>
            </a:endParaRPr>
          </a:p>
          <a:p>
            <a:pPr lvl="1">
              <a:lnSpc>
                <a:spcPct val="90000"/>
              </a:lnSpc>
            </a:pPr>
            <a:r>
              <a:rPr lang="en-US" altLang="en-US"/>
              <a:t>Although a WAR fi le can be produced in the same way as a JAR fi le, and has the same underlying fi le format, it is different. The most obvious difference is the file extension naming convention: .jar for Java ARchive, and .war for Web (Application) ARchive.</a:t>
            </a:r>
          </a:p>
          <a:p>
            <a:pPr lvl="1">
              <a:lnSpc>
                <a:spcPct val="90000"/>
              </a:lnSpc>
            </a:pPr>
            <a:r>
              <a:rPr lang="en-US" altLang="en-US"/>
              <a:t>WARs are packaged for a different purpose: to make it as easy as possible for a web container to deploy an application.</a:t>
            </a:r>
          </a:p>
          <a:p>
            <a:pPr lvl="1">
              <a:lnSpc>
                <a:spcPct val="90000"/>
              </a:lnSpc>
            </a:pPr>
            <a:endParaRPr lang="en-US"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Footer Placeholder 4">
            <a:extLst>
              <a:ext uri="{FF2B5EF4-FFF2-40B4-BE49-F238E27FC236}">
                <a16:creationId xmlns:a16="http://schemas.microsoft.com/office/drawing/2014/main" id="{68D08657-7A76-BE0F-6810-E7AAAC613F66}"/>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latin typeface="Arial" panose="020B0604020202020204" pitchFamily="34" charset="0"/>
              </a:rPr>
              <a:t>AdvJ Session1,2 –Servlet, Web application</a:t>
            </a:r>
          </a:p>
        </p:txBody>
      </p:sp>
      <p:sp>
        <p:nvSpPr>
          <p:cNvPr id="46083" name="Slide Number Placeholder 5">
            <a:extLst>
              <a:ext uri="{FF2B5EF4-FFF2-40B4-BE49-F238E27FC236}">
                <a16:creationId xmlns:a16="http://schemas.microsoft.com/office/drawing/2014/main" id="{9D1B1CAC-82BE-232A-CAFE-E1AA2BA690B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565D996-F843-4D5C-9DA0-5A2F3A5B7965}" type="slidenum">
              <a:rPr lang="en-US" altLang="en-US" sz="1200" smtClean="0">
                <a:solidFill>
                  <a:srgbClr val="898989"/>
                </a:solidFill>
                <a:latin typeface="Arial" panose="020B0604020202020204" pitchFamily="34" charset="0"/>
              </a:rPr>
              <a:pPr>
                <a:spcBef>
                  <a:spcPct val="0"/>
                </a:spcBef>
                <a:buFontTx/>
                <a:buNone/>
              </a:pPr>
              <a:t>41</a:t>
            </a:fld>
            <a:r>
              <a:rPr lang="en-US" altLang="en-US" sz="1200">
                <a:solidFill>
                  <a:srgbClr val="898989"/>
                </a:solidFill>
                <a:latin typeface="Arial" panose="020B0604020202020204" pitchFamily="34" charset="0"/>
              </a:rPr>
              <a:t>/41</a:t>
            </a:r>
          </a:p>
        </p:txBody>
      </p:sp>
      <p:sp>
        <p:nvSpPr>
          <p:cNvPr id="46084" name="Rectangle 2">
            <a:extLst>
              <a:ext uri="{FF2B5EF4-FFF2-40B4-BE49-F238E27FC236}">
                <a16:creationId xmlns:a16="http://schemas.microsoft.com/office/drawing/2014/main" id="{EA68382C-60C9-F11A-7CC0-23094E3BBFB4}"/>
              </a:ext>
            </a:extLst>
          </p:cNvPr>
          <p:cNvSpPr>
            <a:spLocks noGrp="1"/>
          </p:cNvSpPr>
          <p:nvPr>
            <p:ph type="title"/>
          </p:nvPr>
        </p:nvSpPr>
        <p:spPr/>
        <p:txBody>
          <a:bodyPr/>
          <a:lstStyle/>
          <a:p>
            <a:r>
              <a:rPr lang="en-US" altLang="en-US">
                <a:latin typeface="Calibri" panose="020F0502020204030204" pitchFamily="34" charset="0"/>
              </a:rPr>
              <a:t>WAR file</a:t>
            </a:r>
          </a:p>
        </p:txBody>
      </p:sp>
      <p:sp>
        <p:nvSpPr>
          <p:cNvPr id="46085" name="Rectangle 3">
            <a:extLst>
              <a:ext uri="{FF2B5EF4-FFF2-40B4-BE49-F238E27FC236}">
                <a16:creationId xmlns:a16="http://schemas.microsoft.com/office/drawing/2014/main" id="{4FBD2586-7DD3-E48F-4BC5-32416E869A54}"/>
              </a:ext>
            </a:extLst>
          </p:cNvPr>
          <p:cNvSpPr>
            <a:spLocks noGrp="1"/>
          </p:cNvSpPr>
          <p:nvPr>
            <p:ph type="body" idx="1"/>
          </p:nvPr>
        </p:nvSpPr>
        <p:spPr/>
        <p:txBody>
          <a:bodyPr/>
          <a:lstStyle/>
          <a:p>
            <a:pPr>
              <a:buClrTx/>
              <a:buSzTx/>
              <a:buFont typeface="Arial" panose="020B0604020202020204" pitchFamily="34" charset="0"/>
              <a:buChar char="•"/>
            </a:pPr>
            <a:r>
              <a:rPr lang="en-US" altLang="en-US" sz="2800">
                <a:latin typeface="Calibri" panose="020F0502020204030204" pitchFamily="34" charset="0"/>
              </a:rPr>
              <a:t>Several web containers have automatic deployment mechanisms. </a:t>
            </a:r>
          </a:p>
          <a:p>
            <a:pPr>
              <a:buClrTx/>
              <a:buSzTx/>
              <a:buFont typeface="Arial" panose="020B0604020202020204" pitchFamily="34" charset="0"/>
              <a:buChar char="•"/>
            </a:pPr>
            <a:r>
              <a:rPr lang="en-US" altLang="en-US" sz="2800">
                <a:latin typeface="Calibri" panose="020F0502020204030204" pitchFamily="34" charset="0"/>
              </a:rPr>
              <a:t>The server recommended for this course—Tomcat 7.x or Glassfish 4.x—has a “</a:t>
            </a:r>
            <a:r>
              <a:rPr lang="en-US" altLang="en-US" sz="2800" b="1">
                <a:latin typeface="Calibri" panose="020F0502020204030204" pitchFamily="34" charset="0"/>
              </a:rPr>
              <a:t>webapps</a:t>
            </a:r>
            <a:r>
              <a:rPr lang="en-US" altLang="en-US" sz="2800">
                <a:latin typeface="Calibri" panose="020F0502020204030204" pitchFamily="34" charset="0"/>
              </a:rPr>
              <a:t>” directory.</a:t>
            </a:r>
          </a:p>
          <a:p>
            <a:pPr lvl="1">
              <a:buFont typeface="Arial" panose="020B0604020202020204" pitchFamily="34" charset="0"/>
              <a:buChar char="•"/>
            </a:pPr>
            <a:r>
              <a:rPr lang="en-US" altLang="en-US" sz="2400">
                <a:cs typeface="Arial" panose="020B0604020202020204" pitchFamily="34" charset="0"/>
              </a:rPr>
              <a:t>Place a WAR file in this directory, and Tomcat (by default) will un-jar the contents into the file system under the </a:t>
            </a:r>
            <a:r>
              <a:rPr lang="en-US" altLang="en-US" sz="2400" b="1">
                <a:cs typeface="Arial" panose="020B0604020202020204" pitchFamily="34" charset="0"/>
              </a:rPr>
              <a:t>webapps</a:t>
            </a:r>
            <a:r>
              <a:rPr lang="en-US" altLang="en-US" sz="2400">
                <a:cs typeface="Arial" panose="020B0604020202020204" pitchFamily="34" charset="0"/>
              </a:rPr>
              <a:t> directory. </a:t>
            </a:r>
          </a:p>
          <a:p>
            <a:pPr lvl="1">
              <a:buFont typeface="Arial" panose="020B0604020202020204" pitchFamily="34" charset="0"/>
              <a:buChar char="•"/>
            </a:pPr>
            <a:r>
              <a:rPr lang="en-US" altLang="en-US" sz="2400">
                <a:cs typeface="Arial" panose="020B0604020202020204" pitchFamily="34" charset="0"/>
              </a:rPr>
              <a:t>a </a:t>
            </a:r>
            <a:r>
              <a:rPr lang="en-US" altLang="en-US" sz="2400" b="1">
                <a:cs typeface="Arial" panose="020B0604020202020204" pitchFamily="34" charset="0"/>
              </a:rPr>
              <a:t>context root </a:t>
            </a:r>
            <a:r>
              <a:rPr lang="en-US" altLang="en-US" sz="2400">
                <a:cs typeface="Arial" panose="020B0604020202020204" pitchFamily="34" charset="0"/>
              </a:rPr>
              <a:t>directory is the same </a:t>
            </a:r>
            <a:r>
              <a:rPr lang="en-US" altLang="en-US" sz="2400" b="1">
                <a:cs typeface="Arial" panose="020B0604020202020204" pitchFamily="34" charset="0"/>
              </a:rPr>
              <a:t>name as the WAR file </a:t>
            </a:r>
            <a:r>
              <a:rPr lang="en-US" altLang="en-US" sz="2400">
                <a:cs typeface="Arial" panose="020B0604020202020204" pitchFamily="34" charset="0"/>
              </a:rPr>
              <a:t>(but without the .war extension)— then makes the application available for use.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Footer Placeholder 4">
            <a:extLst>
              <a:ext uri="{FF2B5EF4-FFF2-40B4-BE49-F238E27FC236}">
                <a16:creationId xmlns:a16="http://schemas.microsoft.com/office/drawing/2014/main" id="{99DA9E24-CB0D-4275-97FB-C5AB5E0ED167}"/>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latin typeface="Arial" panose="020B0604020202020204" pitchFamily="34" charset="0"/>
              </a:rPr>
              <a:t>AdvJ Session1,2 –Servlet, Web application</a:t>
            </a:r>
          </a:p>
        </p:txBody>
      </p:sp>
      <p:sp>
        <p:nvSpPr>
          <p:cNvPr id="47107" name="Slide Number Placeholder 5">
            <a:extLst>
              <a:ext uri="{FF2B5EF4-FFF2-40B4-BE49-F238E27FC236}">
                <a16:creationId xmlns:a16="http://schemas.microsoft.com/office/drawing/2014/main" id="{BF894D43-6E83-9BEC-87C7-17FA459AB0E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7D887AB-BFEC-4EF8-B059-AC9D05D588F8}" type="slidenum">
              <a:rPr lang="en-US" altLang="en-US" sz="1200" smtClean="0">
                <a:solidFill>
                  <a:srgbClr val="898989"/>
                </a:solidFill>
                <a:latin typeface="Arial" panose="020B0604020202020204" pitchFamily="34" charset="0"/>
              </a:rPr>
              <a:pPr>
                <a:spcBef>
                  <a:spcPct val="0"/>
                </a:spcBef>
                <a:buFontTx/>
                <a:buNone/>
              </a:pPr>
              <a:t>42</a:t>
            </a:fld>
            <a:r>
              <a:rPr lang="en-US" altLang="en-US" sz="1200">
                <a:solidFill>
                  <a:srgbClr val="898989"/>
                </a:solidFill>
                <a:latin typeface="Arial" panose="020B0604020202020204" pitchFamily="34" charset="0"/>
              </a:rPr>
              <a:t>/41</a:t>
            </a:r>
          </a:p>
        </p:txBody>
      </p:sp>
      <p:sp>
        <p:nvSpPr>
          <p:cNvPr id="47108" name="Rectangle 2">
            <a:extLst>
              <a:ext uri="{FF2B5EF4-FFF2-40B4-BE49-F238E27FC236}">
                <a16:creationId xmlns:a16="http://schemas.microsoft.com/office/drawing/2014/main" id="{17CD1F69-1122-9034-4518-8DFF7B5BD007}"/>
              </a:ext>
            </a:extLst>
          </p:cNvPr>
          <p:cNvSpPr>
            <a:spLocks noGrp="1"/>
          </p:cNvSpPr>
          <p:nvPr>
            <p:ph type="title"/>
          </p:nvPr>
        </p:nvSpPr>
        <p:spPr/>
        <p:txBody>
          <a:bodyPr/>
          <a:lstStyle/>
          <a:p>
            <a:r>
              <a:rPr lang="en-US" altLang="en-US">
                <a:latin typeface="Calibri" panose="020F0502020204030204" pitchFamily="34" charset="0"/>
              </a:rPr>
              <a:t>War file demo</a:t>
            </a:r>
          </a:p>
        </p:txBody>
      </p:sp>
      <p:sp>
        <p:nvSpPr>
          <p:cNvPr id="47109" name="Rectangle 3">
            <a:extLst>
              <a:ext uri="{FF2B5EF4-FFF2-40B4-BE49-F238E27FC236}">
                <a16:creationId xmlns:a16="http://schemas.microsoft.com/office/drawing/2014/main" id="{EDEB02DA-41A9-89D2-DC99-01B1450BFBC8}"/>
              </a:ext>
            </a:extLst>
          </p:cNvPr>
          <p:cNvSpPr>
            <a:spLocks noGrp="1"/>
          </p:cNvSpPr>
          <p:nvPr>
            <p:ph type="body" idx="1"/>
          </p:nvPr>
        </p:nvSpPr>
        <p:spPr/>
        <p:txBody>
          <a:bodyPr/>
          <a:lstStyle/>
          <a:p>
            <a:pPr>
              <a:buClrTx/>
              <a:buSzTx/>
              <a:buFont typeface="Arial" panose="020B0604020202020204" pitchFamily="34" charset="0"/>
              <a:buChar char="•"/>
            </a:pPr>
            <a:endParaRPr lang="en-US" altLang="en-US">
              <a:latin typeface="Calibri" panose="020F0502020204030204" pitchFamily="34" charset="0"/>
            </a:endParaRPr>
          </a:p>
          <a:p>
            <a:pPr>
              <a:buClrTx/>
              <a:buSzTx/>
              <a:buFont typeface="Arial" panose="020B0604020202020204" pitchFamily="34" charset="0"/>
              <a:buChar char="•"/>
            </a:pPr>
            <a:endParaRPr lang="en-US" altLang="en-US">
              <a:latin typeface="Calibri" panose="020F0502020204030204" pitchFamily="34" charset="0"/>
            </a:endParaRPr>
          </a:p>
          <a:p>
            <a:pPr>
              <a:buClrTx/>
              <a:buSzTx/>
              <a:buFont typeface="Arial" panose="020B0604020202020204" pitchFamily="34" charset="0"/>
              <a:buChar char="•"/>
            </a:pPr>
            <a:endParaRPr lang="en-US" altLang="en-US">
              <a:latin typeface="Calibri" panose="020F0502020204030204" pitchFamily="34" charset="0"/>
            </a:endParaRPr>
          </a:p>
          <a:p>
            <a:pPr algn="ctr">
              <a:buClrTx/>
              <a:buSzTx/>
              <a:buFont typeface="Arial" panose="020B0604020202020204" pitchFamily="34" charset="0"/>
              <a:buNone/>
            </a:pPr>
            <a:r>
              <a:rPr lang="en-US" altLang="en-US">
                <a:latin typeface="Calibri" panose="020F0502020204030204" pitchFamily="34" charset="0"/>
              </a:rPr>
              <a:t>Demo\WarFile\FirstServlet.war</a:t>
            </a:r>
          </a:p>
          <a:p>
            <a:pPr>
              <a:buClrTx/>
              <a:buSzTx/>
              <a:buFont typeface="Arial" panose="020B0604020202020204" pitchFamily="34" charset="0"/>
              <a:buNone/>
            </a:pPr>
            <a:endParaRPr lang="en-US" altLang="en-US">
              <a:latin typeface="Calibri" panose="020F0502020204030204" pitchFamily="3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7A692B10-FC26-B8D4-2D8A-1E76FCF60167}"/>
              </a:ext>
            </a:extLst>
          </p:cNvPr>
          <p:cNvSpPr>
            <a:spLocks noGrp="1"/>
          </p:cNvSpPr>
          <p:nvPr>
            <p:ph type="title"/>
          </p:nvPr>
        </p:nvSpPr>
        <p:spPr/>
        <p:txBody>
          <a:bodyPr/>
          <a:lstStyle/>
          <a:p>
            <a:r>
              <a:rPr lang="en-US" altLang="en-US"/>
              <a:t>Classwork 1</a:t>
            </a:r>
          </a:p>
        </p:txBody>
      </p:sp>
      <p:sp>
        <p:nvSpPr>
          <p:cNvPr id="3" name="Content Placeholder 2">
            <a:extLst>
              <a:ext uri="{FF2B5EF4-FFF2-40B4-BE49-F238E27FC236}">
                <a16:creationId xmlns:a16="http://schemas.microsoft.com/office/drawing/2014/main" id="{013494A7-133E-68F6-A66F-36408DAFFA84}"/>
              </a:ext>
            </a:extLst>
          </p:cNvPr>
          <p:cNvSpPr>
            <a:spLocks noGrp="1"/>
          </p:cNvSpPr>
          <p:nvPr>
            <p:ph idx="1"/>
          </p:nvPr>
        </p:nvSpPr>
        <p:spPr/>
        <p:txBody>
          <a:bodyPr/>
          <a:lstStyle/>
          <a:p>
            <a:pPr>
              <a:defRPr/>
            </a:pPr>
            <a:r>
              <a:rPr lang="en-US" dirty="0"/>
              <a:t>Create a simple Web application that prints out a welcome message based on user’s input in form of </a:t>
            </a:r>
            <a:r>
              <a:rPr lang="en-US" dirty="0" err="1"/>
              <a:t>url</a:t>
            </a:r>
            <a:r>
              <a:rPr lang="en-US" dirty="0"/>
              <a:t> parameters.</a:t>
            </a:r>
          </a:p>
          <a:p>
            <a:pPr>
              <a:defRPr/>
            </a:pPr>
            <a:r>
              <a:rPr lang="en-US" dirty="0"/>
              <a:t>E.g.: http://localhost:8080/first-app/welcome?name=John&amp;color=blue</a:t>
            </a:r>
          </a:p>
        </p:txBody>
      </p:sp>
      <p:sp>
        <p:nvSpPr>
          <p:cNvPr id="48132" name="Date Placeholder 3">
            <a:extLst>
              <a:ext uri="{FF2B5EF4-FFF2-40B4-BE49-F238E27FC236}">
                <a16:creationId xmlns:a16="http://schemas.microsoft.com/office/drawing/2014/main" id="{CAE7522F-C23F-F161-CCC2-78AE2E585E91}"/>
              </a:ext>
            </a:extLst>
          </p:cNvPr>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757BACD-1439-4031-9D4B-BD79FD159380}" type="datetime1">
              <a:rPr lang="en-US" altLang="en-US" sz="1200" smtClean="0">
                <a:solidFill>
                  <a:srgbClr val="898989"/>
                </a:solidFill>
                <a:latin typeface="Arial" panose="020B0604020202020204" pitchFamily="34" charset="0"/>
              </a:rPr>
              <a:pPr>
                <a:spcBef>
                  <a:spcPct val="0"/>
                </a:spcBef>
                <a:buFontTx/>
                <a:buNone/>
              </a:pPr>
              <a:t>5/19/2025</a:t>
            </a:fld>
            <a:endParaRPr lang="en-US" altLang="en-US" sz="1200">
              <a:solidFill>
                <a:srgbClr val="898989"/>
              </a:solidFill>
              <a:latin typeface="Arial" panose="020B0604020202020204" pitchFamily="34" charset="0"/>
            </a:endParaRPr>
          </a:p>
        </p:txBody>
      </p:sp>
      <p:sp>
        <p:nvSpPr>
          <p:cNvPr id="48133" name="Footer Placeholder 4">
            <a:extLst>
              <a:ext uri="{FF2B5EF4-FFF2-40B4-BE49-F238E27FC236}">
                <a16:creationId xmlns:a16="http://schemas.microsoft.com/office/drawing/2014/main" id="{94C28209-FBB8-DA5F-ADED-7A680AF4DE68}"/>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latin typeface="Arial" panose="020B0604020202020204" pitchFamily="34" charset="0"/>
              </a:rPr>
              <a:t>AdvJ Session1,2 –Servlet, Web application</a:t>
            </a:r>
          </a:p>
        </p:txBody>
      </p:sp>
      <p:sp>
        <p:nvSpPr>
          <p:cNvPr id="48134" name="Slide Number Placeholder 5">
            <a:extLst>
              <a:ext uri="{FF2B5EF4-FFF2-40B4-BE49-F238E27FC236}">
                <a16:creationId xmlns:a16="http://schemas.microsoft.com/office/drawing/2014/main" id="{21D90A5F-BF96-11BA-5D44-CCBFBB1C943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DE8C254-B149-4939-8B5F-E11DB9F4C77C}" type="slidenum">
              <a:rPr lang="en-US" altLang="en-US" sz="1200" smtClean="0">
                <a:solidFill>
                  <a:srgbClr val="898989"/>
                </a:solidFill>
                <a:latin typeface="Arial" panose="020B0604020202020204" pitchFamily="34" charset="0"/>
              </a:rPr>
              <a:pPr>
                <a:spcBef>
                  <a:spcPct val="0"/>
                </a:spcBef>
                <a:buFontTx/>
                <a:buNone/>
              </a:pPr>
              <a:t>43</a:t>
            </a:fld>
            <a:r>
              <a:rPr lang="en-US" altLang="en-US" sz="1200">
                <a:solidFill>
                  <a:srgbClr val="898989"/>
                </a:solidFill>
                <a:latin typeface="Arial" panose="020B0604020202020204" pitchFamily="34" charset="0"/>
              </a:rPr>
              <a:t>/41</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a:extLst>
              <a:ext uri="{FF2B5EF4-FFF2-40B4-BE49-F238E27FC236}">
                <a16:creationId xmlns:a16="http://schemas.microsoft.com/office/drawing/2014/main" id="{4406BD27-F6D3-B3B9-0B12-A43A567482A0}"/>
              </a:ext>
            </a:extLst>
          </p:cNvPr>
          <p:cNvSpPr>
            <a:spLocks noGrp="1"/>
          </p:cNvSpPr>
          <p:nvPr>
            <p:ph type="title"/>
          </p:nvPr>
        </p:nvSpPr>
        <p:spPr/>
        <p:txBody>
          <a:bodyPr/>
          <a:lstStyle/>
          <a:p>
            <a:r>
              <a:rPr lang="en-US" altLang="en-US" dirty="0"/>
              <a:t>Classwork 2</a:t>
            </a:r>
          </a:p>
        </p:txBody>
      </p:sp>
      <p:sp>
        <p:nvSpPr>
          <p:cNvPr id="3" name="Content Placeholder 2">
            <a:extLst>
              <a:ext uri="{FF2B5EF4-FFF2-40B4-BE49-F238E27FC236}">
                <a16:creationId xmlns:a16="http://schemas.microsoft.com/office/drawing/2014/main" id="{25244029-E05E-159C-40EB-7381367F8525}"/>
              </a:ext>
            </a:extLst>
          </p:cNvPr>
          <p:cNvSpPr>
            <a:spLocks noGrp="1"/>
          </p:cNvSpPr>
          <p:nvPr>
            <p:ph idx="1"/>
          </p:nvPr>
        </p:nvSpPr>
        <p:spPr/>
        <p:txBody>
          <a:bodyPr/>
          <a:lstStyle/>
          <a:p>
            <a:pPr>
              <a:defRPr/>
            </a:pPr>
            <a:r>
              <a:rPr lang="en-US" dirty="0"/>
              <a:t>URL pattern: /</a:t>
            </a:r>
            <a:r>
              <a:rPr lang="en-US" dirty="0" err="1">
                <a:highlight>
                  <a:srgbClr val="FFFF00"/>
                </a:highlight>
              </a:rPr>
              <a:t>WelcomeApp</a:t>
            </a:r>
            <a:r>
              <a:rPr lang="en-US" dirty="0"/>
              <a:t>/</a:t>
            </a:r>
            <a:r>
              <a:rPr lang="en-US" dirty="0" err="1"/>
              <a:t>factorial.jsp</a:t>
            </a:r>
            <a:endParaRPr lang="en-US" dirty="0"/>
          </a:p>
          <a:p>
            <a:pPr>
              <a:defRPr/>
            </a:pPr>
            <a:r>
              <a:rPr lang="en-US" dirty="0"/>
              <a:t>In your /</a:t>
            </a:r>
            <a:r>
              <a:rPr lang="en-US" dirty="0" err="1"/>
              <a:t>factorial.jsp</a:t>
            </a:r>
            <a:endParaRPr lang="en-US" dirty="0"/>
          </a:p>
          <a:p>
            <a:pPr>
              <a:defRPr/>
            </a:pPr>
            <a:endParaRPr lang="en-US" dirty="0"/>
          </a:p>
          <a:p>
            <a:pPr>
              <a:defRPr/>
            </a:pPr>
            <a:endParaRPr lang="en-US" dirty="0"/>
          </a:p>
          <a:p>
            <a:pPr>
              <a:defRPr/>
            </a:pPr>
            <a:r>
              <a:rPr lang="en-US" dirty="0"/>
              <a:t>Constrains: 1 &lt; n &lt; 21</a:t>
            </a:r>
          </a:p>
          <a:p>
            <a:pPr>
              <a:defRPr/>
            </a:pPr>
            <a:r>
              <a:rPr lang="en-US" dirty="0"/>
              <a:t>If entered n is not a number or violates constrain, output an error, otherwise, do the math.</a:t>
            </a:r>
          </a:p>
          <a:p>
            <a:pPr marL="0" indent="0">
              <a:buFont typeface="Wingdings" pitchFamily="2" charset="2"/>
              <a:buNone/>
              <a:defRPr/>
            </a:pPr>
            <a:endParaRPr lang="en-US" dirty="0"/>
          </a:p>
          <a:p>
            <a:pPr>
              <a:defRPr/>
            </a:pPr>
            <a:endParaRPr lang="en-US" dirty="0"/>
          </a:p>
        </p:txBody>
      </p:sp>
      <p:sp>
        <p:nvSpPr>
          <p:cNvPr id="49156" name="Date Placeholder 3">
            <a:extLst>
              <a:ext uri="{FF2B5EF4-FFF2-40B4-BE49-F238E27FC236}">
                <a16:creationId xmlns:a16="http://schemas.microsoft.com/office/drawing/2014/main" id="{D3B83B3D-0BD6-C099-B887-2EFCD6083593}"/>
              </a:ext>
            </a:extLst>
          </p:cNvPr>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779D09C-4729-4C27-98F4-7A1D0A1BDAFE}" type="datetime1">
              <a:rPr lang="en-US" altLang="en-US" sz="1200" smtClean="0">
                <a:solidFill>
                  <a:srgbClr val="898989"/>
                </a:solidFill>
                <a:latin typeface="Arial" panose="020B0604020202020204" pitchFamily="34" charset="0"/>
              </a:rPr>
              <a:pPr>
                <a:spcBef>
                  <a:spcPct val="0"/>
                </a:spcBef>
                <a:buFontTx/>
                <a:buNone/>
              </a:pPr>
              <a:t>5/19/2025</a:t>
            </a:fld>
            <a:endParaRPr lang="en-US" altLang="en-US" sz="1200">
              <a:solidFill>
                <a:srgbClr val="898989"/>
              </a:solidFill>
              <a:latin typeface="Arial" panose="020B0604020202020204" pitchFamily="34" charset="0"/>
            </a:endParaRPr>
          </a:p>
        </p:txBody>
      </p:sp>
      <p:sp>
        <p:nvSpPr>
          <p:cNvPr id="49157" name="Footer Placeholder 4">
            <a:extLst>
              <a:ext uri="{FF2B5EF4-FFF2-40B4-BE49-F238E27FC236}">
                <a16:creationId xmlns:a16="http://schemas.microsoft.com/office/drawing/2014/main" id="{B913ACCD-88ED-3EB0-69FB-88469175C673}"/>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latin typeface="Arial" panose="020B0604020202020204" pitchFamily="34" charset="0"/>
              </a:rPr>
              <a:t>AdvJ Session1,2 –Servlet, Web application</a:t>
            </a:r>
          </a:p>
        </p:txBody>
      </p:sp>
      <p:sp>
        <p:nvSpPr>
          <p:cNvPr id="49158" name="Slide Number Placeholder 5">
            <a:extLst>
              <a:ext uri="{FF2B5EF4-FFF2-40B4-BE49-F238E27FC236}">
                <a16:creationId xmlns:a16="http://schemas.microsoft.com/office/drawing/2014/main" id="{FF637CD1-EC97-DCAE-78EB-B030270FF41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293EAD6-449C-4ABA-8F0B-AB3F2808810D}" type="slidenum">
              <a:rPr lang="en-US" altLang="en-US" sz="1200" smtClean="0">
                <a:solidFill>
                  <a:srgbClr val="898989"/>
                </a:solidFill>
                <a:latin typeface="Arial" panose="020B0604020202020204" pitchFamily="34" charset="0"/>
              </a:rPr>
              <a:pPr>
                <a:spcBef>
                  <a:spcPct val="0"/>
                </a:spcBef>
                <a:buFontTx/>
                <a:buNone/>
              </a:pPr>
              <a:t>44</a:t>
            </a:fld>
            <a:r>
              <a:rPr lang="en-US" altLang="en-US" sz="1200">
                <a:solidFill>
                  <a:srgbClr val="898989"/>
                </a:solidFill>
                <a:latin typeface="Arial" panose="020B0604020202020204" pitchFamily="34" charset="0"/>
              </a:rPr>
              <a:t>/41</a:t>
            </a:r>
          </a:p>
        </p:txBody>
      </p:sp>
      <p:pic>
        <p:nvPicPr>
          <p:cNvPr id="49159" name="Picture 7">
            <a:extLst>
              <a:ext uri="{FF2B5EF4-FFF2-40B4-BE49-F238E27FC236}">
                <a16:creationId xmlns:a16="http://schemas.microsoft.com/office/drawing/2014/main" id="{ED8FA29A-95C2-92D0-6B70-033E24972A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8237"/>
          <a:stretch>
            <a:fillRect/>
          </a:stretch>
        </p:blipFill>
        <p:spPr bwMode="auto">
          <a:xfrm>
            <a:off x="4800600" y="2178050"/>
            <a:ext cx="3810000" cy="170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CFF7FD34-DCD6-B281-8D1F-904C546BFABB}"/>
              </a:ext>
            </a:extLst>
          </p:cNvPr>
          <p:cNvSpPr>
            <a:spLocks noGrp="1"/>
          </p:cNvSpPr>
          <p:nvPr>
            <p:ph type="title"/>
          </p:nvPr>
        </p:nvSpPr>
        <p:spPr/>
        <p:txBody>
          <a:bodyPr/>
          <a:lstStyle/>
          <a:p>
            <a:r>
              <a:rPr lang="en-US" altLang="en-US"/>
              <a:t>Classwork 3</a:t>
            </a:r>
          </a:p>
        </p:txBody>
      </p:sp>
      <p:sp>
        <p:nvSpPr>
          <p:cNvPr id="3" name="Content Placeholder 2">
            <a:extLst>
              <a:ext uri="{FF2B5EF4-FFF2-40B4-BE49-F238E27FC236}">
                <a16:creationId xmlns:a16="http://schemas.microsoft.com/office/drawing/2014/main" id="{D1373F60-6589-A468-9453-D3286E5E0A2E}"/>
              </a:ext>
            </a:extLst>
          </p:cNvPr>
          <p:cNvSpPr>
            <a:spLocks noGrp="1"/>
          </p:cNvSpPr>
          <p:nvPr>
            <p:ph idx="1"/>
          </p:nvPr>
        </p:nvSpPr>
        <p:spPr/>
        <p:txBody>
          <a:bodyPr/>
          <a:lstStyle/>
          <a:p>
            <a:pPr>
              <a:defRPr/>
            </a:pPr>
            <a:r>
              <a:rPr lang="en-US" dirty="0"/>
              <a:t>URL pattern: /</a:t>
            </a:r>
            <a:r>
              <a:rPr lang="en-US" dirty="0" err="1"/>
              <a:t>WelcomeApp</a:t>
            </a:r>
            <a:r>
              <a:rPr lang="en-US" dirty="0"/>
              <a:t>/reverse-num</a:t>
            </a:r>
          </a:p>
          <a:p>
            <a:pPr>
              <a:defRPr/>
            </a:pPr>
            <a:r>
              <a:rPr lang="en-US" dirty="0"/>
              <a:t>In your /index.html</a:t>
            </a:r>
          </a:p>
          <a:p>
            <a:pPr>
              <a:defRPr/>
            </a:pPr>
            <a:r>
              <a:rPr lang="en-US" dirty="0"/>
              <a:t>Constrain: </a:t>
            </a:r>
          </a:p>
          <a:p>
            <a:pPr marL="0" indent="0">
              <a:buFont typeface="Wingdings" pitchFamily="2" charset="2"/>
              <a:buNone/>
              <a:defRPr/>
            </a:pPr>
            <a:r>
              <a:rPr lang="en-US" dirty="0"/>
              <a:t>	99 &lt; n &lt; 1000</a:t>
            </a:r>
          </a:p>
          <a:p>
            <a:pPr>
              <a:defRPr/>
            </a:pPr>
            <a:r>
              <a:rPr lang="en-US" dirty="0"/>
              <a:t>If entered n is not a (3-digit) number, output an error.</a:t>
            </a:r>
          </a:p>
          <a:p>
            <a:pPr>
              <a:defRPr/>
            </a:pPr>
            <a:r>
              <a:rPr lang="en-US" dirty="0"/>
              <a:t>Otherwise, reverse n.</a:t>
            </a:r>
          </a:p>
          <a:p>
            <a:pPr>
              <a:defRPr/>
            </a:pPr>
            <a:r>
              <a:rPr lang="en-US" dirty="0"/>
              <a:t>Test case: n = 456, reversed n = 654.</a:t>
            </a:r>
          </a:p>
          <a:p>
            <a:pPr>
              <a:defRPr/>
            </a:pPr>
            <a:endParaRPr lang="en-US" dirty="0"/>
          </a:p>
        </p:txBody>
      </p:sp>
      <p:sp>
        <p:nvSpPr>
          <p:cNvPr id="50180" name="Date Placeholder 3">
            <a:extLst>
              <a:ext uri="{FF2B5EF4-FFF2-40B4-BE49-F238E27FC236}">
                <a16:creationId xmlns:a16="http://schemas.microsoft.com/office/drawing/2014/main" id="{F33D3D65-FBC0-9A69-BB1F-91F57348F4EB}"/>
              </a:ext>
            </a:extLst>
          </p:cNvPr>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C863EB6-1F72-4388-A305-7BB1D8FA285E}" type="datetime1">
              <a:rPr lang="en-US" altLang="en-US" sz="1200" smtClean="0">
                <a:solidFill>
                  <a:srgbClr val="898989"/>
                </a:solidFill>
                <a:latin typeface="Arial" panose="020B0604020202020204" pitchFamily="34" charset="0"/>
              </a:rPr>
              <a:pPr>
                <a:spcBef>
                  <a:spcPct val="0"/>
                </a:spcBef>
                <a:buFontTx/>
                <a:buNone/>
              </a:pPr>
              <a:t>5/19/2025</a:t>
            </a:fld>
            <a:endParaRPr lang="en-US" altLang="en-US" sz="1200">
              <a:solidFill>
                <a:srgbClr val="898989"/>
              </a:solidFill>
              <a:latin typeface="Arial" panose="020B0604020202020204" pitchFamily="34" charset="0"/>
            </a:endParaRPr>
          </a:p>
        </p:txBody>
      </p:sp>
      <p:sp>
        <p:nvSpPr>
          <p:cNvPr id="50181" name="Footer Placeholder 4">
            <a:extLst>
              <a:ext uri="{FF2B5EF4-FFF2-40B4-BE49-F238E27FC236}">
                <a16:creationId xmlns:a16="http://schemas.microsoft.com/office/drawing/2014/main" id="{58180025-AC34-D5D6-1794-2F8A7E93BF32}"/>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latin typeface="Arial" panose="020B0604020202020204" pitchFamily="34" charset="0"/>
              </a:rPr>
              <a:t>AdvJ Session1,2 –Servlet, Web application</a:t>
            </a:r>
          </a:p>
        </p:txBody>
      </p:sp>
      <p:sp>
        <p:nvSpPr>
          <p:cNvPr id="50182" name="Slide Number Placeholder 5">
            <a:extLst>
              <a:ext uri="{FF2B5EF4-FFF2-40B4-BE49-F238E27FC236}">
                <a16:creationId xmlns:a16="http://schemas.microsoft.com/office/drawing/2014/main" id="{7E0C292D-D5CC-C868-625E-7547BC962EF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3137BBE-7C14-46A1-AC84-68A6137E35B0}" type="slidenum">
              <a:rPr lang="en-US" altLang="en-US" sz="1200" smtClean="0">
                <a:solidFill>
                  <a:srgbClr val="898989"/>
                </a:solidFill>
                <a:latin typeface="Arial" panose="020B0604020202020204" pitchFamily="34" charset="0"/>
              </a:rPr>
              <a:pPr>
                <a:spcBef>
                  <a:spcPct val="0"/>
                </a:spcBef>
                <a:buFontTx/>
                <a:buNone/>
              </a:pPr>
              <a:t>45</a:t>
            </a:fld>
            <a:r>
              <a:rPr lang="en-US" altLang="en-US" sz="1200">
                <a:solidFill>
                  <a:srgbClr val="898989"/>
                </a:solidFill>
                <a:latin typeface="Arial" panose="020B0604020202020204" pitchFamily="34" charset="0"/>
              </a:rPr>
              <a:t>/41</a:t>
            </a:r>
          </a:p>
        </p:txBody>
      </p:sp>
      <p:pic>
        <p:nvPicPr>
          <p:cNvPr id="50183" name="Picture 9">
            <a:extLst>
              <a:ext uri="{FF2B5EF4-FFF2-40B4-BE49-F238E27FC236}">
                <a16:creationId xmlns:a16="http://schemas.microsoft.com/office/drawing/2014/main" id="{5489EC09-9E02-ADE7-CB92-5749174E7D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0184"/>
          <a:stretch>
            <a:fillRect/>
          </a:stretch>
        </p:blipFill>
        <p:spPr bwMode="auto">
          <a:xfrm>
            <a:off x="4995863" y="2133600"/>
            <a:ext cx="3690937" cy="1506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a:extLst>
              <a:ext uri="{FF2B5EF4-FFF2-40B4-BE49-F238E27FC236}">
                <a16:creationId xmlns:a16="http://schemas.microsoft.com/office/drawing/2014/main" id="{399823D9-77FD-0FE5-0E8D-B34A357FE378}"/>
              </a:ext>
            </a:extLst>
          </p:cNvPr>
          <p:cNvSpPr>
            <a:spLocks noGrp="1"/>
          </p:cNvSpPr>
          <p:nvPr>
            <p:ph type="title"/>
          </p:nvPr>
        </p:nvSpPr>
        <p:spPr/>
        <p:txBody>
          <a:bodyPr/>
          <a:lstStyle/>
          <a:p>
            <a:r>
              <a:rPr lang="en-US" altLang="en-US"/>
              <a:t>Classwork 4</a:t>
            </a:r>
          </a:p>
        </p:txBody>
      </p:sp>
      <p:sp>
        <p:nvSpPr>
          <p:cNvPr id="3" name="Content Placeholder 2">
            <a:extLst>
              <a:ext uri="{FF2B5EF4-FFF2-40B4-BE49-F238E27FC236}">
                <a16:creationId xmlns:a16="http://schemas.microsoft.com/office/drawing/2014/main" id="{435BA93D-6F57-5166-7572-880A71BB132C}"/>
              </a:ext>
            </a:extLst>
          </p:cNvPr>
          <p:cNvSpPr>
            <a:spLocks noGrp="1"/>
          </p:cNvSpPr>
          <p:nvPr>
            <p:ph idx="1"/>
          </p:nvPr>
        </p:nvSpPr>
        <p:spPr/>
        <p:txBody>
          <a:bodyPr/>
          <a:lstStyle/>
          <a:p>
            <a:pPr>
              <a:defRPr/>
            </a:pPr>
            <a:r>
              <a:rPr lang="en-US" dirty="0"/>
              <a:t>URL pattern (where the form sends request to): /</a:t>
            </a:r>
            <a:r>
              <a:rPr lang="en-US" dirty="0" err="1">
                <a:highlight>
                  <a:srgbClr val="FFFF00"/>
                </a:highlight>
              </a:rPr>
              <a:t>WelcomeApp</a:t>
            </a:r>
            <a:r>
              <a:rPr lang="en-US" dirty="0"/>
              <a:t>/magic</a:t>
            </a:r>
          </a:p>
          <a:p>
            <a:pPr>
              <a:defRPr/>
            </a:pPr>
            <a:r>
              <a:rPr lang="en-US" dirty="0"/>
              <a:t>In your /</a:t>
            </a:r>
            <a:r>
              <a:rPr lang="en-US" dirty="0" err="1"/>
              <a:t>numbers.jsp</a:t>
            </a:r>
            <a:endParaRPr lang="en-US" dirty="0"/>
          </a:p>
          <a:p>
            <a:pPr>
              <a:defRPr/>
            </a:pPr>
            <a:r>
              <a:rPr lang="en-US" dirty="0"/>
              <a:t>Combine both </a:t>
            </a:r>
          </a:p>
          <a:p>
            <a:pPr marL="0" indent="0">
              <a:buFont typeface="Wingdings" pitchFamily="2" charset="2"/>
              <a:buNone/>
              <a:defRPr/>
            </a:pPr>
            <a:r>
              <a:rPr lang="en-US" dirty="0"/>
              <a:t>classwork.</a:t>
            </a:r>
          </a:p>
          <a:p>
            <a:pPr>
              <a:defRPr/>
            </a:pPr>
            <a:endParaRPr lang="en-US" dirty="0"/>
          </a:p>
        </p:txBody>
      </p:sp>
      <p:sp>
        <p:nvSpPr>
          <p:cNvPr id="51204" name="Date Placeholder 3">
            <a:extLst>
              <a:ext uri="{FF2B5EF4-FFF2-40B4-BE49-F238E27FC236}">
                <a16:creationId xmlns:a16="http://schemas.microsoft.com/office/drawing/2014/main" id="{78D661C2-747F-F03B-4156-37E4FD49832A}"/>
              </a:ext>
            </a:extLst>
          </p:cNvPr>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DAF7F01-B069-4581-AE1B-7BD0246EC76F}" type="datetime1">
              <a:rPr lang="en-US" altLang="en-US" sz="1200" smtClean="0">
                <a:solidFill>
                  <a:srgbClr val="898989"/>
                </a:solidFill>
                <a:latin typeface="Arial" panose="020B0604020202020204" pitchFamily="34" charset="0"/>
              </a:rPr>
              <a:pPr>
                <a:spcBef>
                  <a:spcPct val="0"/>
                </a:spcBef>
                <a:buFontTx/>
                <a:buNone/>
              </a:pPr>
              <a:t>5/19/2025</a:t>
            </a:fld>
            <a:endParaRPr lang="en-US" altLang="en-US" sz="1200">
              <a:solidFill>
                <a:srgbClr val="898989"/>
              </a:solidFill>
              <a:latin typeface="Arial" panose="020B0604020202020204" pitchFamily="34" charset="0"/>
            </a:endParaRPr>
          </a:p>
        </p:txBody>
      </p:sp>
      <p:sp>
        <p:nvSpPr>
          <p:cNvPr id="51205" name="Footer Placeholder 4">
            <a:extLst>
              <a:ext uri="{FF2B5EF4-FFF2-40B4-BE49-F238E27FC236}">
                <a16:creationId xmlns:a16="http://schemas.microsoft.com/office/drawing/2014/main" id="{3C67A74E-2F8A-CDFA-AD4F-2C68FDE9DFE1}"/>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latin typeface="Arial" panose="020B0604020202020204" pitchFamily="34" charset="0"/>
              </a:rPr>
              <a:t>AdvJ Session1,2 –Servlet, Web application</a:t>
            </a:r>
          </a:p>
        </p:txBody>
      </p:sp>
      <p:sp>
        <p:nvSpPr>
          <p:cNvPr id="51206" name="Slide Number Placeholder 5">
            <a:extLst>
              <a:ext uri="{FF2B5EF4-FFF2-40B4-BE49-F238E27FC236}">
                <a16:creationId xmlns:a16="http://schemas.microsoft.com/office/drawing/2014/main" id="{09CB436C-B274-7CEE-882E-05CB78A25EC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4F74377-F712-40B7-816E-283FDCBDA2AF}" type="slidenum">
              <a:rPr lang="en-US" altLang="en-US" sz="1200" smtClean="0">
                <a:solidFill>
                  <a:srgbClr val="898989"/>
                </a:solidFill>
                <a:latin typeface="Arial" panose="020B0604020202020204" pitchFamily="34" charset="0"/>
              </a:rPr>
              <a:pPr>
                <a:spcBef>
                  <a:spcPct val="0"/>
                </a:spcBef>
                <a:buFontTx/>
                <a:buNone/>
              </a:pPr>
              <a:t>46</a:t>
            </a:fld>
            <a:r>
              <a:rPr lang="en-US" altLang="en-US" sz="1200">
                <a:solidFill>
                  <a:srgbClr val="898989"/>
                </a:solidFill>
                <a:latin typeface="Arial" panose="020B0604020202020204" pitchFamily="34" charset="0"/>
              </a:rPr>
              <a:t>/41</a:t>
            </a:r>
          </a:p>
        </p:txBody>
      </p:sp>
      <p:pic>
        <p:nvPicPr>
          <p:cNvPr id="51207" name="Picture 5">
            <a:extLst>
              <a:ext uri="{FF2B5EF4-FFF2-40B4-BE49-F238E27FC236}">
                <a16:creationId xmlns:a16="http://schemas.microsoft.com/office/drawing/2014/main" id="{ACB5CA06-76B0-2165-4E46-AA9A5F8762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41775" y="3413125"/>
            <a:ext cx="4835525" cy="314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8" name="Picture 7">
            <a:extLst>
              <a:ext uri="{FF2B5EF4-FFF2-40B4-BE49-F238E27FC236}">
                <a16:creationId xmlns:a16="http://schemas.microsoft.com/office/drawing/2014/main" id="{FB937C92-E337-03B3-DADA-E705EA3EDB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6250" y="3516313"/>
            <a:ext cx="4800600" cy="312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Footer Placeholder 4">
            <a:extLst>
              <a:ext uri="{FF2B5EF4-FFF2-40B4-BE49-F238E27FC236}">
                <a16:creationId xmlns:a16="http://schemas.microsoft.com/office/drawing/2014/main" id="{D3B9FBBF-AA02-AF9F-4A2F-FF54660AE915}"/>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latin typeface="Arial" panose="020B0604020202020204" pitchFamily="34" charset="0"/>
              </a:rPr>
              <a:t>AdvJ Session1,2 –Servlet, Web application</a:t>
            </a:r>
          </a:p>
        </p:txBody>
      </p:sp>
      <p:sp>
        <p:nvSpPr>
          <p:cNvPr id="52227" name="Slide Number Placeholder 5">
            <a:extLst>
              <a:ext uri="{FF2B5EF4-FFF2-40B4-BE49-F238E27FC236}">
                <a16:creationId xmlns:a16="http://schemas.microsoft.com/office/drawing/2014/main" id="{BF357C05-3AC5-1990-6093-23F365C5A8D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B062EB1-90EF-48E9-98A0-FAB7E1B4A97F}" type="slidenum">
              <a:rPr lang="en-US" altLang="en-US" sz="1200" smtClean="0">
                <a:solidFill>
                  <a:srgbClr val="898989"/>
                </a:solidFill>
                <a:latin typeface="Arial" panose="020B0604020202020204" pitchFamily="34" charset="0"/>
              </a:rPr>
              <a:pPr>
                <a:spcBef>
                  <a:spcPct val="0"/>
                </a:spcBef>
                <a:buFontTx/>
                <a:buNone/>
              </a:pPr>
              <a:t>47</a:t>
            </a:fld>
            <a:r>
              <a:rPr lang="en-US" altLang="en-US" sz="1200">
                <a:solidFill>
                  <a:srgbClr val="898989"/>
                </a:solidFill>
                <a:latin typeface="Arial" panose="020B0604020202020204" pitchFamily="34" charset="0"/>
              </a:rPr>
              <a:t>/41</a:t>
            </a:r>
          </a:p>
        </p:txBody>
      </p:sp>
      <p:sp>
        <p:nvSpPr>
          <p:cNvPr id="52228" name="Rectangle 2">
            <a:extLst>
              <a:ext uri="{FF2B5EF4-FFF2-40B4-BE49-F238E27FC236}">
                <a16:creationId xmlns:a16="http://schemas.microsoft.com/office/drawing/2014/main" id="{167584D0-7587-714D-ECD9-B2AD7067E8E2}"/>
              </a:ext>
            </a:extLst>
          </p:cNvPr>
          <p:cNvSpPr>
            <a:spLocks noGrp="1"/>
          </p:cNvSpPr>
          <p:nvPr>
            <p:ph type="title"/>
          </p:nvPr>
        </p:nvSpPr>
        <p:spPr>
          <a:xfrm>
            <a:off x="457200" y="274638"/>
            <a:ext cx="8229600" cy="639762"/>
          </a:xfrm>
        </p:spPr>
        <p:txBody>
          <a:bodyPr/>
          <a:lstStyle/>
          <a:p>
            <a:r>
              <a:rPr lang="en-US" altLang="en-US" sz="4000">
                <a:latin typeface="Calibri" panose="020F0502020204030204" pitchFamily="34" charset="0"/>
              </a:rPr>
              <a:t>Summary</a:t>
            </a:r>
          </a:p>
        </p:txBody>
      </p:sp>
      <p:sp>
        <p:nvSpPr>
          <p:cNvPr id="52229" name="Rectangle 3">
            <a:extLst>
              <a:ext uri="{FF2B5EF4-FFF2-40B4-BE49-F238E27FC236}">
                <a16:creationId xmlns:a16="http://schemas.microsoft.com/office/drawing/2014/main" id="{8A1E510E-AF15-7044-57A0-FFA5D020DCB0}"/>
              </a:ext>
            </a:extLst>
          </p:cNvPr>
          <p:cNvSpPr>
            <a:spLocks noGrp="1"/>
          </p:cNvSpPr>
          <p:nvPr>
            <p:ph type="body" idx="1"/>
          </p:nvPr>
        </p:nvSpPr>
        <p:spPr>
          <a:xfrm>
            <a:off x="457200" y="914400"/>
            <a:ext cx="8229600" cy="5334000"/>
          </a:xfrm>
        </p:spPr>
        <p:txBody>
          <a:bodyPr/>
          <a:lstStyle/>
          <a:p>
            <a:pPr>
              <a:lnSpc>
                <a:spcPct val="80000"/>
              </a:lnSpc>
              <a:buClrTx/>
              <a:buSzTx/>
              <a:buFont typeface="Arial" panose="020B0604020202020204" pitchFamily="34" charset="0"/>
              <a:buNone/>
            </a:pPr>
            <a:r>
              <a:rPr lang="en-US" altLang="en-US" sz="1800" b="1">
                <a:latin typeface="Calibri" panose="020F0502020204030204" pitchFamily="34" charset="0"/>
              </a:rPr>
              <a:t>HTML Introduction </a:t>
            </a:r>
          </a:p>
          <a:p>
            <a:pPr>
              <a:lnSpc>
                <a:spcPct val="80000"/>
              </a:lnSpc>
              <a:buClrTx/>
              <a:buSzTx/>
              <a:buFont typeface="Arial" panose="020B0604020202020204" pitchFamily="34" charset="0"/>
              <a:buChar char="•"/>
            </a:pPr>
            <a:r>
              <a:rPr lang="en-US" altLang="en-US" sz="1800">
                <a:latin typeface="Calibri" panose="020F0502020204030204" pitchFamily="34" charset="0"/>
              </a:rPr>
              <a:t>What is HTML? </a:t>
            </a:r>
          </a:p>
          <a:p>
            <a:pPr>
              <a:lnSpc>
                <a:spcPct val="80000"/>
              </a:lnSpc>
              <a:buClrTx/>
              <a:buSzTx/>
              <a:buFont typeface="Arial" panose="020B0604020202020204" pitchFamily="34" charset="0"/>
              <a:buChar char="•"/>
            </a:pPr>
            <a:r>
              <a:rPr lang="en-US" altLang="en-US" sz="1800">
                <a:latin typeface="Calibri" panose="020F0502020204030204" pitchFamily="34" charset="0"/>
              </a:rPr>
              <a:t>HTML Tags </a:t>
            </a:r>
          </a:p>
          <a:p>
            <a:pPr>
              <a:lnSpc>
                <a:spcPct val="80000"/>
              </a:lnSpc>
              <a:buClrTx/>
              <a:buSzTx/>
              <a:buFont typeface="Arial" panose="020B0604020202020204" pitchFamily="34" charset="0"/>
              <a:buChar char="•"/>
            </a:pPr>
            <a:r>
              <a:rPr lang="en-US" altLang="en-US" sz="1800">
                <a:latin typeface="Calibri" panose="020F0502020204030204" pitchFamily="34" charset="0"/>
              </a:rPr>
              <a:t>HTML Documents = Web Pages</a:t>
            </a:r>
          </a:p>
          <a:p>
            <a:pPr>
              <a:lnSpc>
                <a:spcPct val="80000"/>
              </a:lnSpc>
              <a:buClrTx/>
              <a:buSzTx/>
              <a:buFont typeface="Arial" panose="020B0604020202020204" pitchFamily="34" charset="0"/>
              <a:buChar char="•"/>
            </a:pPr>
            <a:r>
              <a:rPr lang="en-US" altLang="en-US" sz="1800">
                <a:latin typeface="Calibri" panose="020F0502020204030204" pitchFamily="34" charset="0"/>
              </a:rPr>
              <a:t>Web browser </a:t>
            </a:r>
          </a:p>
          <a:p>
            <a:pPr>
              <a:lnSpc>
                <a:spcPct val="80000"/>
              </a:lnSpc>
              <a:buClrTx/>
              <a:buSzTx/>
              <a:buFont typeface="Arial" panose="020B0604020202020204" pitchFamily="34" charset="0"/>
              <a:buChar char="•"/>
            </a:pPr>
            <a:r>
              <a:rPr lang="en-US" altLang="en-US" sz="1800">
                <a:latin typeface="Calibri" panose="020F0502020204030204" pitchFamily="34" charset="0"/>
              </a:rPr>
              <a:t>Example</a:t>
            </a:r>
          </a:p>
          <a:p>
            <a:pPr>
              <a:lnSpc>
                <a:spcPct val="80000"/>
              </a:lnSpc>
              <a:buClrTx/>
              <a:buSzTx/>
              <a:buFont typeface="Arial" panose="020B0604020202020204" pitchFamily="34" charset="0"/>
              <a:buNone/>
            </a:pPr>
            <a:r>
              <a:rPr lang="en-US" altLang="en-US" sz="1800" b="1"/>
              <a:t>Servlets</a:t>
            </a:r>
          </a:p>
          <a:p>
            <a:pPr>
              <a:lnSpc>
                <a:spcPct val="80000"/>
              </a:lnSpc>
              <a:buClrTx/>
              <a:buSzTx/>
              <a:buFont typeface="Arial" panose="020B0604020202020204" pitchFamily="34" charset="0"/>
              <a:buChar char="•"/>
            </a:pPr>
            <a:r>
              <a:rPr lang="en-US" altLang="en-US" sz="1800">
                <a:latin typeface="Calibri" panose="020F0502020204030204" pitchFamily="34" charset="0"/>
              </a:rPr>
              <a:t> What a Servlet is and how you can use one. </a:t>
            </a:r>
          </a:p>
          <a:p>
            <a:pPr>
              <a:lnSpc>
                <a:spcPct val="80000"/>
              </a:lnSpc>
              <a:buClrTx/>
              <a:buSzTx/>
              <a:buFont typeface="Arial" panose="020B0604020202020204" pitchFamily="34" charset="0"/>
              <a:buChar char="•"/>
            </a:pPr>
            <a:r>
              <a:rPr lang="en-US" altLang="en-US" sz="1800">
                <a:latin typeface="Calibri" panose="020F0502020204030204" pitchFamily="34" charset="0"/>
              </a:rPr>
              <a:t> How to define and write servlets.</a:t>
            </a:r>
          </a:p>
          <a:p>
            <a:pPr>
              <a:lnSpc>
                <a:spcPct val="80000"/>
              </a:lnSpc>
              <a:buClrTx/>
              <a:buSzTx/>
              <a:buFont typeface="Arial" panose="020B0604020202020204" pitchFamily="34" charset="0"/>
              <a:buChar char="•"/>
            </a:pPr>
            <a:r>
              <a:rPr lang="en-US" altLang="en-US" sz="1800">
                <a:latin typeface="Calibri" panose="020F0502020204030204" pitchFamily="34" charset="0"/>
              </a:rPr>
              <a:t> Basic Servlet Structure.</a:t>
            </a:r>
          </a:p>
          <a:p>
            <a:pPr>
              <a:lnSpc>
                <a:spcPct val="80000"/>
              </a:lnSpc>
              <a:buClrTx/>
              <a:buSzTx/>
              <a:buFont typeface="Arial" panose="020B0604020202020204" pitchFamily="34" charset="0"/>
              <a:buChar char="•"/>
            </a:pPr>
            <a:r>
              <a:rPr lang="en-US" altLang="en-US" sz="1800">
                <a:latin typeface="Calibri" panose="020F0502020204030204" pitchFamily="34" charset="0"/>
              </a:rPr>
              <a:t> Request / Response Headers. </a:t>
            </a:r>
          </a:p>
          <a:p>
            <a:pPr>
              <a:lnSpc>
                <a:spcPct val="80000"/>
              </a:lnSpc>
              <a:buClrTx/>
              <a:buSzTx/>
              <a:buFont typeface="Arial" panose="020B0604020202020204" pitchFamily="34" charset="0"/>
              <a:buChar char="•"/>
            </a:pPr>
            <a:r>
              <a:rPr lang="en-US" altLang="en-US" sz="1800">
                <a:latin typeface="Calibri" panose="020F0502020204030204" pitchFamily="34" charset="0"/>
              </a:rPr>
              <a:t> Handling Form Data.</a:t>
            </a:r>
          </a:p>
          <a:p>
            <a:pPr>
              <a:lnSpc>
                <a:spcPct val="80000"/>
              </a:lnSpc>
              <a:buClrTx/>
              <a:buSzTx/>
              <a:buFont typeface="Arial" panose="020B0604020202020204" pitchFamily="34" charset="0"/>
              <a:buChar char="•"/>
            </a:pPr>
            <a:r>
              <a:rPr lang="en-US" altLang="en-US" sz="1800">
                <a:solidFill>
                  <a:srgbClr val="2119C7"/>
                </a:solidFill>
              </a:rPr>
              <a:t> Java Servlet Specification</a:t>
            </a:r>
          </a:p>
          <a:p>
            <a:pPr>
              <a:lnSpc>
                <a:spcPct val="80000"/>
              </a:lnSpc>
              <a:buClrTx/>
              <a:buSzTx/>
              <a:buFont typeface="Arial" panose="020B0604020202020204" pitchFamily="34" charset="0"/>
              <a:buChar char="•"/>
            </a:pPr>
            <a:r>
              <a:rPr lang="en-US" altLang="en-US" sz="1800">
                <a:solidFill>
                  <a:srgbClr val="2119C7"/>
                </a:solidFill>
              </a:rPr>
              <a:t> Jakarta-tomcat-7.x or Glassfish 4.x</a:t>
            </a:r>
            <a:endParaRPr lang="en-US" altLang="en-US" sz="1800"/>
          </a:p>
          <a:p>
            <a:pPr>
              <a:lnSpc>
                <a:spcPct val="80000"/>
              </a:lnSpc>
              <a:buClrTx/>
              <a:buSzTx/>
              <a:buFont typeface="Arial" panose="020B0604020202020204" pitchFamily="34" charset="0"/>
              <a:buNone/>
            </a:pPr>
            <a:r>
              <a:rPr lang="en-US" altLang="en-US" sz="1800" b="1">
                <a:latin typeface="Calibri" panose="020F0502020204030204" pitchFamily="34" charset="0"/>
              </a:rPr>
              <a:t>Web application</a:t>
            </a:r>
          </a:p>
          <a:p>
            <a:pPr>
              <a:lnSpc>
                <a:spcPct val="80000"/>
              </a:lnSpc>
              <a:buClrTx/>
              <a:buSzTx/>
              <a:buFont typeface="Arial" panose="020B0604020202020204" pitchFamily="34" charset="0"/>
              <a:buChar char="•"/>
            </a:pPr>
            <a:r>
              <a:rPr lang="en-US" altLang="en-US" sz="1800">
                <a:latin typeface="Calibri" panose="020F0502020204030204" pitchFamily="34" charset="0"/>
              </a:rPr>
              <a:t>File and Directory Structure</a:t>
            </a:r>
          </a:p>
          <a:p>
            <a:pPr>
              <a:lnSpc>
                <a:spcPct val="80000"/>
              </a:lnSpc>
              <a:buClrTx/>
              <a:buSzTx/>
              <a:buFont typeface="Arial" panose="020B0604020202020204" pitchFamily="34" charset="0"/>
              <a:buChar char="•"/>
            </a:pPr>
            <a:r>
              <a:rPr lang="en-US" altLang="en-US" sz="1800">
                <a:latin typeface="Calibri" panose="020F0502020204030204" pitchFamily="34" charset="0"/>
              </a:rPr>
              <a:t>Deployment Descriptor Elements</a:t>
            </a:r>
          </a:p>
          <a:p>
            <a:pPr>
              <a:lnSpc>
                <a:spcPct val="80000"/>
              </a:lnSpc>
              <a:buClrTx/>
              <a:buSzTx/>
              <a:buFont typeface="Arial" panose="020B0604020202020204" pitchFamily="34" charset="0"/>
              <a:buChar char="•"/>
            </a:pPr>
            <a:r>
              <a:rPr lang="en-US" altLang="en-US" sz="1800">
                <a:latin typeface="Calibri" panose="020F0502020204030204" pitchFamily="34" charset="0"/>
              </a:rPr>
              <a:t>WAR Files</a:t>
            </a:r>
          </a:p>
          <a:p>
            <a:pPr>
              <a:lnSpc>
                <a:spcPct val="80000"/>
              </a:lnSpc>
              <a:buClrTx/>
              <a:buSzTx/>
              <a:buFont typeface="Arial" panose="020B0604020202020204" pitchFamily="34" charset="0"/>
              <a:buChar char="•"/>
            </a:pPr>
            <a:endParaRPr lang="en-US" altLang="en-US" sz="1800">
              <a:latin typeface="Calibri" panose="020F050202020403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13029</TotalTime>
  <Words>3363</Words>
  <Application>Microsoft Office PowerPoint</Application>
  <PresentationFormat>On-screen Show (4:3)</PresentationFormat>
  <Paragraphs>453</Paragraphs>
  <Slides>47</Slides>
  <Notes>2</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47</vt:i4>
      </vt:variant>
    </vt:vector>
  </HeadingPairs>
  <TitlesOfParts>
    <vt:vector size="54" baseType="lpstr">
      <vt:lpstr>Arial</vt:lpstr>
      <vt:lpstr>Calibri</vt:lpstr>
      <vt:lpstr>Courier New</vt:lpstr>
      <vt:lpstr>Times New Roman</vt:lpstr>
      <vt:lpstr>Verdana</vt:lpstr>
      <vt:lpstr>Wingdings</vt:lpstr>
      <vt:lpstr>Office Theme</vt:lpstr>
      <vt:lpstr>Session 1, Introduction to Basic Java Web Application  </vt:lpstr>
      <vt:lpstr>Objectives</vt:lpstr>
      <vt:lpstr>What is HTML? </vt:lpstr>
      <vt:lpstr>HTML Tags</vt:lpstr>
      <vt:lpstr>HTML Documents = Web Pages </vt:lpstr>
      <vt:lpstr>Web browser </vt:lpstr>
      <vt:lpstr>Web page example</vt:lpstr>
      <vt:lpstr>What a Servlet is</vt:lpstr>
      <vt:lpstr>What a Servlet is...</vt:lpstr>
      <vt:lpstr>Architecture of the Servlet Package</vt:lpstr>
      <vt:lpstr>HTTP Requests</vt:lpstr>
      <vt:lpstr>HTTP Request Sample</vt:lpstr>
      <vt:lpstr>Idempotency and Safety Methods</vt:lpstr>
      <vt:lpstr>HTTP Responses</vt:lpstr>
      <vt:lpstr>HTTP 1.1 Status Codes</vt:lpstr>
      <vt:lpstr>HTTP Response Sample</vt:lpstr>
      <vt:lpstr>A Simple Servlet</vt:lpstr>
      <vt:lpstr>First Sevlet Demo</vt:lpstr>
      <vt:lpstr>The Servlet Life Cycle</vt:lpstr>
      <vt:lpstr>HttpServlet Class</vt:lpstr>
      <vt:lpstr>Request Headers</vt:lpstr>
      <vt:lpstr>Request Headers…</vt:lpstr>
      <vt:lpstr>Show Request Header Demo</vt:lpstr>
      <vt:lpstr>HTTP Response</vt:lpstr>
      <vt:lpstr>HTML Form</vt:lpstr>
      <vt:lpstr>HTML Form Inputs</vt:lpstr>
      <vt:lpstr>HTML Form Inputs..</vt:lpstr>
      <vt:lpstr>The Form's Action Attribute and the Submit Button </vt:lpstr>
      <vt:lpstr>The Form's Action Attribute and the Submit Button…</vt:lpstr>
      <vt:lpstr>The Form's Action Attribute and the Submit Button…</vt:lpstr>
      <vt:lpstr>Form Data</vt:lpstr>
      <vt:lpstr>Web application</vt:lpstr>
      <vt:lpstr>File and Directory Structure</vt:lpstr>
      <vt:lpstr>Special Directories Beneath the Context Root</vt:lpstr>
      <vt:lpstr>Deployment Descriptor Elements</vt:lpstr>
      <vt:lpstr>Overall Structure of the Deployment Descriptor.</vt:lpstr>
      <vt:lpstr>&lt;servlet&gt; and Its Important Subelements</vt:lpstr>
      <vt:lpstr>Deployment Descriptor simple web.xml</vt:lpstr>
      <vt:lpstr>Welcome Files</vt:lpstr>
      <vt:lpstr>Packaging Your Web Application </vt:lpstr>
      <vt:lpstr>WAR file</vt:lpstr>
      <vt:lpstr>War file demo</vt:lpstr>
      <vt:lpstr>Classwork 1</vt:lpstr>
      <vt:lpstr>Classwork 2</vt:lpstr>
      <vt:lpstr>Classwork 3</vt:lpstr>
      <vt:lpstr>Classwork 4</vt:lpstr>
      <vt:lpstr>Summary</vt:lpstr>
    </vt:vector>
  </TitlesOfParts>
  <Company>FPT-University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Servlet, web application</dc:title>
  <dc:creator>Phan Truong Lam</dc:creator>
  <cp:lastModifiedBy>Vinh Vo The</cp:lastModifiedBy>
  <cp:revision>281</cp:revision>
  <dcterms:created xsi:type="dcterms:W3CDTF">2007-08-21T04:43:22Z</dcterms:created>
  <dcterms:modified xsi:type="dcterms:W3CDTF">2025-05-19T10:46:39Z</dcterms:modified>
</cp:coreProperties>
</file>